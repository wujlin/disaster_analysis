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0691813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A7BB"/>
    <a:srgbClr val="F9E0A1"/>
    <a:srgbClr val="FDF5E0"/>
    <a:srgbClr val="F3C143"/>
    <a:srgbClr val="F9F9E5"/>
    <a:srgbClr val="FBF4E3"/>
    <a:srgbClr val="F0F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16D4A-13FB-4895-A0D0-2F3F35B2A9B1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0A55-723F-4EF2-8835-D47857DFE8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7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90A55-723F-4EF2-8835-D47857DFE89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34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457"/>
            <a:ext cx="9088041" cy="263244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1414"/>
            <a:ext cx="8018860" cy="1825554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42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24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5067"/>
            <a:ext cx="9221689" cy="3145275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60097"/>
            <a:ext cx="9221689" cy="1654026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406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8126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3pPr>
            <a:lvl4pPr marL="151218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625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203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437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844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2504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15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836"/>
            <a:ext cx="4544021" cy="4797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836"/>
            <a:ext cx="4544021" cy="4797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80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569"/>
            <a:ext cx="9221689" cy="1461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560"/>
            <a:ext cx="4523137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961"/>
            <a:ext cx="4523137" cy="40624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560"/>
            <a:ext cx="4545413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961"/>
            <a:ext cx="4545413" cy="40624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1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1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47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683"/>
            <a:ext cx="5412730" cy="5373398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1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683"/>
            <a:ext cx="5412730" cy="5373398"/>
          </a:xfrm>
        </p:spPr>
        <p:txBody>
          <a:bodyPr anchor="t"/>
          <a:lstStyle>
            <a:lvl1pPr marL="0" indent="0">
              <a:buNone/>
              <a:defRPr sz="3528"/>
            </a:lvl1pPr>
            <a:lvl2pPr marL="504063" indent="0">
              <a:buNone/>
              <a:defRPr sz="3087"/>
            </a:lvl2pPr>
            <a:lvl3pPr marL="1008126" indent="0">
              <a:buNone/>
              <a:defRPr sz="2646"/>
            </a:lvl3pPr>
            <a:lvl4pPr marL="1512189" indent="0">
              <a:buNone/>
              <a:defRPr sz="2205"/>
            </a:lvl4pPr>
            <a:lvl5pPr marL="2016252" indent="0">
              <a:buNone/>
              <a:defRPr sz="2205"/>
            </a:lvl5pPr>
            <a:lvl6pPr marL="2520315" indent="0">
              <a:buNone/>
              <a:defRPr sz="2205"/>
            </a:lvl6pPr>
            <a:lvl7pPr marL="3024378" indent="0">
              <a:buNone/>
              <a:defRPr sz="2205"/>
            </a:lvl7pPr>
            <a:lvl8pPr marL="3528441" indent="0">
              <a:buNone/>
              <a:defRPr sz="2205"/>
            </a:lvl8pPr>
            <a:lvl9pPr marL="4032504" indent="0">
              <a:buNone/>
              <a:defRPr sz="22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8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9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567"/>
            <a:ext cx="2305422" cy="64078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567"/>
            <a:ext cx="6782619" cy="64078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2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569"/>
            <a:ext cx="9221689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836"/>
            <a:ext cx="9221689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8172"/>
            <a:ext cx="36084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47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8126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EB89D89-BDC5-7E52-DBDC-DC2124A8FB1D}"/>
              </a:ext>
            </a:extLst>
          </p:cNvPr>
          <p:cNvSpPr/>
          <p:nvPr/>
        </p:nvSpPr>
        <p:spPr>
          <a:xfrm>
            <a:off x="163559" y="162039"/>
            <a:ext cx="10218278" cy="2539201"/>
          </a:xfrm>
          <a:prstGeom prst="roundRect">
            <a:avLst/>
          </a:prstGeom>
          <a:solidFill>
            <a:srgbClr val="FDF5E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4D588941-EBB3-E7CE-665F-17816D3930CE}"/>
              </a:ext>
            </a:extLst>
          </p:cNvPr>
          <p:cNvSpPr/>
          <p:nvPr/>
        </p:nvSpPr>
        <p:spPr>
          <a:xfrm>
            <a:off x="4646174" y="274011"/>
            <a:ext cx="1970423" cy="2687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Pipeline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991C6BD-5E87-D6EB-A270-51D005FDCD2E}"/>
              </a:ext>
            </a:extLst>
          </p:cNvPr>
          <p:cNvCxnSpPr>
            <a:cxnSpLocks/>
          </p:cNvCxnSpPr>
          <p:nvPr/>
        </p:nvCxnSpPr>
        <p:spPr>
          <a:xfrm flipV="1">
            <a:off x="2215726" y="1767497"/>
            <a:ext cx="1547030" cy="96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09BF5EF-C8A3-B32F-5643-FA6126990F6A}"/>
              </a:ext>
            </a:extLst>
          </p:cNvPr>
          <p:cNvSpPr/>
          <p:nvPr/>
        </p:nvSpPr>
        <p:spPr>
          <a:xfrm>
            <a:off x="2553091" y="1587440"/>
            <a:ext cx="861082" cy="3601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28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Radial Binning</a:t>
            </a:r>
            <a:endParaRPr lang="zh-CN" altLang="en-US" sz="1228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7E728F9-77A9-883A-3A01-0464FE79BA0D}"/>
              </a:ext>
            </a:extLst>
          </p:cNvPr>
          <p:cNvCxnSpPr>
            <a:cxnSpLocks/>
          </p:cNvCxnSpPr>
          <p:nvPr/>
        </p:nvCxnSpPr>
        <p:spPr>
          <a:xfrm>
            <a:off x="5780090" y="1777131"/>
            <a:ext cx="169289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03F8BC88-C3E0-52F2-EA90-9A103CA48E1C}"/>
              </a:ext>
            </a:extLst>
          </p:cNvPr>
          <p:cNvSpPr/>
          <p:nvPr/>
        </p:nvSpPr>
        <p:spPr>
          <a:xfrm>
            <a:off x="6045596" y="1550377"/>
            <a:ext cx="1160337" cy="4342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28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Aggragated Displacement</a:t>
            </a:r>
            <a:endParaRPr lang="zh-CN" altLang="en-US" sz="1228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EA7A9C2B-938C-5EE5-ED7D-F85063805AAA}"/>
              </a:ext>
            </a:extLst>
          </p:cNvPr>
          <p:cNvSpPr/>
          <p:nvPr/>
        </p:nvSpPr>
        <p:spPr>
          <a:xfrm>
            <a:off x="3794852" y="654758"/>
            <a:ext cx="1895238" cy="1743060"/>
          </a:xfrm>
          <a:prstGeom prst="roundRect">
            <a:avLst/>
          </a:prstGeom>
          <a:solidFill>
            <a:srgbClr val="F9E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C8B1DF9-B0F4-345B-D437-A01B221AEA57}"/>
              </a:ext>
            </a:extLst>
          </p:cNvPr>
          <p:cNvGrpSpPr/>
          <p:nvPr/>
        </p:nvGrpSpPr>
        <p:grpSpPr>
          <a:xfrm>
            <a:off x="4151878" y="1099504"/>
            <a:ext cx="1228045" cy="1237392"/>
            <a:chOff x="2614324" y="3301659"/>
            <a:chExt cx="2012908" cy="2123372"/>
          </a:xfrm>
        </p:grpSpPr>
        <p:sp>
          <p:nvSpPr>
            <p:cNvPr id="14" name="圆: 空心 13">
              <a:extLst>
                <a:ext uri="{FF2B5EF4-FFF2-40B4-BE49-F238E27FC236}">
                  <a16:creationId xmlns:a16="http://schemas.microsoft.com/office/drawing/2014/main" id="{56701E7F-8830-803E-5AEE-E2D323787FF5}"/>
                </a:ext>
              </a:extLst>
            </p:cNvPr>
            <p:cNvSpPr/>
            <p:nvPr/>
          </p:nvSpPr>
          <p:spPr>
            <a:xfrm>
              <a:off x="3105277" y="3841707"/>
              <a:ext cx="1031002" cy="1043276"/>
            </a:xfrm>
            <a:prstGeom prst="donut">
              <a:avLst>
                <a:gd name="adj" fmla="val 24388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chemeClr val="tx1"/>
                </a:solidFill>
              </a:endParaRPr>
            </a:p>
          </p:txBody>
        </p:sp>
        <p:sp>
          <p:nvSpPr>
            <p:cNvPr id="15" name="圆: 空心 14">
              <a:extLst>
                <a:ext uri="{FF2B5EF4-FFF2-40B4-BE49-F238E27FC236}">
                  <a16:creationId xmlns:a16="http://schemas.microsoft.com/office/drawing/2014/main" id="{C783AC09-79C7-E863-B86D-A97BDA6F448C}"/>
                </a:ext>
              </a:extLst>
            </p:cNvPr>
            <p:cNvSpPr/>
            <p:nvPr/>
          </p:nvSpPr>
          <p:spPr>
            <a:xfrm>
              <a:off x="2614324" y="3301659"/>
              <a:ext cx="2012908" cy="2123372"/>
            </a:xfrm>
            <a:prstGeom prst="donut">
              <a:avLst>
                <a:gd name="adj" fmla="val 1492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chemeClr val="tx1"/>
                </a:solidFill>
              </a:endParaRPr>
            </a:p>
          </p:txBody>
        </p:sp>
      </p:grp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2A7727E8-88A4-761D-3DCD-D0039321BC6E}"/>
              </a:ext>
            </a:extLst>
          </p:cNvPr>
          <p:cNvSpPr/>
          <p:nvPr/>
        </p:nvSpPr>
        <p:spPr>
          <a:xfrm>
            <a:off x="7589394" y="582036"/>
            <a:ext cx="2545584" cy="1857694"/>
          </a:xfrm>
          <a:prstGeom prst="roundRect">
            <a:avLst/>
          </a:prstGeom>
          <a:solidFill>
            <a:srgbClr val="F9E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59886C2-0BD1-3337-2ECA-5E7D71CBA0C5}"/>
              </a:ext>
            </a:extLst>
          </p:cNvPr>
          <p:cNvGrpSpPr/>
          <p:nvPr/>
        </p:nvGrpSpPr>
        <p:grpSpPr>
          <a:xfrm>
            <a:off x="8177223" y="1038843"/>
            <a:ext cx="1371611" cy="1312430"/>
            <a:chOff x="4473809" y="452272"/>
            <a:chExt cx="2546819" cy="2599259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025608C-01DB-6540-6252-5DCFCE7E1E3A}"/>
                </a:ext>
              </a:extLst>
            </p:cNvPr>
            <p:cNvSpPr/>
            <p:nvPr/>
          </p:nvSpPr>
          <p:spPr>
            <a:xfrm>
              <a:off x="4473809" y="452272"/>
              <a:ext cx="2546819" cy="259925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811203C-7C90-E924-071C-BD34B35F8CC9}"/>
                </a:ext>
              </a:extLst>
            </p:cNvPr>
            <p:cNvGrpSpPr/>
            <p:nvPr/>
          </p:nvGrpSpPr>
          <p:grpSpPr>
            <a:xfrm>
              <a:off x="4753713" y="904512"/>
              <a:ext cx="2104962" cy="1416221"/>
              <a:chOff x="4563469" y="1890170"/>
              <a:chExt cx="2104962" cy="1416221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DC39C89A-E0E7-D469-ABCD-668EDC9661CA}"/>
                  </a:ext>
                </a:extLst>
              </p:cNvPr>
              <p:cNvSpPr/>
              <p:nvPr/>
            </p:nvSpPr>
            <p:spPr>
              <a:xfrm>
                <a:off x="4563469" y="1890170"/>
                <a:ext cx="2101093" cy="1367104"/>
              </a:xfrm>
              <a:custGeom>
                <a:avLst/>
                <a:gdLst>
                  <a:gd name="csX0" fmla="*/ 0 w 3332344"/>
                  <a:gd name="csY0" fmla="*/ 1632479 h 1782626"/>
                  <a:gd name="csX1" fmla="*/ 552322 w 3332344"/>
                  <a:gd name="csY1" fmla="*/ 60 h 1782626"/>
                  <a:gd name="csX2" fmla="*/ 1871758 w 3332344"/>
                  <a:gd name="csY2" fmla="*/ 1571110 h 1782626"/>
                  <a:gd name="csX3" fmla="*/ 3332344 w 3332344"/>
                  <a:gd name="csY3" fmla="*/ 1773628 h 17826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332344" h="1782626">
                    <a:moveTo>
                      <a:pt x="0" y="1632479"/>
                    </a:moveTo>
                    <a:cubicBezTo>
                      <a:pt x="120181" y="821383"/>
                      <a:pt x="240362" y="10288"/>
                      <a:pt x="552322" y="60"/>
                    </a:cubicBezTo>
                    <a:cubicBezTo>
                      <a:pt x="864282" y="-10168"/>
                      <a:pt x="1408421" y="1275515"/>
                      <a:pt x="1871758" y="1571110"/>
                    </a:cubicBezTo>
                    <a:cubicBezTo>
                      <a:pt x="2335095" y="1866705"/>
                      <a:pt x="3096073" y="1762377"/>
                      <a:pt x="3332344" y="1773628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8D167FA8-4273-34D2-F1E7-5506249283D1}"/>
                  </a:ext>
                </a:extLst>
              </p:cNvPr>
              <p:cNvSpPr/>
              <p:nvPr/>
            </p:nvSpPr>
            <p:spPr>
              <a:xfrm>
                <a:off x="4563469" y="2080019"/>
                <a:ext cx="2104962" cy="1226371"/>
              </a:xfrm>
              <a:custGeom>
                <a:avLst/>
                <a:gdLst>
                  <a:gd name="csX0" fmla="*/ 0 w 3338481"/>
                  <a:gd name="csY0" fmla="*/ 1436038 h 1663103"/>
                  <a:gd name="csX1" fmla="*/ 853031 w 3338481"/>
                  <a:gd name="csY1" fmla="*/ 0 h 1663103"/>
                  <a:gd name="csX2" fmla="*/ 2233836 w 3338481"/>
                  <a:gd name="csY2" fmla="*/ 1436038 h 1663103"/>
                  <a:gd name="csX3" fmla="*/ 3338481 w 3338481"/>
                  <a:gd name="csY3" fmla="*/ 1663103 h 16631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338481" h="1663103">
                    <a:moveTo>
                      <a:pt x="0" y="1436038"/>
                    </a:moveTo>
                    <a:cubicBezTo>
                      <a:pt x="240362" y="718019"/>
                      <a:pt x="480725" y="0"/>
                      <a:pt x="853031" y="0"/>
                    </a:cubicBezTo>
                    <a:cubicBezTo>
                      <a:pt x="1225337" y="0"/>
                      <a:pt x="1819594" y="1158854"/>
                      <a:pt x="2233836" y="1436038"/>
                    </a:cubicBezTo>
                    <a:cubicBezTo>
                      <a:pt x="2648078" y="1713222"/>
                      <a:pt x="3138009" y="1652875"/>
                      <a:pt x="3338481" y="166310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2DF74A2-3D3D-B07D-5C3A-B5D725812E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127" y="2080019"/>
                <a:ext cx="53879" cy="122637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02B7CB14-25CB-F5F2-21CD-17D02A2D9482}"/>
              </a:ext>
            </a:extLst>
          </p:cNvPr>
          <p:cNvSpPr/>
          <p:nvPr/>
        </p:nvSpPr>
        <p:spPr>
          <a:xfrm>
            <a:off x="4050523" y="741978"/>
            <a:ext cx="1400061" cy="2678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latin typeface="helvetica" panose="020B0604020202020204" pitchFamily="34" charset="0"/>
                <a:cs typeface="helvetica" panose="020B0604020202020204" pitchFamily="34" charset="0"/>
              </a:rPr>
              <a:t>Radial Annuli</a:t>
            </a:r>
            <a:endParaRPr lang="zh-CN" altLang="en-US" sz="1403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5EB50234-9C39-CC00-A695-BED2262CBF6B}"/>
              </a:ext>
            </a:extLst>
          </p:cNvPr>
          <p:cNvSpPr/>
          <p:nvPr/>
        </p:nvSpPr>
        <p:spPr>
          <a:xfrm>
            <a:off x="7740690" y="697143"/>
            <a:ext cx="2319242" cy="259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latin typeface="helvetica" panose="020B0604020202020204" pitchFamily="34" charset="0"/>
                <a:cs typeface="helvetica" panose="020B0604020202020204" pitchFamily="34" charset="0"/>
              </a:rPr>
              <a:t>Displacement Trajecory</a:t>
            </a:r>
            <a:endParaRPr lang="zh-CN" altLang="en-US" sz="1403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3F9B5BD8-87BF-1FFB-B6F0-D35E3006ECBF}"/>
              </a:ext>
            </a:extLst>
          </p:cNvPr>
          <p:cNvSpPr/>
          <p:nvPr/>
        </p:nvSpPr>
        <p:spPr>
          <a:xfrm>
            <a:off x="7776414" y="3277957"/>
            <a:ext cx="2580978" cy="40156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D15FCAFB-C50D-F8C2-CD8D-1F220B5C0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5702" y="3961930"/>
            <a:ext cx="1467126" cy="1516659"/>
          </a:xfrm>
          <a:prstGeom prst="rect">
            <a:avLst/>
          </a:prstGeom>
        </p:spPr>
      </p:pic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44190C69-753B-A193-9D21-40E911D85B49}"/>
              </a:ext>
            </a:extLst>
          </p:cNvPr>
          <p:cNvSpPr/>
          <p:nvPr/>
        </p:nvSpPr>
        <p:spPr>
          <a:xfrm>
            <a:off x="137807" y="3231982"/>
            <a:ext cx="2358922" cy="40975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476D9C4F-A609-7702-0F2F-E25D389C5A08}"/>
              </a:ext>
            </a:extLst>
          </p:cNvPr>
          <p:cNvSpPr/>
          <p:nvPr/>
        </p:nvSpPr>
        <p:spPr>
          <a:xfrm>
            <a:off x="334421" y="5740192"/>
            <a:ext cx="1895238" cy="12959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65FCF4A7-3C5C-B8A9-96B8-E2F2B81AD1AA}"/>
              </a:ext>
            </a:extLst>
          </p:cNvPr>
          <p:cNvGrpSpPr/>
          <p:nvPr/>
        </p:nvGrpSpPr>
        <p:grpSpPr>
          <a:xfrm>
            <a:off x="818138" y="5913896"/>
            <a:ext cx="903826" cy="850980"/>
            <a:chOff x="1042480" y="4824661"/>
            <a:chExt cx="1553759" cy="1462913"/>
          </a:xfrm>
        </p:grpSpPr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41040EA-BEFA-57B5-62AE-BC5CBC916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482" y="4824661"/>
              <a:ext cx="0" cy="14629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4B8C0F4-5A75-372C-996D-B44445B375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2482" y="6284598"/>
              <a:ext cx="15537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2351287-1584-EB36-E8DA-0911AE381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42480" y="5642308"/>
              <a:ext cx="14769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AC9F11EF-C9E5-F018-F91D-987683E980BC}"/>
                </a:ext>
              </a:extLst>
            </p:cNvPr>
            <p:cNvSpPr/>
            <p:nvPr/>
          </p:nvSpPr>
          <p:spPr>
            <a:xfrm>
              <a:off x="1061723" y="5077691"/>
              <a:ext cx="1406472" cy="564446"/>
            </a:xfrm>
            <a:custGeom>
              <a:avLst/>
              <a:gdLst>
                <a:gd name="csX0" fmla="*/ 0 w 2190878"/>
                <a:gd name="csY0" fmla="*/ 727521 h 727521"/>
                <a:gd name="csX1" fmla="*/ 497090 w 2190878"/>
                <a:gd name="csY1" fmla="*/ 15639 h 727521"/>
                <a:gd name="csX2" fmla="*/ 816209 w 2190878"/>
                <a:gd name="csY2" fmla="*/ 254979 h 727521"/>
                <a:gd name="csX3" fmla="*/ 1000317 w 2190878"/>
                <a:gd name="csY3" fmla="*/ 482045 h 727521"/>
                <a:gd name="csX4" fmla="*/ 1184424 w 2190878"/>
                <a:gd name="csY4" fmla="*/ 598646 h 727521"/>
                <a:gd name="csX5" fmla="*/ 1423764 w 2190878"/>
                <a:gd name="csY5" fmla="*/ 653878 h 727521"/>
                <a:gd name="csX6" fmla="*/ 1687651 w 2190878"/>
                <a:gd name="csY6" fmla="*/ 684563 h 727521"/>
                <a:gd name="csX7" fmla="*/ 1902443 w 2190878"/>
                <a:gd name="csY7" fmla="*/ 702974 h 727521"/>
                <a:gd name="csX8" fmla="*/ 2190878 w 2190878"/>
                <a:gd name="csY8" fmla="*/ 715247 h 727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90878" h="727521">
                  <a:moveTo>
                    <a:pt x="0" y="727521"/>
                  </a:moveTo>
                  <a:cubicBezTo>
                    <a:pt x="180527" y="410958"/>
                    <a:pt x="361055" y="94396"/>
                    <a:pt x="497090" y="15639"/>
                  </a:cubicBezTo>
                  <a:cubicBezTo>
                    <a:pt x="633125" y="-63118"/>
                    <a:pt x="732338" y="177245"/>
                    <a:pt x="816209" y="254979"/>
                  </a:cubicBezTo>
                  <a:cubicBezTo>
                    <a:pt x="900080" y="332713"/>
                    <a:pt x="938948" y="424767"/>
                    <a:pt x="1000317" y="482045"/>
                  </a:cubicBezTo>
                  <a:cubicBezTo>
                    <a:pt x="1061686" y="539323"/>
                    <a:pt x="1113849" y="570007"/>
                    <a:pt x="1184424" y="598646"/>
                  </a:cubicBezTo>
                  <a:cubicBezTo>
                    <a:pt x="1254999" y="627285"/>
                    <a:pt x="1339893" y="639559"/>
                    <a:pt x="1423764" y="653878"/>
                  </a:cubicBezTo>
                  <a:cubicBezTo>
                    <a:pt x="1507635" y="668197"/>
                    <a:pt x="1607871" y="676380"/>
                    <a:pt x="1687651" y="684563"/>
                  </a:cubicBezTo>
                  <a:cubicBezTo>
                    <a:pt x="1767431" y="692746"/>
                    <a:pt x="1818572" y="697860"/>
                    <a:pt x="1902443" y="702974"/>
                  </a:cubicBezTo>
                  <a:cubicBezTo>
                    <a:pt x="1986314" y="708088"/>
                    <a:pt x="2087573" y="730589"/>
                    <a:pt x="2190878" y="715247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C5A890C7-B70C-2BC7-758D-FCEC2BE39DB1}"/>
                </a:ext>
              </a:extLst>
            </p:cNvPr>
            <p:cNvSpPr/>
            <p:nvPr/>
          </p:nvSpPr>
          <p:spPr>
            <a:xfrm flipV="1">
              <a:off x="1061723" y="5642137"/>
              <a:ext cx="1406472" cy="564446"/>
            </a:xfrm>
            <a:custGeom>
              <a:avLst/>
              <a:gdLst>
                <a:gd name="csX0" fmla="*/ 0 w 2190878"/>
                <a:gd name="csY0" fmla="*/ 727521 h 727521"/>
                <a:gd name="csX1" fmla="*/ 497090 w 2190878"/>
                <a:gd name="csY1" fmla="*/ 15639 h 727521"/>
                <a:gd name="csX2" fmla="*/ 816209 w 2190878"/>
                <a:gd name="csY2" fmla="*/ 254979 h 727521"/>
                <a:gd name="csX3" fmla="*/ 1000317 w 2190878"/>
                <a:gd name="csY3" fmla="*/ 482045 h 727521"/>
                <a:gd name="csX4" fmla="*/ 1184424 w 2190878"/>
                <a:gd name="csY4" fmla="*/ 598646 h 727521"/>
                <a:gd name="csX5" fmla="*/ 1423764 w 2190878"/>
                <a:gd name="csY5" fmla="*/ 653878 h 727521"/>
                <a:gd name="csX6" fmla="*/ 1687651 w 2190878"/>
                <a:gd name="csY6" fmla="*/ 684563 h 727521"/>
                <a:gd name="csX7" fmla="*/ 1902443 w 2190878"/>
                <a:gd name="csY7" fmla="*/ 702974 h 727521"/>
                <a:gd name="csX8" fmla="*/ 2190878 w 2190878"/>
                <a:gd name="csY8" fmla="*/ 715247 h 727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90878" h="727521">
                  <a:moveTo>
                    <a:pt x="0" y="727521"/>
                  </a:moveTo>
                  <a:cubicBezTo>
                    <a:pt x="180527" y="410958"/>
                    <a:pt x="361055" y="94396"/>
                    <a:pt x="497090" y="15639"/>
                  </a:cubicBezTo>
                  <a:cubicBezTo>
                    <a:pt x="633125" y="-63118"/>
                    <a:pt x="732338" y="177245"/>
                    <a:pt x="816209" y="254979"/>
                  </a:cubicBezTo>
                  <a:cubicBezTo>
                    <a:pt x="900080" y="332713"/>
                    <a:pt x="938948" y="424767"/>
                    <a:pt x="1000317" y="482045"/>
                  </a:cubicBezTo>
                  <a:cubicBezTo>
                    <a:pt x="1061686" y="539323"/>
                    <a:pt x="1113849" y="570007"/>
                    <a:pt x="1184424" y="598646"/>
                  </a:cubicBezTo>
                  <a:cubicBezTo>
                    <a:pt x="1254999" y="627285"/>
                    <a:pt x="1339893" y="639559"/>
                    <a:pt x="1423764" y="653878"/>
                  </a:cubicBezTo>
                  <a:cubicBezTo>
                    <a:pt x="1507635" y="668197"/>
                    <a:pt x="1607871" y="676380"/>
                    <a:pt x="1687651" y="684563"/>
                  </a:cubicBezTo>
                  <a:cubicBezTo>
                    <a:pt x="1767431" y="692746"/>
                    <a:pt x="1818572" y="697860"/>
                    <a:pt x="1902443" y="702974"/>
                  </a:cubicBezTo>
                  <a:cubicBezTo>
                    <a:pt x="1986314" y="708088"/>
                    <a:pt x="2087573" y="730589"/>
                    <a:pt x="2190878" y="71524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82278414-AF12-C86D-88F7-30F9F4DD0343}"/>
              </a:ext>
            </a:extLst>
          </p:cNvPr>
          <p:cNvSpPr/>
          <p:nvPr/>
        </p:nvSpPr>
        <p:spPr>
          <a:xfrm>
            <a:off x="351002" y="3998317"/>
            <a:ext cx="1895238" cy="13419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87AA8D0-ED73-E937-A1DB-3CB9B77E9703}"/>
              </a:ext>
            </a:extLst>
          </p:cNvPr>
          <p:cNvGrpSpPr/>
          <p:nvPr/>
        </p:nvGrpSpPr>
        <p:grpSpPr>
          <a:xfrm>
            <a:off x="879587" y="4270297"/>
            <a:ext cx="806008" cy="753070"/>
            <a:chOff x="1359905" y="1024310"/>
            <a:chExt cx="1745537" cy="1885566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81D4988-E952-61CD-045E-2CA06FA3D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9905" y="1024310"/>
              <a:ext cx="0" cy="18855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65D195B-EF44-EC18-33A6-CEB3318F2E08}"/>
                </a:ext>
              </a:extLst>
            </p:cNvPr>
            <p:cNvCxnSpPr>
              <a:cxnSpLocks/>
            </p:cNvCxnSpPr>
            <p:nvPr/>
          </p:nvCxnSpPr>
          <p:spPr>
            <a:xfrm>
              <a:off x="1359905" y="2906040"/>
              <a:ext cx="174553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688212DD-9CDE-0266-A07B-F012AC54CE17}"/>
                </a:ext>
              </a:extLst>
            </p:cNvPr>
            <p:cNvSpPr/>
            <p:nvPr/>
          </p:nvSpPr>
          <p:spPr>
            <a:xfrm>
              <a:off x="1574393" y="1575149"/>
              <a:ext cx="675060" cy="294570"/>
            </a:xfrm>
            <a:custGeom>
              <a:avLst/>
              <a:gdLst>
                <a:gd name="csX0" fmla="*/ 0 w 675060"/>
                <a:gd name="csY0" fmla="*/ 0 h 294571"/>
                <a:gd name="csX1" fmla="*/ 423447 w 675060"/>
                <a:gd name="csY1" fmla="*/ 49095 h 294571"/>
                <a:gd name="csX2" fmla="*/ 675060 w 675060"/>
                <a:gd name="csY2" fmla="*/ 294571 h 2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75060" h="294571">
                  <a:moveTo>
                    <a:pt x="0" y="0"/>
                  </a:moveTo>
                  <a:cubicBezTo>
                    <a:pt x="155468" y="0"/>
                    <a:pt x="310937" y="0"/>
                    <a:pt x="423447" y="49095"/>
                  </a:cubicBezTo>
                  <a:cubicBezTo>
                    <a:pt x="535957" y="98190"/>
                    <a:pt x="635170" y="264909"/>
                    <a:pt x="675060" y="294571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F1C60D1-36DA-743B-2796-2F4F61FA571F}"/>
                </a:ext>
              </a:extLst>
            </p:cNvPr>
            <p:cNvCxnSpPr>
              <a:cxnSpLocks/>
            </p:cNvCxnSpPr>
            <p:nvPr/>
          </p:nvCxnSpPr>
          <p:spPr>
            <a:xfrm>
              <a:off x="2192634" y="1808980"/>
              <a:ext cx="797799" cy="1012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879912F-3AB5-C21C-F956-DD8B273FB539}"/>
                </a:ext>
              </a:extLst>
            </p:cNvPr>
            <p:cNvCxnSpPr>
              <a:stCxn id="39" idx="2"/>
            </p:cNvCxnSpPr>
            <p:nvPr/>
          </p:nvCxnSpPr>
          <p:spPr>
            <a:xfrm flipH="1" flipV="1">
              <a:off x="1752363" y="1248357"/>
              <a:ext cx="497090" cy="621362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F994DA87-4E1C-C60E-7CAB-D8F235760871}"/>
              </a:ext>
            </a:extLst>
          </p:cNvPr>
          <p:cNvSpPr/>
          <p:nvPr/>
        </p:nvSpPr>
        <p:spPr>
          <a:xfrm>
            <a:off x="631165" y="3321130"/>
            <a:ext cx="1382736" cy="4462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Parameter </a:t>
            </a:r>
          </a:p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Extraction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4539746-526D-DB2C-B265-1288777C0FFB}"/>
              </a:ext>
            </a:extLst>
          </p:cNvPr>
          <p:cNvSpPr/>
          <p:nvPr/>
        </p:nvSpPr>
        <p:spPr>
          <a:xfrm>
            <a:off x="2619336" y="4911518"/>
            <a:ext cx="484437" cy="35254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9EBDC63-FCF7-C075-4CB4-75CED2531BAE}"/>
              </a:ext>
            </a:extLst>
          </p:cNvPr>
          <p:cNvGrpSpPr/>
          <p:nvPr/>
        </p:nvGrpSpPr>
        <p:grpSpPr>
          <a:xfrm>
            <a:off x="631165" y="582036"/>
            <a:ext cx="1481207" cy="1792617"/>
            <a:chOff x="3754828" y="1151714"/>
            <a:chExt cx="1689038" cy="2359836"/>
          </a:xfrm>
        </p:grpSpPr>
        <p:sp>
          <p:nvSpPr>
            <p:cNvPr id="33" name="圆柱体 32">
              <a:extLst>
                <a:ext uri="{FF2B5EF4-FFF2-40B4-BE49-F238E27FC236}">
                  <a16:creationId xmlns:a16="http://schemas.microsoft.com/office/drawing/2014/main" id="{E5AFC15A-1A05-157A-8527-DAEEFA4AA8D5}"/>
                </a:ext>
              </a:extLst>
            </p:cNvPr>
            <p:cNvSpPr/>
            <p:nvPr/>
          </p:nvSpPr>
          <p:spPr>
            <a:xfrm>
              <a:off x="3754828" y="1151714"/>
              <a:ext cx="1689038" cy="2359836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D3E151A-99F3-805B-4B27-494FF68DE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4747" y="2082435"/>
              <a:ext cx="1289198" cy="1290635"/>
            </a:xfrm>
            <a:prstGeom prst="rect">
              <a:avLst/>
            </a:prstGeom>
          </p:spPr>
        </p:pic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D36E559F-09C5-3EDB-37B6-C7A3B00D5683}"/>
                </a:ext>
              </a:extLst>
            </p:cNvPr>
            <p:cNvSpPr/>
            <p:nvPr/>
          </p:nvSpPr>
          <p:spPr>
            <a:xfrm>
              <a:off x="3865985" y="1653315"/>
              <a:ext cx="1466723" cy="29064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3">
                  <a:latin typeface="helvetica" panose="020B0604020202020204" pitchFamily="34" charset="0"/>
                  <a:cs typeface="helvetica" panose="020B0604020202020204" pitchFamily="34" charset="0"/>
                </a:rPr>
                <a:t>FBDM Tiles</a:t>
              </a:r>
              <a:endParaRPr lang="zh-CN" altLang="en-US" sz="1403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53" name="箭头: 右 52">
            <a:extLst>
              <a:ext uri="{FF2B5EF4-FFF2-40B4-BE49-F238E27FC236}">
                <a16:creationId xmlns:a16="http://schemas.microsoft.com/office/drawing/2014/main" id="{EC552B8F-ECAF-06B8-0988-746D5573FFDF}"/>
              </a:ext>
            </a:extLst>
          </p:cNvPr>
          <p:cNvSpPr/>
          <p:nvPr/>
        </p:nvSpPr>
        <p:spPr>
          <a:xfrm rot="5400000">
            <a:off x="1106058" y="2891927"/>
            <a:ext cx="345320" cy="22289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F32D5E5A-F952-D117-D194-F775D778B3A7}"/>
              </a:ext>
            </a:extLst>
          </p:cNvPr>
          <p:cNvSpPr/>
          <p:nvPr/>
        </p:nvSpPr>
        <p:spPr>
          <a:xfrm>
            <a:off x="3219967" y="3196131"/>
            <a:ext cx="4056328" cy="409751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06656452-BC74-952E-7CF1-C1C438E496E2}"/>
              </a:ext>
            </a:extLst>
          </p:cNvPr>
          <p:cNvSpPr/>
          <p:nvPr/>
        </p:nvSpPr>
        <p:spPr>
          <a:xfrm>
            <a:off x="3524240" y="3683018"/>
            <a:ext cx="3633078" cy="136902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B140241E-E0B8-FBFF-2D3F-908D2B50BF62}"/>
              </a:ext>
            </a:extLst>
          </p:cNvPr>
          <p:cNvGrpSpPr/>
          <p:nvPr/>
        </p:nvGrpSpPr>
        <p:grpSpPr>
          <a:xfrm>
            <a:off x="3706825" y="3761692"/>
            <a:ext cx="639315" cy="535289"/>
            <a:chOff x="4256046" y="2590141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4CB9EE0A-597C-1C17-DF0D-879C6AF74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6047" y="2590141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79CF3C2-8472-C1A3-046C-A32EB43A551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20556" y="2834785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73998D7D-40A2-DE05-37A7-9D79DAB1967C}"/>
                </a:ext>
              </a:extLst>
            </p:cNvPr>
            <p:cNvSpPr/>
            <p:nvPr/>
          </p:nvSpPr>
          <p:spPr>
            <a:xfrm>
              <a:off x="4263905" y="2688030"/>
              <a:ext cx="587692" cy="506610"/>
            </a:xfrm>
            <a:custGeom>
              <a:avLst/>
              <a:gdLst>
                <a:gd name="csX0" fmla="*/ 0 w 785525"/>
                <a:gd name="csY0" fmla="*/ 0 h 851294"/>
                <a:gd name="csX1" fmla="*/ 337530 w 785525"/>
                <a:gd name="csY1" fmla="*/ 135012 h 851294"/>
                <a:gd name="csX2" fmla="*/ 546185 w 785525"/>
                <a:gd name="csY2" fmla="*/ 773251 h 851294"/>
                <a:gd name="csX3" fmla="*/ 785525 w 785525"/>
                <a:gd name="csY3" fmla="*/ 834620 h 851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5525" h="851294">
                  <a:moveTo>
                    <a:pt x="0" y="0"/>
                  </a:moveTo>
                  <a:cubicBezTo>
                    <a:pt x="123249" y="3068"/>
                    <a:pt x="246499" y="6137"/>
                    <a:pt x="337530" y="135012"/>
                  </a:cubicBezTo>
                  <a:cubicBezTo>
                    <a:pt x="428561" y="263887"/>
                    <a:pt x="471519" y="656650"/>
                    <a:pt x="546185" y="773251"/>
                  </a:cubicBezTo>
                  <a:cubicBezTo>
                    <a:pt x="620851" y="889852"/>
                    <a:pt x="721088" y="843825"/>
                    <a:pt x="785525" y="8346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B33B7B0E-97E5-2ACD-3BFA-D1129D6D0384}"/>
              </a:ext>
            </a:extLst>
          </p:cNvPr>
          <p:cNvSpPr/>
          <p:nvPr/>
        </p:nvSpPr>
        <p:spPr>
          <a:xfrm>
            <a:off x="4326532" y="3577906"/>
            <a:ext cx="2134848" cy="2134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Synthetic Experiment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E1AC4281-97FC-4AB6-1B8A-E4419DBEBDE9}"/>
              </a:ext>
            </a:extLst>
          </p:cNvPr>
          <p:cNvSpPr/>
          <p:nvPr/>
        </p:nvSpPr>
        <p:spPr>
          <a:xfrm>
            <a:off x="4646174" y="3991261"/>
            <a:ext cx="1316630" cy="93258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88E1ECF-2189-D06E-CDD8-5F89946281E1}"/>
              </a:ext>
            </a:extLst>
          </p:cNvPr>
          <p:cNvSpPr/>
          <p:nvPr/>
        </p:nvSpPr>
        <p:spPr>
          <a:xfrm>
            <a:off x="4828761" y="4029336"/>
            <a:ext cx="1007553" cy="2140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PDE Model</a:t>
            </a:r>
            <a:endParaRPr lang="zh-CN" altLang="en-US" sz="120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47074733-26D3-B905-43E1-90868D5D215E}"/>
              </a:ext>
            </a:extLst>
          </p:cNvPr>
          <p:cNvGrpSpPr/>
          <p:nvPr/>
        </p:nvGrpSpPr>
        <p:grpSpPr>
          <a:xfrm>
            <a:off x="3706825" y="4430063"/>
            <a:ext cx="639315" cy="535289"/>
            <a:chOff x="4297036" y="3343099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D0B9E06-7421-8600-EC39-2811E0ECC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7036" y="3343099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203402A1-6F38-BC41-A828-6C7353561F7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61546" y="3587744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D48AEC8-51A7-0677-A401-C75EBF73DA3E}"/>
                </a:ext>
              </a:extLst>
            </p:cNvPr>
            <p:cNvCxnSpPr>
              <a:cxnSpLocks/>
            </p:cNvCxnSpPr>
            <p:nvPr/>
          </p:nvCxnSpPr>
          <p:spPr>
            <a:xfrm>
              <a:off x="4297720" y="3660724"/>
              <a:ext cx="634016" cy="0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1A79356C-5D0A-0F32-D624-3009074ACC0C}"/>
              </a:ext>
            </a:extLst>
          </p:cNvPr>
          <p:cNvGrpSpPr/>
          <p:nvPr/>
        </p:nvGrpSpPr>
        <p:grpSpPr>
          <a:xfrm>
            <a:off x="6418522" y="4147378"/>
            <a:ext cx="709301" cy="535289"/>
            <a:chOff x="8362227" y="3291115"/>
            <a:chExt cx="808824" cy="610396"/>
          </a:xfrm>
          <a:solidFill>
            <a:schemeClr val="bg2">
              <a:lumMod val="75000"/>
            </a:schemeClr>
          </a:solidFill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108C423C-F810-E23B-0839-A7F13C4D39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2227" y="3291115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8DCB4CAD-0532-FAF0-746F-6221A100C7C6}"/>
                </a:ext>
              </a:extLst>
            </p:cNvPr>
            <p:cNvCxnSpPr>
              <a:cxnSpLocks/>
            </p:cNvCxnSpPr>
            <p:nvPr/>
          </p:nvCxnSpPr>
          <p:spPr>
            <a:xfrm>
              <a:off x="8362227" y="3900268"/>
              <a:ext cx="808824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4F061B82-F345-5277-8689-939336253215}"/>
                </a:ext>
              </a:extLst>
            </p:cNvPr>
            <p:cNvSpPr/>
            <p:nvPr/>
          </p:nvSpPr>
          <p:spPr>
            <a:xfrm>
              <a:off x="8447866" y="3434337"/>
              <a:ext cx="130313" cy="4659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FE1ACC5F-8D7B-1F31-F72B-45CC15812EC3}"/>
                </a:ext>
              </a:extLst>
            </p:cNvPr>
            <p:cNvSpPr/>
            <p:nvPr/>
          </p:nvSpPr>
          <p:spPr>
            <a:xfrm>
              <a:off x="8639553" y="3584071"/>
              <a:ext cx="130313" cy="31179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9934FE34-B0C5-79E8-E34F-FEC25A1E03DA}"/>
                </a:ext>
              </a:extLst>
            </p:cNvPr>
            <p:cNvSpPr/>
            <p:nvPr/>
          </p:nvSpPr>
          <p:spPr>
            <a:xfrm>
              <a:off x="8847840" y="3618124"/>
              <a:ext cx="130313" cy="2821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778EA9A5-B407-7AF6-8CF9-8EB7637FEF73}"/>
              </a:ext>
            </a:extLst>
          </p:cNvPr>
          <p:cNvSpPr/>
          <p:nvPr/>
        </p:nvSpPr>
        <p:spPr>
          <a:xfrm>
            <a:off x="8316412" y="3426772"/>
            <a:ext cx="1675974" cy="42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Cross-scale Generalization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A9B3CC26-3875-B33B-E4D5-1AA727E13830}"/>
              </a:ext>
            </a:extLst>
          </p:cNvPr>
          <p:cNvSpPr/>
          <p:nvPr/>
        </p:nvSpPr>
        <p:spPr>
          <a:xfrm>
            <a:off x="3450357" y="5340269"/>
            <a:ext cx="3575375" cy="182205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15B21C70-90A7-F41C-045B-35CEE4B3133E}"/>
              </a:ext>
            </a:extLst>
          </p:cNvPr>
          <p:cNvSpPr/>
          <p:nvPr/>
        </p:nvSpPr>
        <p:spPr>
          <a:xfrm>
            <a:off x="4559309" y="5111036"/>
            <a:ext cx="1532697" cy="458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Counterfactual </a:t>
            </a:r>
          </a:p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Experiments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821DFD5E-8E2A-BC34-592A-050821D1E4F2}"/>
              </a:ext>
            </a:extLst>
          </p:cNvPr>
          <p:cNvGrpSpPr/>
          <p:nvPr/>
        </p:nvGrpSpPr>
        <p:grpSpPr>
          <a:xfrm>
            <a:off x="4176982" y="6720022"/>
            <a:ext cx="450294" cy="372966"/>
            <a:chOff x="4549255" y="2166115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A80DC001-0CEF-8CCB-1E8A-A4A9EA935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255" y="2166115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BEA61233-79EE-4AC3-BA8D-9E979B38397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913765" y="2410760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2A54ADB5-0555-B927-5F16-E4E131A8555C}"/>
                </a:ext>
              </a:extLst>
            </p:cNvPr>
            <p:cNvCxnSpPr>
              <a:cxnSpLocks/>
            </p:cNvCxnSpPr>
            <p:nvPr/>
          </p:nvCxnSpPr>
          <p:spPr>
            <a:xfrm>
              <a:off x="4549255" y="2516454"/>
              <a:ext cx="634016" cy="0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8EB1B8BE-6AE7-AB5A-F276-AB65E1E5357A}"/>
              </a:ext>
            </a:extLst>
          </p:cNvPr>
          <p:cNvGrpSpPr/>
          <p:nvPr/>
        </p:nvGrpSpPr>
        <p:grpSpPr>
          <a:xfrm>
            <a:off x="5881006" y="5757570"/>
            <a:ext cx="642623" cy="1320083"/>
            <a:chOff x="6455487" y="5054057"/>
            <a:chExt cx="732791" cy="1505307"/>
          </a:xfrm>
          <a:solidFill>
            <a:schemeClr val="bg2">
              <a:lumMod val="75000"/>
            </a:schemeClr>
          </a:solidFill>
        </p:grpSpPr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207CBFE1-8B01-57EA-5AC2-A4BD520A2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259" y="5054057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AEA6ECAB-3847-D49C-E6B0-7E81ADA8941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23768" y="5298701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3716B9D3-F941-E613-B733-8BB78302F315}"/>
                </a:ext>
              </a:extLst>
            </p:cNvPr>
            <p:cNvSpPr/>
            <p:nvPr/>
          </p:nvSpPr>
          <p:spPr>
            <a:xfrm>
              <a:off x="6455487" y="5190142"/>
              <a:ext cx="552322" cy="462151"/>
            </a:xfrm>
            <a:custGeom>
              <a:avLst/>
              <a:gdLst>
                <a:gd name="csX0" fmla="*/ 0 w 552322"/>
                <a:gd name="csY0" fmla="*/ 462151 h 462151"/>
                <a:gd name="csX1" fmla="*/ 177970 w 552322"/>
                <a:gd name="csY1" fmla="*/ 1882 h 462151"/>
                <a:gd name="csX2" fmla="*/ 362078 w 552322"/>
                <a:gd name="csY2" fmla="*/ 302591 h 462151"/>
                <a:gd name="csX3" fmla="*/ 552322 w 552322"/>
                <a:gd name="csY3" fmla="*/ 388508 h 462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322" h="462151">
                  <a:moveTo>
                    <a:pt x="0" y="462151"/>
                  </a:moveTo>
                  <a:cubicBezTo>
                    <a:pt x="58812" y="245313"/>
                    <a:pt x="117624" y="28475"/>
                    <a:pt x="177970" y="1882"/>
                  </a:cubicBezTo>
                  <a:cubicBezTo>
                    <a:pt x="238316" y="-24711"/>
                    <a:pt x="299686" y="238153"/>
                    <a:pt x="362078" y="302591"/>
                  </a:cubicBezTo>
                  <a:cubicBezTo>
                    <a:pt x="424470" y="367029"/>
                    <a:pt x="488396" y="377768"/>
                    <a:pt x="552322" y="388508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066093A2-26D1-F05A-EB28-D858CF717DC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23769" y="6194854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BAAEBE17-8B3D-30D2-370E-31B56725BCE7}"/>
                </a:ext>
              </a:extLst>
            </p:cNvPr>
            <p:cNvSpPr/>
            <p:nvPr/>
          </p:nvSpPr>
          <p:spPr>
            <a:xfrm>
              <a:off x="6512713" y="6033208"/>
              <a:ext cx="552322" cy="462151"/>
            </a:xfrm>
            <a:custGeom>
              <a:avLst/>
              <a:gdLst>
                <a:gd name="csX0" fmla="*/ 0 w 552322"/>
                <a:gd name="csY0" fmla="*/ 462151 h 462151"/>
                <a:gd name="csX1" fmla="*/ 177970 w 552322"/>
                <a:gd name="csY1" fmla="*/ 1882 h 462151"/>
                <a:gd name="csX2" fmla="*/ 362078 w 552322"/>
                <a:gd name="csY2" fmla="*/ 302591 h 462151"/>
                <a:gd name="csX3" fmla="*/ 552322 w 552322"/>
                <a:gd name="csY3" fmla="*/ 388508 h 462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322" h="462151">
                  <a:moveTo>
                    <a:pt x="0" y="462151"/>
                  </a:moveTo>
                  <a:cubicBezTo>
                    <a:pt x="58812" y="245313"/>
                    <a:pt x="117624" y="28475"/>
                    <a:pt x="177970" y="1882"/>
                  </a:cubicBezTo>
                  <a:cubicBezTo>
                    <a:pt x="238316" y="-24711"/>
                    <a:pt x="299686" y="238153"/>
                    <a:pt x="362078" y="302591"/>
                  </a:cubicBezTo>
                  <a:cubicBezTo>
                    <a:pt x="424470" y="367029"/>
                    <a:pt x="488396" y="377768"/>
                    <a:pt x="552322" y="388508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rgbClr val="C00000"/>
                </a:solidFill>
              </a:endParaRPr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A5776100-E053-9EB3-6113-419EABA6D0B5}"/>
                </a:ext>
              </a:extLst>
            </p:cNvPr>
            <p:cNvGrpSpPr/>
            <p:nvPr/>
          </p:nvGrpSpPr>
          <p:grpSpPr>
            <a:xfrm rot="5400000">
              <a:off x="6881927" y="5869721"/>
              <a:ext cx="260700" cy="184518"/>
              <a:chOff x="5584591" y="3492017"/>
              <a:chExt cx="935880" cy="926560"/>
            </a:xfrm>
            <a:grpFill/>
          </p:grpSpPr>
          <p:cxnSp>
            <p:nvCxnSpPr>
              <p:cNvPr id="173" name="连接符: 曲线 172">
                <a:extLst>
                  <a:ext uri="{FF2B5EF4-FFF2-40B4-BE49-F238E27FC236}">
                    <a16:creationId xmlns:a16="http://schemas.microsoft.com/office/drawing/2014/main" id="{A0BE47FE-413C-F199-2011-028159ADAB2D}"/>
                  </a:ext>
                </a:extLst>
              </p:cNvPr>
              <p:cNvCxnSpPr/>
              <p:nvPr/>
            </p:nvCxnSpPr>
            <p:spPr>
              <a:xfrm>
                <a:off x="5584591" y="3504177"/>
                <a:ext cx="914400" cy="914400"/>
              </a:xfrm>
              <a:prstGeom prst="curvedConnector3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连接符: 曲线 173">
                <a:extLst>
                  <a:ext uri="{FF2B5EF4-FFF2-40B4-BE49-F238E27FC236}">
                    <a16:creationId xmlns:a16="http://schemas.microsoft.com/office/drawing/2014/main" id="{46DDD257-A2B9-DF7E-500A-326CBC270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06071" y="3492017"/>
                <a:ext cx="914400" cy="914400"/>
              </a:xfrm>
              <a:prstGeom prst="curvedConnector3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8D8D1F7-0EC6-F363-CA75-F7EFCC66641E}"/>
              </a:ext>
            </a:extLst>
          </p:cNvPr>
          <p:cNvGrpSpPr/>
          <p:nvPr/>
        </p:nvGrpSpPr>
        <p:grpSpPr>
          <a:xfrm>
            <a:off x="4125325" y="5834489"/>
            <a:ext cx="688652" cy="578541"/>
            <a:chOff x="4921300" y="5054876"/>
            <a:chExt cx="785278" cy="659717"/>
          </a:xfrm>
          <a:solidFill>
            <a:schemeClr val="bg2">
              <a:lumMod val="75000"/>
            </a:schemeClr>
          </a:solidFill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7EA1E9C5-3E7E-D3AE-3EE5-8EA5F54EBE19}"/>
                </a:ext>
              </a:extLst>
            </p:cNvPr>
            <p:cNvGrpSpPr/>
            <p:nvPr/>
          </p:nvGrpSpPr>
          <p:grpSpPr>
            <a:xfrm>
              <a:off x="4921300" y="5104197"/>
              <a:ext cx="732790" cy="610396"/>
              <a:chOff x="3117552" y="2151101"/>
              <a:chExt cx="732790" cy="610396"/>
            </a:xfrm>
            <a:grpFill/>
          </p:grpSpPr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9A058A16-F291-79A8-0431-F7FAE073E4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1324" y="2151101"/>
                <a:ext cx="0" cy="610396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箭头连接符 163">
                <a:extLst>
                  <a:ext uri="{FF2B5EF4-FFF2-40B4-BE49-F238E27FC236}">
                    <a16:creationId xmlns:a16="http://schemas.microsoft.com/office/drawing/2014/main" id="{12AD5096-84A4-3131-A7F9-8FC0482A08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485833" y="2395745"/>
                <a:ext cx="0" cy="729019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CBC28B1D-41BC-1121-A5E1-0D273D995D11}"/>
                  </a:ext>
                </a:extLst>
              </p:cNvPr>
              <p:cNvSpPr/>
              <p:nvPr/>
            </p:nvSpPr>
            <p:spPr>
              <a:xfrm>
                <a:off x="3117552" y="2287186"/>
                <a:ext cx="552322" cy="462151"/>
              </a:xfrm>
              <a:custGeom>
                <a:avLst/>
                <a:gdLst>
                  <a:gd name="csX0" fmla="*/ 0 w 552322"/>
                  <a:gd name="csY0" fmla="*/ 462151 h 462151"/>
                  <a:gd name="csX1" fmla="*/ 177970 w 552322"/>
                  <a:gd name="csY1" fmla="*/ 1882 h 462151"/>
                  <a:gd name="csX2" fmla="*/ 362078 w 552322"/>
                  <a:gd name="csY2" fmla="*/ 302591 h 462151"/>
                  <a:gd name="csX3" fmla="*/ 552322 w 552322"/>
                  <a:gd name="csY3" fmla="*/ 388508 h 4621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322" h="462151">
                    <a:moveTo>
                      <a:pt x="0" y="462151"/>
                    </a:moveTo>
                    <a:cubicBezTo>
                      <a:pt x="58812" y="245313"/>
                      <a:pt x="117624" y="28475"/>
                      <a:pt x="177970" y="1882"/>
                    </a:cubicBezTo>
                    <a:cubicBezTo>
                      <a:pt x="238316" y="-24711"/>
                      <a:pt x="299686" y="238153"/>
                      <a:pt x="362078" y="302591"/>
                    </a:cubicBezTo>
                    <a:cubicBezTo>
                      <a:pt x="424470" y="367029"/>
                      <a:pt x="488396" y="377768"/>
                      <a:pt x="552322" y="38850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</p:grpSp>
        <p:cxnSp>
          <p:nvCxnSpPr>
            <p:cNvPr id="190" name="连接符: 曲线 189">
              <a:extLst>
                <a:ext uri="{FF2B5EF4-FFF2-40B4-BE49-F238E27FC236}">
                  <a16:creationId xmlns:a16="http://schemas.microsoft.com/office/drawing/2014/main" id="{3695BA40-405B-1B2F-9FA6-6FD1BD4E3AF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237920" y="5074959"/>
              <a:ext cx="488742" cy="448575"/>
            </a:xfrm>
            <a:prstGeom prst="curvedConnector3">
              <a:avLst>
                <a:gd name="adj1" fmla="val 50000"/>
              </a:avLst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乘号 200">
              <a:extLst>
                <a:ext uri="{FF2B5EF4-FFF2-40B4-BE49-F238E27FC236}">
                  <a16:creationId xmlns:a16="http://schemas.microsoft.com/office/drawing/2014/main" id="{9A6723C8-D5DD-3C8A-AC31-E5DC46F6DC8F}"/>
                </a:ext>
              </a:extLst>
            </p:cNvPr>
            <p:cNvSpPr/>
            <p:nvPr/>
          </p:nvSpPr>
          <p:spPr>
            <a:xfrm>
              <a:off x="5375993" y="5149617"/>
              <a:ext cx="255578" cy="323794"/>
            </a:xfrm>
            <a:prstGeom prst="mathMultiply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02" name="文本框 201">
            <a:extLst>
              <a:ext uri="{FF2B5EF4-FFF2-40B4-BE49-F238E27FC236}">
                <a16:creationId xmlns:a16="http://schemas.microsoft.com/office/drawing/2014/main" id="{22CC82E6-1ED7-10FC-340F-6C8DC04817E3}"/>
              </a:ext>
            </a:extLst>
          </p:cNvPr>
          <p:cNvSpPr txBox="1"/>
          <p:nvPr/>
        </p:nvSpPr>
        <p:spPr>
          <a:xfrm>
            <a:off x="3651288" y="5811621"/>
            <a:ext cx="333760" cy="2769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(i)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883136AD-3B72-043E-D676-DD34A1F178E5}"/>
              </a:ext>
            </a:extLst>
          </p:cNvPr>
          <p:cNvSpPr txBox="1"/>
          <p:nvPr/>
        </p:nvSpPr>
        <p:spPr>
          <a:xfrm>
            <a:off x="3651288" y="6679006"/>
            <a:ext cx="333760" cy="3082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(ii)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E53CD825-6B2F-CB80-E612-AD79BC28195E}"/>
              </a:ext>
            </a:extLst>
          </p:cNvPr>
          <p:cNvSpPr txBox="1"/>
          <p:nvPr/>
        </p:nvSpPr>
        <p:spPr>
          <a:xfrm>
            <a:off x="5300082" y="5748298"/>
            <a:ext cx="416133" cy="3082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(iii)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4192AD5E-C45C-C916-5286-36CE4AC7AD24}"/>
              </a:ext>
            </a:extLst>
          </p:cNvPr>
          <p:cNvSpPr/>
          <p:nvPr/>
        </p:nvSpPr>
        <p:spPr>
          <a:xfrm>
            <a:off x="4646174" y="3246884"/>
            <a:ext cx="1340574" cy="2241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Validation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70" name="图形 269">
            <a:extLst>
              <a:ext uri="{FF2B5EF4-FFF2-40B4-BE49-F238E27FC236}">
                <a16:creationId xmlns:a16="http://schemas.microsoft.com/office/drawing/2014/main" id="{824B91E5-60AC-B0AC-6DCC-5D6349C6F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83942" y="4286575"/>
            <a:ext cx="599749" cy="597576"/>
          </a:xfrm>
          <a:prstGeom prst="rect">
            <a:avLst/>
          </a:prstGeom>
        </p:spPr>
      </p:pic>
      <p:sp>
        <p:nvSpPr>
          <p:cNvPr id="54" name="箭头: 右 53">
            <a:extLst>
              <a:ext uri="{FF2B5EF4-FFF2-40B4-BE49-F238E27FC236}">
                <a16:creationId xmlns:a16="http://schemas.microsoft.com/office/drawing/2014/main" id="{CE8D8F35-D17C-6837-8D27-AC27614E7793}"/>
              </a:ext>
            </a:extLst>
          </p:cNvPr>
          <p:cNvSpPr/>
          <p:nvPr/>
        </p:nvSpPr>
        <p:spPr>
          <a:xfrm>
            <a:off x="4335826" y="4382280"/>
            <a:ext cx="260378" cy="2152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3031F174-EF5E-155F-A7E8-06B7EEC929D5}"/>
              </a:ext>
            </a:extLst>
          </p:cNvPr>
          <p:cNvSpPr/>
          <p:nvPr/>
        </p:nvSpPr>
        <p:spPr>
          <a:xfrm>
            <a:off x="6066518" y="4382172"/>
            <a:ext cx="260378" cy="2152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5E1FA52-809F-28AC-E98C-114D47B4F605}"/>
                  </a:ext>
                </a:extLst>
              </p:cNvPr>
              <p:cNvSpPr txBox="1"/>
              <p:nvPr/>
            </p:nvSpPr>
            <p:spPr>
              <a:xfrm>
                <a:off x="8600491" y="1995053"/>
                <a:ext cx="310456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5E1FA52-809F-28AC-E98C-114D47B4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491" y="1995053"/>
                <a:ext cx="310456" cy="3082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AFBD933-2081-6AAF-8205-4E84E2B28417}"/>
                  </a:ext>
                </a:extLst>
              </p:cNvPr>
              <p:cNvSpPr txBox="1"/>
              <p:nvPr/>
            </p:nvSpPr>
            <p:spPr>
              <a:xfrm>
                <a:off x="7758311" y="1184205"/>
                <a:ext cx="508697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403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AFBD933-2081-6AAF-8205-4E84E2B28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311" y="1184205"/>
                <a:ext cx="508697" cy="3082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4D7EBB9-C52C-1B1D-621C-B8375BD4E465}"/>
                  </a:ext>
                </a:extLst>
              </p:cNvPr>
              <p:cNvSpPr txBox="1"/>
              <p:nvPr/>
            </p:nvSpPr>
            <p:spPr>
              <a:xfrm>
                <a:off x="969498" y="5033558"/>
                <a:ext cx="566175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3">
                              <a:latin typeface="Cambria Math" panose="02040503050406030204" pitchFamily="18" charset="0"/>
                            </a:rPr>
                            <m:t>lo</m:t>
                          </m:r>
                          <m:r>
                            <m:rPr>
                              <m:sty m:val="p"/>
                            </m:rPr>
                            <a:rPr lang="zh-CN" altLang="en-US" sz="1403">
                              <a:latin typeface="Cambria Math" panose="02040503050406030204" pitchFamily="18" charset="0"/>
                            </a:rPr>
                            <m:t>g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1403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3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1403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1403"/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4D7EBB9-C52C-1B1D-621C-B8375BD4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98" y="5033558"/>
                <a:ext cx="566175" cy="308226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BBACE55-7993-BBF3-BF93-D3EAE3A8EA75}"/>
                  </a:ext>
                </a:extLst>
              </p:cNvPr>
              <p:cNvSpPr txBox="1"/>
              <p:nvPr/>
            </p:nvSpPr>
            <p:spPr>
              <a:xfrm>
                <a:off x="378968" y="4296162"/>
                <a:ext cx="566175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403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r>
                            <m:rPr>
                              <m:sty m:val="p"/>
                            </m:rPr>
                            <a:rPr lang="zh-CN" altLang="en-US" sz="1403">
                              <a:latin typeface="Cambria Math" panose="02040503050406030204" pitchFamily="18" charset="0"/>
                            </a:rPr>
                            <m:t>g</m:t>
                          </m:r>
                        </m:fName>
                        <m:e>
                          <m:r>
                            <a:rPr lang="zh-CN" altLang="en-US" sz="1403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func>
                    </m:oMath>
                  </m:oMathPara>
                </a14:m>
                <a:endParaRPr lang="zh-CN" altLang="en-US" sz="1403"/>
              </a:p>
            </p:txBody>
          </p:sp>
        </mc:Choice>
        <mc:Fallback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BBACE55-7993-BBF3-BF93-D3EAE3A8E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8" y="4296162"/>
                <a:ext cx="566175" cy="308226"/>
              </a:xfrm>
              <a:prstGeom prst="rect">
                <a:avLst/>
              </a:prstGeom>
              <a:blipFill>
                <a:blip r:embed="rId12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3599D4D-2558-CEDA-EE6F-03D0E7B4AB25}"/>
                  </a:ext>
                </a:extLst>
              </p:cNvPr>
              <p:cNvSpPr txBox="1"/>
              <p:nvPr/>
            </p:nvSpPr>
            <p:spPr>
              <a:xfrm>
                <a:off x="1249823" y="4331116"/>
                <a:ext cx="358588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3599D4D-2558-CEDA-EE6F-03D0E7B4A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823" y="4331116"/>
                <a:ext cx="358588" cy="3082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0255A24-4A6F-BCCC-58E8-28CFB7640ADC}"/>
                  </a:ext>
                </a:extLst>
              </p:cNvPr>
              <p:cNvSpPr txBox="1"/>
              <p:nvPr/>
            </p:nvSpPr>
            <p:spPr>
              <a:xfrm>
                <a:off x="945348" y="6725622"/>
                <a:ext cx="358589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0255A24-4A6F-BCCC-58E8-28CFB7640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48" y="6725622"/>
                <a:ext cx="358589" cy="3082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35A6BA4-F881-2E07-9D37-76EF9F34B0E3}"/>
                  </a:ext>
                </a:extLst>
              </p:cNvPr>
              <p:cNvSpPr txBox="1"/>
              <p:nvPr/>
            </p:nvSpPr>
            <p:spPr>
              <a:xfrm>
                <a:off x="498579" y="5918930"/>
                <a:ext cx="289768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35A6BA4-F881-2E07-9D37-76EF9F34B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79" y="5918930"/>
                <a:ext cx="289768" cy="3082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6644932-5D92-6494-393E-C6F3D4B02B67}"/>
              </a:ext>
            </a:extLst>
          </p:cNvPr>
          <p:cNvGrpSpPr/>
          <p:nvPr/>
        </p:nvGrpSpPr>
        <p:grpSpPr>
          <a:xfrm>
            <a:off x="8041423" y="5498842"/>
            <a:ext cx="1832251" cy="1764048"/>
            <a:chOff x="9081967" y="4838463"/>
            <a:chExt cx="2089337" cy="2011564"/>
          </a:xfrm>
        </p:grpSpPr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BEE2D9E2-9E5F-240B-5A07-B7B76C2394CD}"/>
                </a:ext>
              </a:extLst>
            </p:cNvPr>
            <p:cNvGrpSpPr/>
            <p:nvPr/>
          </p:nvGrpSpPr>
          <p:grpSpPr>
            <a:xfrm>
              <a:off x="9768145" y="5037130"/>
              <a:ext cx="1403159" cy="1293502"/>
              <a:chOff x="9112298" y="4666068"/>
              <a:chExt cx="1871385" cy="1725137"/>
            </a:xfrm>
          </p:grpSpPr>
          <p:grpSp>
            <p:nvGrpSpPr>
              <p:cNvPr id="212" name="组合 211">
                <a:extLst>
                  <a:ext uri="{FF2B5EF4-FFF2-40B4-BE49-F238E27FC236}">
                    <a16:creationId xmlns:a16="http://schemas.microsoft.com/office/drawing/2014/main" id="{449842C5-E910-8903-836D-7183BCE47CA3}"/>
                  </a:ext>
                </a:extLst>
              </p:cNvPr>
              <p:cNvGrpSpPr/>
              <p:nvPr/>
            </p:nvGrpSpPr>
            <p:grpSpPr>
              <a:xfrm>
                <a:off x="9112298" y="4666068"/>
                <a:ext cx="1854176" cy="1725137"/>
                <a:chOff x="9921918" y="5124464"/>
                <a:chExt cx="940938" cy="1033942"/>
              </a:xfrm>
            </p:grpSpPr>
            <p:cxnSp>
              <p:nvCxnSpPr>
                <p:cNvPr id="207" name="直接箭头连接符 206">
                  <a:extLst>
                    <a:ext uri="{FF2B5EF4-FFF2-40B4-BE49-F238E27FC236}">
                      <a16:creationId xmlns:a16="http://schemas.microsoft.com/office/drawing/2014/main" id="{129553FC-D8D5-1C8E-1612-605ADAD0BC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921918" y="5124464"/>
                  <a:ext cx="0" cy="10228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B714F364-6E86-C1E8-9EB9-9BFF61EBD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0395006" y="5690556"/>
                  <a:ext cx="0" cy="9357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48A24878-2203-3E7B-1DBA-93457CD8DBD4}"/>
                  </a:ext>
                </a:extLst>
              </p:cNvPr>
              <p:cNvSpPr/>
              <p:nvPr/>
            </p:nvSpPr>
            <p:spPr>
              <a:xfrm>
                <a:off x="9584467" y="5032971"/>
                <a:ext cx="1338396" cy="1273748"/>
              </a:xfrm>
              <a:custGeom>
                <a:avLst/>
                <a:gdLst>
                  <a:gd name="csX0" fmla="*/ 0 w 1338396"/>
                  <a:gd name="csY0" fmla="*/ 1253627 h 1273748"/>
                  <a:gd name="csX1" fmla="*/ 343667 w 1338396"/>
                  <a:gd name="csY1" fmla="*/ 1697 h 1273748"/>
                  <a:gd name="csX2" fmla="*/ 877579 w 1338396"/>
                  <a:gd name="csY2" fmla="*/ 989740 h 1273748"/>
                  <a:gd name="csX3" fmla="*/ 1337847 w 1338396"/>
                  <a:gd name="csY3" fmla="*/ 1253627 h 1273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38396" h="1273748">
                    <a:moveTo>
                      <a:pt x="0" y="1253627"/>
                    </a:moveTo>
                    <a:cubicBezTo>
                      <a:pt x="98702" y="649652"/>
                      <a:pt x="197404" y="45678"/>
                      <a:pt x="343667" y="1697"/>
                    </a:cubicBezTo>
                    <a:cubicBezTo>
                      <a:pt x="489930" y="-42284"/>
                      <a:pt x="711882" y="781085"/>
                      <a:pt x="877579" y="989740"/>
                    </a:cubicBezTo>
                    <a:cubicBezTo>
                      <a:pt x="1043276" y="1198395"/>
                      <a:pt x="1353189" y="1325224"/>
                      <a:pt x="1337847" y="1253627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9C101681-B8F6-38F9-F14C-8F68FD16205E}"/>
                  </a:ext>
                </a:extLst>
              </p:cNvPr>
              <p:cNvSpPr/>
              <p:nvPr/>
            </p:nvSpPr>
            <p:spPr>
              <a:xfrm>
                <a:off x="9596741" y="5230041"/>
                <a:ext cx="1331865" cy="1050420"/>
              </a:xfrm>
              <a:custGeom>
                <a:avLst/>
                <a:gdLst>
                  <a:gd name="csX0" fmla="*/ 0 w 1331865"/>
                  <a:gd name="csY0" fmla="*/ 1050420 h 1050420"/>
                  <a:gd name="csX1" fmla="*/ 294572 w 1331865"/>
                  <a:gd name="csY1" fmla="*/ 1008 h 1050420"/>
                  <a:gd name="csX2" fmla="*/ 988043 w 1331865"/>
                  <a:gd name="csY2" fmla="*/ 860176 h 1050420"/>
                  <a:gd name="csX3" fmla="*/ 1331710 w 1331865"/>
                  <a:gd name="csY3" fmla="*/ 995188 h 1050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31865" h="1050420">
                    <a:moveTo>
                      <a:pt x="0" y="1050420"/>
                    </a:moveTo>
                    <a:cubicBezTo>
                      <a:pt x="64949" y="541567"/>
                      <a:pt x="129898" y="32715"/>
                      <a:pt x="294572" y="1008"/>
                    </a:cubicBezTo>
                    <a:cubicBezTo>
                      <a:pt x="459246" y="-30699"/>
                      <a:pt x="815187" y="694479"/>
                      <a:pt x="988043" y="860176"/>
                    </a:cubicBezTo>
                    <a:cubicBezTo>
                      <a:pt x="1160899" y="1025873"/>
                      <a:pt x="1337847" y="1082127"/>
                      <a:pt x="1331710" y="99518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ABCC2FD0-81D8-6A97-FFB0-AA4DE131DE99}"/>
                  </a:ext>
                </a:extLst>
              </p:cNvPr>
              <p:cNvSpPr/>
              <p:nvPr/>
            </p:nvSpPr>
            <p:spPr>
              <a:xfrm>
                <a:off x="9609015" y="5476240"/>
                <a:ext cx="1374668" cy="804221"/>
              </a:xfrm>
              <a:custGeom>
                <a:avLst/>
                <a:gdLst>
                  <a:gd name="csX0" fmla="*/ 0 w 1374668"/>
                  <a:gd name="csY0" fmla="*/ 804221 h 804221"/>
                  <a:gd name="csX1" fmla="*/ 325256 w 1374668"/>
                  <a:gd name="csY1" fmla="*/ 286 h 804221"/>
                  <a:gd name="csX2" fmla="*/ 1202835 w 1374668"/>
                  <a:gd name="csY2" fmla="*/ 712168 h 804221"/>
                  <a:gd name="csX3" fmla="*/ 1374668 w 1374668"/>
                  <a:gd name="csY3" fmla="*/ 736715 h 8042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74668" h="804221">
                    <a:moveTo>
                      <a:pt x="0" y="804221"/>
                    </a:moveTo>
                    <a:cubicBezTo>
                      <a:pt x="62392" y="409924"/>
                      <a:pt x="124784" y="15628"/>
                      <a:pt x="325256" y="286"/>
                    </a:cubicBezTo>
                    <a:cubicBezTo>
                      <a:pt x="525729" y="-15056"/>
                      <a:pt x="1027933" y="589430"/>
                      <a:pt x="1202835" y="712168"/>
                    </a:cubicBezTo>
                    <a:cubicBezTo>
                      <a:pt x="1377737" y="834906"/>
                      <a:pt x="1346029" y="738761"/>
                      <a:pt x="1374668" y="736715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042D0C-9A96-207C-BDD6-F8AE78D0E69C}"/>
                    </a:ext>
                  </a:extLst>
                </p:cNvPr>
                <p:cNvSpPr txBox="1"/>
                <p:nvPr/>
              </p:nvSpPr>
              <p:spPr>
                <a:xfrm>
                  <a:off x="10245559" y="6498553"/>
                  <a:ext cx="276506" cy="351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3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sz="1403"/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042D0C-9A96-207C-BDD6-F8AE78D0E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5559" y="6498553"/>
                  <a:ext cx="276506" cy="35147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E549955-8126-252E-E1D3-A999449E0035}"/>
                    </a:ext>
                  </a:extLst>
                </p:cNvPr>
                <p:cNvSpPr txBox="1"/>
                <p:nvPr/>
              </p:nvSpPr>
              <p:spPr>
                <a:xfrm>
                  <a:off x="9081967" y="4838463"/>
                  <a:ext cx="637513" cy="6383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403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3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1403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3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1403">
                                    <a:latin typeface="Cambria Math" panose="02040503050406030204" pitchFamily="18" charset="0"/>
                                  </a:rPr>
                                  <m:t>peak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403"/>
                </a:p>
              </p:txBody>
            </p:sp>
          </mc:Choice>
          <mc:Fallback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E549955-8126-252E-E1D3-A999449E0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1967" y="4838463"/>
                  <a:ext cx="637513" cy="638384"/>
                </a:xfrm>
                <a:prstGeom prst="rect">
                  <a:avLst/>
                </a:prstGeom>
                <a:blipFill>
                  <a:blip r:embed="rId17"/>
                  <a:stretch>
                    <a:fillRect l="-2174" b="-1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BD39C04-5EA4-9BA5-C5B1-D90360610A90}"/>
              </a:ext>
            </a:extLst>
          </p:cNvPr>
          <p:cNvSpPr/>
          <p:nvPr/>
        </p:nvSpPr>
        <p:spPr>
          <a:xfrm rot="5400000">
            <a:off x="8981738" y="2936691"/>
            <a:ext cx="345321" cy="22064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4C5BB4-E389-4AEA-621D-868094390F95}"/>
              </a:ext>
            </a:extLst>
          </p:cNvPr>
          <p:cNvSpPr txBox="1"/>
          <p:nvPr/>
        </p:nvSpPr>
        <p:spPr>
          <a:xfrm>
            <a:off x="3762756" y="5556570"/>
            <a:ext cx="950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No Diffusion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EAE90E-15E6-47AB-1DAB-EA38E63E7A88}"/>
              </a:ext>
            </a:extLst>
          </p:cNvPr>
          <p:cNvSpPr txBox="1"/>
          <p:nvPr/>
        </p:nvSpPr>
        <p:spPr>
          <a:xfrm>
            <a:off x="3865150" y="6503916"/>
            <a:ext cx="899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Flat Profile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DD6711-8F65-5912-64CB-7696F63B045F}"/>
              </a:ext>
            </a:extLst>
          </p:cNvPr>
          <p:cNvSpPr txBox="1"/>
          <p:nvPr/>
        </p:nvSpPr>
        <p:spPr>
          <a:xfrm>
            <a:off x="6034572" y="5609387"/>
            <a:ext cx="65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Shuffle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0F5033-AB18-1CF7-80C3-FF2F5ACFD3B3}"/>
                  </a:ext>
                </a:extLst>
              </p:cNvPr>
              <p:cNvSpPr txBox="1"/>
              <p:nvPr/>
            </p:nvSpPr>
            <p:spPr>
              <a:xfrm>
                <a:off x="6034572" y="3951007"/>
                <a:ext cx="397929" cy="198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zh-CN" altLang="en-US" sz="120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0F5033-AB18-1CF7-80C3-FF2F5ACF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572" y="3951007"/>
                <a:ext cx="397929" cy="198965"/>
              </a:xfrm>
              <a:prstGeom prst="rect">
                <a:avLst/>
              </a:prstGeom>
              <a:blipFill>
                <a:blip r:embed="rId18"/>
                <a:stretch>
                  <a:fillRect l="-6154" r="-6154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61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955</TotalTime>
  <Words>50</Words>
  <Application>Microsoft Office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Cambria Math</vt:lpstr>
      <vt:lpstr>helvetica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12</cp:revision>
  <dcterms:created xsi:type="dcterms:W3CDTF">2026-03-08T03:15:08Z</dcterms:created>
  <dcterms:modified xsi:type="dcterms:W3CDTF">2026-03-15T00:03:01Z</dcterms:modified>
</cp:coreProperties>
</file>