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0691813" cy="7561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A7BB"/>
    <a:srgbClr val="F9E0A1"/>
    <a:srgbClr val="FDF5E0"/>
    <a:srgbClr val="F3C143"/>
    <a:srgbClr val="F9F9E5"/>
    <a:srgbClr val="FBF4E3"/>
    <a:srgbClr val="F0F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16D4A-13FB-4895-A0D0-2F3F35B2A9B1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90A55-723F-4EF2-8835-D47857DFE8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7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390A55-723F-4EF2-8835-D47857DFE89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34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457"/>
            <a:ext cx="9088041" cy="2632440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1414"/>
            <a:ext cx="8018860" cy="1825554"/>
          </a:xfrm>
        </p:spPr>
        <p:txBody>
          <a:bodyPr/>
          <a:lstStyle>
            <a:lvl1pPr marL="0" indent="0" algn="ctr">
              <a:buNone/>
              <a:defRPr sz="2646"/>
            </a:lvl1pPr>
            <a:lvl2pPr marL="504063" indent="0" algn="ctr">
              <a:buNone/>
              <a:defRPr sz="2205"/>
            </a:lvl2pPr>
            <a:lvl3pPr marL="1008126" indent="0" algn="ctr">
              <a:buNone/>
              <a:defRPr sz="1985"/>
            </a:lvl3pPr>
            <a:lvl4pPr marL="1512189" indent="0" algn="ctr">
              <a:buNone/>
              <a:defRPr sz="1764"/>
            </a:lvl4pPr>
            <a:lvl5pPr marL="2016252" indent="0" algn="ctr">
              <a:buNone/>
              <a:defRPr sz="1764"/>
            </a:lvl5pPr>
            <a:lvl6pPr marL="2520315" indent="0" algn="ctr">
              <a:buNone/>
              <a:defRPr sz="1764"/>
            </a:lvl6pPr>
            <a:lvl7pPr marL="3024378" indent="0" algn="ctr">
              <a:buNone/>
              <a:defRPr sz="1764"/>
            </a:lvl7pPr>
            <a:lvl8pPr marL="3528441" indent="0" algn="ctr">
              <a:buNone/>
              <a:defRPr sz="1764"/>
            </a:lvl8pPr>
            <a:lvl9pPr marL="4032504" indent="0" algn="ctr">
              <a:buNone/>
              <a:defRPr sz="176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42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24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5067"/>
            <a:ext cx="9221689" cy="3145275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60097"/>
            <a:ext cx="9221689" cy="1654026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4063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8126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3pPr>
            <a:lvl4pPr marL="151218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625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203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437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844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2504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15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836"/>
            <a:ext cx="4544021" cy="4797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836"/>
            <a:ext cx="4544021" cy="4797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80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569"/>
            <a:ext cx="9221689" cy="1461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560"/>
            <a:ext cx="4523137" cy="908401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961"/>
            <a:ext cx="4523137" cy="40624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560"/>
            <a:ext cx="4545413" cy="908401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961"/>
            <a:ext cx="4545413" cy="40624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61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51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478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4084"/>
            <a:ext cx="3448388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683"/>
            <a:ext cx="5412730" cy="5373398"/>
          </a:xfrm>
        </p:spPr>
        <p:txBody>
          <a:bodyPr/>
          <a:lstStyle>
            <a:lvl1pPr>
              <a:defRPr sz="3528"/>
            </a:lvl1pPr>
            <a:lvl2pPr>
              <a:defRPr sz="3087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8379"/>
            <a:ext cx="3448388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1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4084"/>
            <a:ext cx="3448388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683"/>
            <a:ext cx="5412730" cy="5373398"/>
          </a:xfrm>
        </p:spPr>
        <p:txBody>
          <a:bodyPr anchor="t"/>
          <a:lstStyle>
            <a:lvl1pPr marL="0" indent="0">
              <a:buNone/>
              <a:defRPr sz="3528"/>
            </a:lvl1pPr>
            <a:lvl2pPr marL="504063" indent="0">
              <a:buNone/>
              <a:defRPr sz="3087"/>
            </a:lvl2pPr>
            <a:lvl3pPr marL="1008126" indent="0">
              <a:buNone/>
              <a:defRPr sz="2646"/>
            </a:lvl3pPr>
            <a:lvl4pPr marL="1512189" indent="0">
              <a:buNone/>
              <a:defRPr sz="2205"/>
            </a:lvl4pPr>
            <a:lvl5pPr marL="2016252" indent="0">
              <a:buNone/>
              <a:defRPr sz="2205"/>
            </a:lvl5pPr>
            <a:lvl6pPr marL="2520315" indent="0">
              <a:buNone/>
              <a:defRPr sz="2205"/>
            </a:lvl6pPr>
            <a:lvl7pPr marL="3024378" indent="0">
              <a:buNone/>
              <a:defRPr sz="2205"/>
            </a:lvl7pPr>
            <a:lvl8pPr marL="3528441" indent="0">
              <a:buNone/>
              <a:defRPr sz="2205"/>
            </a:lvl8pPr>
            <a:lvl9pPr marL="4032504" indent="0">
              <a:buNone/>
              <a:defRPr sz="22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8379"/>
            <a:ext cx="3448388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28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193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567"/>
            <a:ext cx="2305422" cy="64078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567"/>
            <a:ext cx="6782619" cy="640782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2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569"/>
            <a:ext cx="9221689" cy="1461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836"/>
            <a:ext cx="9221689" cy="479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8172"/>
            <a:ext cx="240565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BCF93-1E2D-4DB7-8935-CF7BF75FFF18}" type="datetimeFigureOut">
              <a:rPr lang="zh-CN" altLang="en-US" smtClean="0"/>
              <a:t>2026/3/15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8172"/>
            <a:ext cx="3608487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8172"/>
            <a:ext cx="240565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AA4D2-6FAA-4E74-85DB-55D5A1F08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47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8126" rtl="0" eaLnBrk="1" latinLnBrk="0" hangingPunct="1">
        <a:lnSpc>
          <a:spcPct val="90000"/>
        </a:lnSpc>
        <a:spcBef>
          <a:spcPct val="0"/>
        </a:spcBef>
        <a:buNone/>
        <a:defRPr sz="48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32" indent="-252032" algn="l" defTabSz="1008126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56095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158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221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84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347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6410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473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4536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378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441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504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AEB89D89-BDC5-7E52-DBDC-DC2124A8FB1D}"/>
              </a:ext>
            </a:extLst>
          </p:cNvPr>
          <p:cNvSpPr/>
          <p:nvPr/>
        </p:nvSpPr>
        <p:spPr>
          <a:xfrm>
            <a:off x="163559" y="162039"/>
            <a:ext cx="10218278" cy="2539201"/>
          </a:xfrm>
          <a:prstGeom prst="roundRect">
            <a:avLst/>
          </a:prstGeom>
          <a:solidFill>
            <a:srgbClr val="FDF5E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4D588941-EBB3-E7CE-665F-17816D3930CE}"/>
              </a:ext>
            </a:extLst>
          </p:cNvPr>
          <p:cNvSpPr/>
          <p:nvPr/>
        </p:nvSpPr>
        <p:spPr>
          <a:xfrm>
            <a:off x="4646174" y="274011"/>
            <a:ext cx="1970423" cy="2687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Pipeline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991C6BD-5E87-D6EB-A270-51D005FDCD2E}"/>
              </a:ext>
            </a:extLst>
          </p:cNvPr>
          <p:cNvCxnSpPr>
            <a:cxnSpLocks/>
          </p:cNvCxnSpPr>
          <p:nvPr/>
        </p:nvCxnSpPr>
        <p:spPr>
          <a:xfrm flipV="1">
            <a:off x="2215726" y="1767497"/>
            <a:ext cx="1547030" cy="96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09BF5EF-C8A3-B32F-5643-FA6126990F6A}"/>
              </a:ext>
            </a:extLst>
          </p:cNvPr>
          <p:cNvSpPr/>
          <p:nvPr/>
        </p:nvSpPr>
        <p:spPr>
          <a:xfrm>
            <a:off x="2553091" y="1587440"/>
            <a:ext cx="861082" cy="3601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28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Radial Binning</a:t>
            </a:r>
            <a:endParaRPr lang="zh-CN" altLang="en-US" sz="1228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97E728F9-77A9-883A-3A01-0464FE79BA0D}"/>
              </a:ext>
            </a:extLst>
          </p:cNvPr>
          <p:cNvCxnSpPr>
            <a:cxnSpLocks/>
          </p:cNvCxnSpPr>
          <p:nvPr/>
        </p:nvCxnSpPr>
        <p:spPr>
          <a:xfrm>
            <a:off x="5780090" y="1777131"/>
            <a:ext cx="169289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03F8BC88-C3E0-52F2-EA90-9A103CA48E1C}"/>
              </a:ext>
            </a:extLst>
          </p:cNvPr>
          <p:cNvSpPr/>
          <p:nvPr/>
        </p:nvSpPr>
        <p:spPr>
          <a:xfrm>
            <a:off x="6045596" y="1550377"/>
            <a:ext cx="1160337" cy="4342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28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Aggragated Displacement</a:t>
            </a:r>
            <a:endParaRPr lang="zh-CN" altLang="en-US" sz="1228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EA7A9C2B-938C-5EE5-ED7D-F85063805AAA}"/>
              </a:ext>
            </a:extLst>
          </p:cNvPr>
          <p:cNvSpPr/>
          <p:nvPr/>
        </p:nvSpPr>
        <p:spPr>
          <a:xfrm>
            <a:off x="3794852" y="654758"/>
            <a:ext cx="1895238" cy="1743060"/>
          </a:xfrm>
          <a:prstGeom prst="roundRect">
            <a:avLst/>
          </a:prstGeom>
          <a:solidFill>
            <a:srgbClr val="F9E0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C8B1DF9-B0F4-345B-D437-A01B221AEA57}"/>
              </a:ext>
            </a:extLst>
          </p:cNvPr>
          <p:cNvGrpSpPr/>
          <p:nvPr/>
        </p:nvGrpSpPr>
        <p:grpSpPr>
          <a:xfrm>
            <a:off x="4151878" y="1099504"/>
            <a:ext cx="1228045" cy="1237392"/>
            <a:chOff x="2614324" y="3301659"/>
            <a:chExt cx="2012908" cy="2123372"/>
          </a:xfrm>
        </p:grpSpPr>
        <p:sp>
          <p:nvSpPr>
            <p:cNvPr id="14" name="圆: 空心 13">
              <a:extLst>
                <a:ext uri="{FF2B5EF4-FFF2-40B4-BE49-F238E27FC236}">
                  <a16:creationId xmlns:a16="http://schemas.microsoft.com/office/drawing/2014/main" id="{56701E7F-8830-803E-5AEE-E2D323787FF5}"/>
                </a:ext>
              </a:extLst>
            </p:cNvPr>
            <p:cNvSpPr/>
            <p:nvPr/>
          </p:nvSpPr>
          <p:spPr>
            <a:xfrm>
              <a:off x="3105277" y="3841707"/>
              <a:ext cx="1031002" cy="1043276"/>
            </a:xfrm>
            <a:prstGeom prst="donut">
              <a:avLst>
                <a:gd name="adj" fmla="val 24388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>
                <a:solidFill>
                  <a:schemeClr val="tx1"/>
                </a:solidFill>
              </a:endParaRPr>
            </a:p>
          </p:txBody>
        </p:sp>
        <p:sp>
          <p:nvSpPr>
            <p:cNvPr id="15" name="圆: 空心 14">
              <a:extLst>
                <a:ext uri="{FF2B5EF4-FFF2-40B4-BE49-F238E27FC236}">
                  <a16:creationId xmlns:a16="http://schemas.microsoft.com/office/drawing/2014/main" id="{C783AC09-79C7-E863-B86D-A97BDA6F448C}"/>
                </a:ext>
              </a:extLst>
            </p:cNvPr>
            <p:cNvSpPr/>
            <p:nvPr/>
          </p:nvSpPr>
          <p:spPr>
            <a:xfrm>
              <a:off x="2614324" y="3301659"/>
              <a:ext cx="2012908" cy="2123372"/>
            </a:xfrm>
            <a:prstGeom prst="donut">
              <a:avLst>
                <a:gd name="adj" fmla="val 1492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>
                <a:solidFill>
                  <a:schemeClr val="tx1"/>
                </a:solidFill>
              </a:endParaRPr>
            </a:p>
          </p:txBody>
        </p:sp>
      </p:grp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2A7727E8-88A4-761D-3DCD-D0039321BC6E}"/>
              </a:ext>
            </a:extLst>
          </p:cNvPr>
          <p:cNvSpPr/>
          <p:nvPr/>
        </p:nvSpPr>
        <p:spPr>
          <a:xfrm>
            <a:off x="7589394" y="582036"/>
            <a:ext cx="2545584" cy="1857694"/>
          </a:xfrm>
          <a:prstGeom prst="roundRect">
            <a:avLst/>
          </a:prstGeom>
          <a:solidFill>
            <a:srgbClr val="F9E0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F59886C2-0BD1-3337-2ECA-5E7D71CBA0C5}"/>
              </a:ext>
            </a:extLst>
          </p:cNvPr>
          <p:cNvGrpSpPr/>
          <p:nvPr/>
        </p:nvGrpSpPr>
        <p:grpSpPr>
          <a:xfrm>
            <a:off x="8177223" y="1038843"/>
            <a:ext cx="1371611" cy="1312430"/>
            <a:chOff x="4473809" y="452272"/>
            <a:chExt cx="2546819" cy="2599259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025608C-01DB-6540-6252-5DCFCE7E1E3A}"/>
                </a:ext>
              </a:extLst>
            </p:cNvPr>
            <p:cNvSpPr/>
            <p:nvPr/>
          </p:nvSpPr>
          <p:spPr>
            <a:xfrm>
              <a:off x="4473809" y="452272"/>
              <a:ext cx="2546819" cy="2599259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B811203C-7C90-E924-071C-BD34B35F8CC9}"/>
                </a:ext>
              </a:extLst>
            </p:cNvPr>
            <p:cNvGrpSpPr/>
            <p:nvPr/>
          </p:nvGrpSpPr>
          <p:grpSpPr>
            <a:xfrm>
              <a:off x="4753713" y="904512"/>
              <a:ext cx="2104962" cy="1416221"/>
              <a:chOff x="4563469" y="1890170"/>
              <a:chExt cx="2104962" cy="1416221"/>
            </a:xfrm>
          </p:grpSpPr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DC39C89A-E0E7-D469-ABCD-668EDC9661CA}"/>
                  </a:ext>
                </a:extLst>
              </p:cNvPr>
              <p:cNvSpPr/>
              <p:nvPr/>
            </p:nvSpPr>
            <p:spPr>
              <a:xfrm>
                <a:off x="4563469" y="1890170"/>
                <a:ext cx="2101093" cy="1367104"/>
              </a:xfrm>
              <a:custGeom>
                <a:avLst/>
                <a:gdLst>
                  <a:gd name="csX0" fmla="*/ 0 w 3332344"/>
                  <a:gd name="csY0" fmla="*/ 1632479 h 1782626"/>
                  <a:gd name="csX1" fmla="*/ 552322 w 3332344"/>
                  <a:gd name="csY1" fmla="*/ 60 h 1782626"/>
                  <a:gd name="csX2" fmla="*/ 1871758 w 3332344"/>
                  <a:gd name="csY2" fmla="*/ 1571110 h 1782626"/>
                  <a:gd name="csX3" fmla="*/ 3332344 w 3332344"/>
                  <a:gd name="csY3" fmla="*/ 1773628 h 17826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332344" h="1782626">
                    <a:moveTo>
                      <a:pt x="0" y="1632479"/>
                    </a:moveTo>
                    <a:cubicBezTo>
                      <a:pt x="120181" y="821383"/>
                      <a:pt x="240362" y="10288"/>
                      <a:pt x="552322" y="60"/>
                    </a:cubicBezTo>
                    <a:cubicBezTo>
                      <a:pt x="864282" y="-10168"/>
                      <a:pt x="1408421" y="1275515"/>
                      <a:pt x="1871758" y="1571110"/>
                    </a:cubicBezTo>
                    <a:cubicBezTo>
                      <a:pt x="2335095" y="1866705"/>
                      <a:pt x="3096073" y="1762377"/>
                      <a:pt x="3332344" y="1773628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8D167FA8-4273-34D2-F1E7-5506249283D1}"/>
                  </a:ext>
                </a:extLst>
              </p:cNvPr>
              <p:cNvSpPr/>
              <p:nvPr/>
            </p:nvSpPr>
            <p:spPr>
              <a:xfrm>
                <a:off x="4563469" y="2080019"/>
                <a:ext cx="2104962" cy="1226371"/>
              </a:xfrm>
              <a:custGeom>
                <a:avLst/>
                <a:gdLst>
                  <a:gd name="csX0" fmla="*/ 0 w 3338481"/>
                  <a:gd name="csY0" fmla="*/ 1436038 h 1663103"/>
                  <a:gd name="csX1" fmla="*/ 853031 w 3338481"/>
                  <a:gd name="csY1" fmla="*/ 0 h 1663103"/>
                  <a:gd name="csX2" fmla="*/ 2233836 w 3338481"/>
                  <a:gd name="csY2" fmla="*/ 1436038 h 1663103"/>
                  <a:gd name="csX3" fmla="*/ 3338481 w 3338481"/>
                  <a:gd name="csY3" fmla="*/ 1663103 h 16631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338481" h="1663103">
                    <a:moveTo>
                      <a:pt x="0" y="1436038"/>
                    </a:moveTo>
                    <a:cubicBezTo>
                      <a:pt x="240362" y="718019"/>
                      <a:pt x="480725" y="0"/>
                      <a:pt x="853031" y="0"/>
                    </a:cubicBezTo>
                    <a:cubicBezTo>
                      <a:pt x="1225337" y="0"/>
                      <a:pt x="1819594" y="1158854"/>
                      <a:pt x="2233836" y="1436038"/>
                    </a:cubicBezTo>
                    <a:cubicBezTo>
                      <a:pt x="2648078" y="1713222"/>
                      <a:pt x="3138009" y="1652875"/>
                      <a:pt x="3338481" y="166310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F2DF74A2-3D3D-B07D-5C3A-B5D725812E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1127" y="2080019"/>
                <a:ext cx="53879" cy="122637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02B7CB14-25CB-F5F2-21CD-17D02A2D9482}"/>
              </a:ext>
            </a:extLst>
          </p:cNvPr>
          <p:cNvSpPr/>
          <p:nvPr/>
        </p:nvSpPr>
        <p:spPr>
          <a:xfrm>
            <a:off x="4050523" y="741978"/>
            <a:ext cx="1400061" cy="26785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latin typeface="helvetica" panose="020B0604020202020204" pitchFamily="34" charset="0"/>
                <a:cs typeface="helvetica" panose="020B0604020202020204" pitchFamily="34" charset="0"/>
              </a:rPr>
              <a:t>Radial Annuli</a:t>
            </a:r>
            <a:endParaRPr lang="zh-CN" altLang="en-US" sz="1403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5EB50234-9C39-CC00-A695-BED2262CBF6B}"/>
              </a:ext>
            </a:extLst>
          </p:cNvPr>
          <p:cNvSpPr/>
          <p:nvPr/>
        </p:nvSpPr>
        <p:spPr>
          <a:xfrm>
            <a:off x="7740690" y="697143"/>
            <a:ext cx="2319242" cy="259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latin typeface="helvetica" panose="020B0604020202020204" pitchFamily="34" charset="0"/>
                <a:cs typeface="helvetica" panose="020B0604020202020204" pitchFamily="34" charset="0"/>
              </a:rPr>
              <a:t>Displacement Trajecory</a:t>
            </a:r>
            <a:endParaRPr lang="zh-CN" altLang="en-US" sz="1403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3F9B5BD8-87BF-1FFB-B6F0-D35E3006ECBF}"/>
              </a:ext>
            </a:extLst>
          </p:cNvPr>
          <p:cNvSpPr/>
          <p:nvPr/>
        </p:nvSpPr>
        <p:spPr>
          <a:xfrm>
            <a:off x="7776414" y="3277957"/>
            <a:ext cx="2580978" cy="401569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44190C69-753B-A193-9D21-40E911D85B49}"/>
              </a:ext>
            </a:extLst>
          </p:cNvPr>
          <p:cNvSpPr/>
          <p:nvPr/>
        </p:nvSpPr>
        <p:spPr>
          <a:xfrm>
            <a:off x="137807" y="3231982"/>
            <a:ext cx="2358922" cy="409751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476D9C4F-A609-7702-0F2F-E25D389C5A08}"/>
              </a:ext>
            </a:extLst>
          </p:cNvPr>
          <p:cNvSpPr/>
          <p:nvPr/>
        </p:nvSpPr>
        <p:spPr>
          <a:xfrm>
            <a:off x="334421" y="5740192"/>
            <a:ext cx="1895238" cy="12959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231" name="组合 230">
            <a:extLst>
              <a:ext uri="{FF2B5EF4-FFF2-40B4-BE49-F238E27FC236}">
                <a16:creationId xmlns:a16="http://schemas.microsoft.com/office/drawing/2014/main" id="{65FCF4A7-3C5C-B8A9-96B8-E2F2B81AD1AA}"/>
              </a:ext>
            </a:extLst>
          </p:cNvPr>
          <p:cNvGrpSpPr/>
          <p:nvPr/>
        </p:nvGrpSpPr>
        <p:grpSpPr>
          <a:xfrm>
            <a:off x="818138" y="5913896"/>
            <a:ext cx="903826" cy="850980"/>
            <a:chOff x="1042480" y="4824661"/>
            <a:chExt cx="1553759" cy="1462913"/>
          </a:xfrm>
        </p:grpSpPr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C41040EA-BEFA-57B5-62AE-BC5CBC916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482" y="4824661"/>
              <a:ext cx="0" cy="14629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4B8C0F4-5A75-372C-996D-B44445B375BC}"/>
                </a:ext>
              </a:extLst>
            </p:cNvPr>
            <p:cNvCxnSpPr>
              <a:cxnSpLocks/>
            </p:cNvCxnSpPr>
            <p:nvPr/>
          </p:nvCxnSpPr>
          <p:spPr>
            <a:xfrm>
              <a:off x="1042482" y="6284598"/>
              <a:ext cx="155375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92351287-1584-EB36-E8DA-0911AE3815AD}"/>
                </a:ext>
              </a:extLst>
            </p:cNvPr>
            <p:cNvCxnSpPr>
              <a:cxnSpLocks/>
            </p:cNvCxnSpPr>
            <p:nvPr/>
          </p:nvCxnSpPr>
          <p:spPr>
            <a:xfrm>
              <a:off x="1042480" y="5642308"/>
              <a:ext cx="14769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AC9F11EF-C9E5-F018-F91D-987683E980BC}"/>
                </a:ext>
              </a:extLst>
            </p:cNvPr>
            <p:cNvSpPr/>
            <p:nvPr/>
          </p:nvSpPr>
          <p:spPr>
            <a:xfrm>
              <a:off x="1061723" y="5077691"/>
              <a:ext cx="1406472" cy="564446"/>
            </a:xfrm>
            <a:custGeom>
              <a:avLst/>
              <a:gdLst>
                <a:gd name="csX0" fmla="*/ 0 w 2190878"/>
                <a:gd name="csY0" fmla="*/ 727521 h 727521"/>
                <a:gd name="csX1" fmla="*/ 497090 w 2190878"/>
                <a:gd name="csY1" fmla="*/ 15639 h 727521"/>
                <a:gd name="csX2" fmla="*/ 816209 w 2190878"/>
                <a:gd name="csY2" fmla="*/ 254979 h 727521"/>
                <a:gd name="csX3" fmla="*/ 1000317 w 2190878"/>
                <a:gd name="csY3" fmla="*/ 482045 h 727521"/>
                <a:gd name="csX4" fmla="*/ 1184424 w 2190878"/>
                <a:gd name="csY4" fmla="*/ 598646 h 727521"/>
                <a:gd name="csX5" fmla="*/ 1423764 w 2190878"/>
                <a:gd name="csY5" fmla="*/ 653878 h 727521"/>
                <a:gd name="csX6" fmla="*/ 1687651 w 2190878"/>
                <a:gd name="csY6" fmla="*/ 684563 h 727521"/>
                <a:gd name="csX7" fmla="*/ 1902443 w 2190878"/>
                <a:gd name="csY7" fmla="*/ 702974 h 727521"/>
                <a:gd name="csX8" fmla="*/ 2190878 w 2190878"/>
                <a:gd name="csY8" fmla="*/ 715247 h 7275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190878" h="727521">
                  <a:moveTo>
                    <a:pt x="0" y="727521"/>
                  </a:moveTo>
                  <a:cubicBezTo>
                    <a:pt x="180527" y="410958"/>
                    <a:pt x="361055" y="94396"/>
                    <a:pt x="497090" y="15639"/>
                  </a:cubicBezTo>
                  <a:cubicBezTo>
                    <a:pt x="633125" y="-63118"/>
                    <a:pt x="732338" y="177245"/>
                    <a:pt x="816209" y="254979"/>
                  </a:cubicBezTo>
                  <a:cubicBezTo>
                    <a:pt x="900080" y="332713"/>
                    <a:pt x="938948" y="424767"/>
                    <a:pt x="1000317" y="482045"/>
                  </a:cubicBezTo>
                  <a:cubicBezTo>
                    <a:pt x="1061686" y="539323"/>
                    <a:pt x="1113849" y="570007"/>
                    <a:pt x="1184424" y="598646"/>
                  </a:cubicBezTo>
                  <a:cubicBezTo>
                    <a:pt x="1254999" y="627285"/>
                    <a:pt x="1339893" y="639559"/>
                    <a:pt x="1423764" y="653878"/>
                  </a:cubicBezTo>
                  <a:cubicBezTo>
                    <a:pt x="1507635" y="668197"/>
                    <a:pt x="1607871" y="676380"/>
                    <a:pt x="1687651" y="684563"/>
                  </a:cubicBezTo>
                  <a:cubicBezTo>
                    <a:pt x="1767431" y="692746"/>
                    <a:pt x="1818572" y="697860"/>
                    <a:pt x="1902443" y="702974"/>
                  </a:cubicBezTo>
                  <a:cubicBezTo>
                    <a:pt x="1986314" y="708088"/>
                    <a:pt x="2087573" y="730589"/>
                    <a:pt x="2190878" y="715247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id="{C5A890C7-B70C-2BC7-758D-FCEC2BE39DB1}"/>
                </a:ext>
              </a:extLst>
            </p:cNvPr>
            <p:cNvSpPr/>
            <p:nvPr/>
          </p:nvSpPr>
          <p:spPr>
            <a:xfrm flipV="1">
              <a:off x="1061723" y="5642137"/>
              <a:ext cx="1406472" cy="564446"/>
            </a:xfrm>
            <a:custGeom>
              <a:avLst/>
              <a:gdLst>
                <a:gd name="csX0" fmla="*/ 0 w 2190878"/>
                <a:gd name="csY0" fmla="*/ 727521 h 727521"/>
                <a:gd name="csX1" fmla="*/ 497090 w 2190878"/>
                <a:gd name="csY1" fmla="*/ 15639 h 727521"/>
                <a:gd name="csX2" fmla="*/ 816209 w 2190878"/>
                <a:gd name="csY2" fmla="*/ 254979 h 727521"/>
                <a:gd name="csX3" fmla="*/ 1000317 w 2190878"/>
                <a:gd name="csY3" fmla="*/ 482045 h 727521"/>
                <a:gd name="csX4" fmla="*/ 1184424 w 2190878"/>
                <a:gd name="csY4" fmla="*/ 598646 h 727521"/>
                <a:gd name="csX5" fmla="*/ 1423764 w 2190878"/>
                <a:gd name="csY5" fmla="*/ 653878 h 727521"/>
                <a:gd name="csX6" fmla="*/ 1687651 w 2190878"/>
                <a:gd name="csY6" fmla="*/ 684563 h 727521"/>
                <a:gd name="csX7" fmla="*/ 1902443 w 2190878"/>
                <a:gd name="csY7" fmla="*/ 702974 h 727521"/>
                <a:gd name="csX8" fmla="*/ 2190878 w 2190878"/>
                <a:gd name="csY8" fmla="*/ 715247 h 7275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190878" h="727521">
                  <a:moveTo>
                    <a:pt x="0" y="727521"/>
                  </a:moveTo>
                  <a:cubicBezTo>
                    <a:pt x="180527" y="410958"/>
                    <a:pt x="361055" y="94396"/>
                    <a:pt x="497090" y="15639"/>
                  </a:cubicBezTo>
                  <a:cubicBezTo>
                    <a:pt x="633125" y="-63118"/>
                    <a:pt x="732338" y="177245"/>
                    <a:pt x="816209" y="254979"/>
                  </a:cubicBezTo>
                  <a:cubicBezTo>
                    <a:pt x="900080" y="332713"/>
                    <a:pt x="938948" y="424767"/>
                    <a:pt x="1000317" y="482045"/>
                  </a:cubicBezTo>
                  <a:cubicBezTo>
                    <a:pt x="1061686" y="539323"/>
                    <a:pt x="1113849" y="570007"/>
                    <a:pt x="1184424" y="598646"/>
                  </a:cubicBezTo>
                  <a:cubicBezTo>
                    <a:pt x="1254999" y="627285"/>
                    <a:pt x="1339893" y="639559"/>
                    <a:pt x="1423764" y="653878"/>
                  </a:cubicBezTo>
                  <a:cubicBezTo>
                    <a:pt x="1507635" y="668197"/>
                    <a:pt x="1607871" y="676380"/>
                    <a:pt x="1687651" y="684563"/>
                  </a:cubicBezTo>
                  <a:cubicBezTo>
                    <a:pt x="1767431" y="692746"/>
                    <a:pt x="1818572" y="697860"/>
                    <a:pt x="1902443" y="702974"/>
                  </a:cubicBezTo>
                  <a:cubicBezTo>
                    <a:pt x="1986314" y="708088"/>
                    <a:pt x="2087573" y="730589"/>
                    <a:pt x="2190878" y="71524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</p:grpSp>
      <p:sp>
        <p:nvSpPr>
          <p:cNvPr id="240" name="矩形: 圆角 239">
            <a:extLst>
              <a:ext uri="{FF2B5EF4-FFF2-40B4-BE49-F238E27FC236}">
                <a16:creationId xmlns:a16="http://schemas.microsoft.com/office/drawing/2014/main" id="{82278414-AF12-C86D-88F7-30F9F4DD0343}"/>
              </a:ext>
            </a:extLst>
          </p:cNvPr>
          <p:cNvSpPr/>
          <p:nvPr/>
        </p:nvSpPr>
        <p:spPr>
          <a:xfrm>
            <a:off x="351002" y="3998317"/>
            <a:ext cx="1895238" cy="134195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87AA8D0-ED73-E937-A1DB-3CB9B77E9703}"/>
              </a:ext>
            </a:extLst>
          </p:cNvPr>
          <p:cNvGrpSpPr/>
          <p:nvPr/>
        </p:nvGrpSpPr>
        <p:grpSpPr>
          <a:xfrm>
            <a:off x="879587" y="4270297"/>
            <a:ext cx="806008" cy="753070"/>
            <a:chOff x="1359905" y="1024310"/>
            <a:chExt cx="1745537" cy="1885566"/>
          </a:xfrm>
        </p:grpSpPr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881D4988-E952-61CD-045E-2CA06FA3D5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9905" y="1024310"/>
              <a:ext cx="0" cy="18855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65D195B-EF44-EC18-33A6-CEB3318F2E08}"/>
                </a:ext>
              </a:extLst>
            </p:cNvPr>
            <p:cNvCxnSpPr>
              <a:cxnSpLocks/>
            </p:cNvCxnSpPr>
            <p:nvPr/>
          </p:nvCxnSpPr>
          <p:spPr>
            <a:xfrm>
              <a:off x="1359905" y="2906040"/>
              <a:ext cx="174553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688212DD-9CDE-0266-A07B-F012AC54CE17}"/>
                </a:ext>
              </a:extLst>
            </p:cNvPr>
            <p:cNvSpPr/>
            <p:nvPr/>
          </p:nvSpPr>
          <p:spPr>
            <a:xfrm>
              <a:off x="1574393" y="1575149"/>
              <a:ext cx="675060" cy="294570"/>
            </a:xfrm>
            <a:custGeom>
              <a:avLst/>
              <a:gdLst>
                <a:gd name="csX0" fmla="*/ 0 w 675060"/>
                <a:gd name="csY0" fmla="*/ 0 h 294571"/>
                <a:gd name="csX1" fmla="*/ 423447 w 675060"/>
                <a:gd name="csY1" fmla="*/ 49095 h 294571"/>
                <a:gd name="csX2" fmla="*/ 675060 w 675060"/>
                <a:gd name="csY2" fmla="*/ 294571 h 2945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75060" h="294571">
                  <a:moveTo>
                    <a:pt x="0" y="0"/>
                  </a:moveTo>
                  <a:cubicBezTo>
                    <a:pt x="155468" y="0"/>
                    <a:pt x="310937" y="0"/>
                    <a:pt x="423447" y="49095"/>
                  </a:cubicBezTo>
                  <a:cubicBezTo>
                    <a:pt x="535957" y="98190"/>
                    <a:pt x="635170" y="264909"/>
                    <a:pt x="675060" y="294571"/>
                  </a:cubicBezTo>
                </a:path>
              </a:pathLst>
            </a:cu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F1C60D1-36DA-743B-2796-2F4F61FA571F}"/>
                </a:ext>
              </a:extLst>
            </p:cNvPr>
            <p:cNvCxnSpPr>
              <a:cxnSpLocks/>
            </p:cNvCxnSpPr>
            <p:nvPr/>
          </p:nvCxnSpPr>
          <p:spPr>
            <a:xfrm>
              <a:off x="2192634" y="1808980"/>
              <a:ext cx="797799" cy="1012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1879912F-3AB5-C21C-F956-DD8B273FB539}"/>
                </a:ext>
              </a:extLst>
            </p:cNvPr>
            <p:cNvCxnSpPr>
              <a:stCxn id="39" idx="2"/>
            </p:cNvCxnSpPr>
            <p:nvPr/>
          </p:nvCxnSpPr>
          <p:spPr>
            <a:xfrm flipH="1" flipV="1">
              <a:off x="1752363" y="1248357"/>
              <a:ext cx="497090" cy="621362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F994DA87-4E1C-C60E-7CAB-D8F235760871}"/>
              </a:ext>
            </a:extLst>
          </p:cNvPr>
          <p:cNvSpPr/>
          <p:nvPr/>
        </p:nvSpPr>
        <p:spPr>
          <a:xfrm>
            <a:off x="631165" y="3321130"/>
            <a:ext cx="1382736" cy="4462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Parameter </a:t>
            </a:r>
          </a:p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Extraction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4539746-526D-DB2C-B265-1288777C0FFB}"/>
              </a:ext>
            </a:extLst>
          </p:cNvPr>
          <p:cNvSpPr/>
          <p:nvPr/>
        </p:nvSpPr>
        <p:spPr>
          <a:xfrm>
            <a:off x="2619336" y="4911518"/>
            <a:ext cx="484437" cy="35254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9EBDC63-FCF7-C075-4CB4-75CED2531BAE}"/>
              </a:ext>
            </a:extLst>
          </p:cNvPr>
          <p:cNvGrpSpPr/>
          <p:nvPr/>
        </p:nvGrpSpPr>
        <p:grpSpPr>
          <a:xfrm>
            <a:off x="631165" y="582036"/>
            <a:ext cx="1481207" cy="1792617"/>
            <a:chOff x="3754828" y="1151714"/>
            <a:chExt cx="1689038" cy="2359836"/>
          </a:xfrm>
        </p:grpSpPr>
        <p:sp>
          <p:nvSpPr>
            <p:cNvPr id="33" name="圆柱体 32">
              <a:extLst>
                <a:ext uri="{FF2B5EF4-FFF2-40B4-BE49-F238E27FC236}">
                  <a16:creationId xmlns:a16="http://schemas.microsoft.com/office/drawing/2014/main" id="{E5AFC15A-1A05-157A-8527-DAEEFA4AA8D5}"/>
                </a:ext>
              </a:extLst>
            </p:cNvPr>
            <p:cNvSpPr/>
            <p:nvPr/>
          </p:nvSpPr>
          <p:spPr>
            <a:xfrm>
              <a:off x="3754828" y="1151714"/>
              <a:ext cx="1689038" cy="2359836"/>
            </a:xfrm>
            <a:prstGeom prst="can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4D3E151A-99F3-805B-4B27-494FF68DE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54747" y="2082435"/>
              <a:ext cx="1289198" cy="1290635"/>
            </a:xfrm>
            <a:prstGeom prst="rect">
              <a:avLst/>
            </a:prstGeom>
          </p:spPr>
        </p:pic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D36E559F-09C5-3EDB-37B6-C7A3B00D5683}"/>
                </a:ext>
              </a:extLst>
            </p:cNvPr>
            <p:cNvSpPr/>
            <p:nvPr/>
          </p:nvSpPr>
          <p:spPr>
            <a:xfrm>
              <a:off x="3865985" y="1653315"/>
              <a:ext cx="1466723" cy="29064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3">
                  <a:latin typeface="helvetica" panose="020B0604020202020204" pitchFamily="34" charset="0"/>
                  <a:cs typeface="helvetica" panose="020B0604020202020204" pitchFamily="34" charset="0"/>
                </a:rPr>
                <a:t>FBDM Tiles</a:t>
              </a:r>
              <a:endParaRPr lang="zh-CN" altLang="en-US" sz="1403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53" name="箭头: 右 52">
            <a:extLst>
              <a:ext uri="{FF2B5EF4-FFF2-40B4-BE49-F238E27FC236}">
                <a16:creationId xmlns:a16="http://schemas.microsoft.com/office/drawing/2014/main" id="{EC552B8F-ECAF-06B8-0988-746D5573FFDF}"/>
              </a:ext>
            </a:extLst>
          </p:cNvPr>
          <p:cNvSpPr/>
          <p:nvPr/>
        </p:nvSpPr>
        <p:spPr>
          <a:xfrm rot="5400000">
            <a:off x="1106058" y="2891927"/>
            <a:ext cx="345320" cy="22289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266" name="矩形: 圆角 265">
            <a:extLst>
              <a:ext uri="{FF2B5EF4-FFF2-40B4-BE49-F238E27FC236}">
                <a16:creationId xmlns:a16="http://schemas.microsoft.com/office/drawing/2014/main" id="{F32D5E5A-F952-D117-D194-F775D778B3A7}"/>
              </a:ext>
            </a:extLst>
          </p:cNvPr>
          <p:cNvSpPr/>
          <p:nvPr/>
        </p:nvSpPr>
        <p:spPr>
          <a:xfrm>
            <a:off x="3219967" y="3196131"/>
            <a:ext cx="4056328" cy="409751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06656452-BC74-952E-7CF1-C1C438E496E2}"/>
              </a:ext>
            </a:extLst>
          </p:cNvPr>
          <p:cNvSpPr/>
          <p:nvPr/>
        </p:nvSpPr>
        <p:spPr>
          <a:xfrm>
            <a:off x="3524240" y="3683018"/>
            <a:ext cx="3633078" cy="1369025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B140241E-E0B8-FBFF-2D3F-908D2B50BF62}"/>
              </a:ext>
            </a:extLst>
          </p:cNvPr>
          <p:cNvGrpSpPr/>
          <p:nvPr/>
        </p:nvGrpSpPr>
        <p:grpSpPr>
          <a:xfrm>
            <a:off x="3706825" y="3761692"/>
            <a:ext cx="639315" cy="535289"/>
            <a:chOff x="4256046" y="2590141"/>
            <a:chExt cx="729019" cy="610396"/>
          </a:xfrm>
          <a:solidFill>
            <a:schemeClr val="bg2">
              <a:lumMod val="75000"/>
            </a:schemeClr>
          </a:solidFill>
        </p:grpSpPr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4CB9EE0A-597C-1C17-DF0D-879C6AF74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6047" y="2590141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A79CF3C2-8472-C1A3-046C-A32EB43A551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20556" y="2834785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id="{73998D7D-40A2-DE05-37A7-9D79DAB1967C}"/>
                </a:ext>
              </a:extLst>
            </p:cNvPr>
            <p:cNvSpPr/>
            <p:nvPr/>
          </p:nvSpPr>
          <p:spPr>
            <a:xfrm>
              <a:off x="4263905" y="2688030"/>
              <a:ext cx="587692" cy="506610"/>
            </a:xfrm>
            <a:custGeom>
              <a:avLst/>
              <a:gdLst>
                <a:gd name="csX0" fmla="*/ 0 w 785525"/>
                <a:gd name="csY0" fmla="*/ 0 h 851294"/>
                <a:gd name="csX1" fmla="*/ 337530 w 785525"/>
                <a:gd name="csY1" fmla="*/ 135012 h 851294"/>
                <a:gd name="csX2" fmla="*/ 546185 w 785525"/>
                <a:gd name="csY2" fmla="*/ 773251 h 851294"/>
                <a:gd name="csX3" fmla="*/ 785525 w 785525"/>
                <a:gd name="csY3" fmla="*/ 834620 h 8512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85525" h="851294">
                  <a:moveTo>
                    <a:pt x="0" y="0"/>
                  </a:moveTo>
                  <a:cubicBezTo>
                    <a:pt x="123249" y="3068"/>
                    <a:pt x="246499" y="6137"/>
                    <a:pt x="337530" y="135012"/>
                  </a:cubicBezTo>
                  <a:cubicBezTo>
                    <a:pt x="428561" y="263887"/>
                    <a:pt x="471519" y="656650"/>
                    <a:pt x="546185" y="773251"/>
                  </a:cubicBezTo>
                  <a:cubicBezTo>
                    <a:pt x="620851" y="889852"/>
                    <a:pt x="721088" y="843825"/>
                    <a:pt x="785525" y="83462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</p:grpSp>
      <p:sp>
        <p:nvSpPr>
          <p:cNvPr id="122" name="矩形: 圆角 121">
            <a:extLst>
              <a:ext uri="{FF2B5EF4-FFF2-40B4-BE49-F238E27FC236}">
                <a16:creationId xmlns:a16="http://schemas.microsoft.com/office/drawing/2014/main" id="{B33B7B0E-97E5-2ACD-3BFA-D1129D6D0384}"/>
              </a:ext>
            </a:extLst>
          </p:cNvPr>
          <p:cNvSpPr/>
          <p:nvPr/>
        </p:nvSpPr>
        <p:spPr>
          <a:xfrm>
            <a:off x="4326532" y="3577906"/>
            <a:ext cx="2134848" cy="2134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Synthetic Experiment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E1AC4281-97FC-4AB6-1B8A-E4419DBEBDE9}"/>
              </a:ext>
            </a:extLst>
          </p:cNvPr>
          <p:cNvSpPr/>
          <p:nvPr/>
        </p:nvSpPr>
        <p:spPr>
          <a:xfrm>
            <a:off x="4646174" y="3991261"/>
            <a:ext cx="1316630" cy="932583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188E1ECF-2189-D06E-CDD8-5F89946281E1}"/>
              </a:ext>
            </a:extLst>
          </p:cNvPr>
          <p:cNvSpPr/>
          <p:nvPr/>
        </p:nvSpPr>
        <p:spPr>
          <a:xfrm>
            <a:off x="4828761" y="4029336"/>
            <a:ext cx="1007553" cy="2140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PDE Model</a:t>
            </a:r>
            <a:endParaRPr lang="zh-CN" altLang="en-US" sz="120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47074733-26D3-B905-43E1-90868D5D215E}"/>
              </a:ext>
            </a:extLst>
          </p:cNvPr>
          <p:cNvGrpSpPr/>
          <p:nvPr/>
        </p:nvGrpSpPr>
        <p:grpSpPr>
          <a:xfrm>
            <a:off x="3706825" y="4430063"/>
            <a:ext cx="639315" cy="535289"/>
            <a:chOff x="4297036" y="3343099"/>
            <a:chExt cx="729019" cy="610396"/>
          </a:xfrm>
          <a:solidFill>
            <a:schemeClr val="bg2">
              <a:lumMod val="75000"/>
            </a:schemeClr>
          </a:solidFill>
        </p:grpSpPr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D0B9E06-7421-8600-EC39-2811E0ECC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7036" y="3343099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203402A1-6F38-BC41-A828-6C7353561F7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61546" y="3587744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7D48AEC8-51A7-0677-A401-C75EBF73DA3E}"/>
                </a:ext>
              </a:extLst>
            </p:cNvPr>
            <p:cNvCxnSpPr>
              <a:cxnSpLocks/>
            </p:cNvCxnSpPr>
            <p:nvPr/>
          </p:nvCxnSpPr>
          <p:spPr>
            <a:xfrm>
              <a:off x="4297720" y="3660724"/>
              <a:ext cx="634016" cy="0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1A79356C-5D0A-0F32-D624-3009074ACC0C}"/>
              </a:ext>
            </a:extLst>
          </p:cNvPr>
          <p:cNvGrpSpPr/>
          <p:nvPr/>
        </p:nvGrpSpPr>
        <p:grpSpPr>
          <a:xfrm>
            <a:off x="6418522" y="4147378"/>
            <a:ext cx="709301" cy="535289"/>
            <a:chOff x="8362227" y="3291115"/>
            <a:chExt cx="808824" cy="610396"/>
          </a:xfrm>
          <a:solidFill>
            <a:schemeClr val="bg2">
              <a:lumMod val="75000"/>
            </a:schemeClr>
          </a:solidFill>
        </p:grpSpPr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108C423C-F810-E23B-0839-A7F13C4D39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2227" y="3291115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8DCB4CAD-0532-FAF0-746F-6221A100C7C6}"/>
                </a:ext>
              </a:extLst>
            </p:cNvPr>
            <p:cNvCxnSpPr>
              <a:cxnSpLocks/>
            </p:cNvCxnSpPr>
            <p:nvPr/>
          </p:nvCxnSpPr>
          <p:spPr>
            <a:xfrm>
              <a:off x="8362227" y="3900268"/>
              <a:ext cx="808824" cy="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4F061B82-F345-5277-8689-939336253215}"/>
                </a:ext>
              </a:extLst>
            </p:cNvPr>
            <p:cNvSpPr/>
            <p:nvPr/>
          </p:nvSpPr>
          <p:spPr>
            <a:xfrm>
              <a:off x="8447866" y="3434337"/>
              <a:ext cx="130313" cy="465931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FE1ACC5F-8D7B-1F31-F72B-45CC15812EC3}"/>
                </a:ext>
              </a:extLst>
            </p:cNvPr>
            <p:cNvSpPr/>
            <p:nvPr/>
          </p:nvSpPr>
          <p:spPr>
            <a:xfrm>
              <a:off x="8639553" y="3584071"/>
              <a:ext cx="130313" cy="311794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9934FE34-B0C5-79E8-E34F-FEC25A1E03DA}"/>
                </a:ext>
              </a:extLst>
            </p:cNvPr>
            <p:cNvSpPr/>
            <p:nvPr/>
          </p:nvSpPr>
          <p:spPr>
            <a:xfrm>
              <a:off x="8847840" y="3618124"/>
              <a:ext cx="130313" cy="282145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</p:grp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778EA9A5-B407-7AF6-8CF9-8EB7637FEF73}"/>
              </a:ext>
            </a:extLst>
          </p:cNvPr>
          <p:cNvSpPr/>
          <p:nvPr/>
        </p:nvSpPr>
        <p:spPr>
          <a:xfrm>
            <a:off x="8316412" y="3426772"/>
            <a:ext cx="1675974" cy="4237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Cross-scale Generalization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A9B3CC26-3875-B33B-E4D5-1AA727E13830}"/>
              </a:ext>
            </a:extLst>
          </p:cNvPr>
          <p:cNvSpPr/>
          <p:nvPr/>
        </p:nvSpPr>
        <p:spPr>
          <a:xfrm>
            <a:off x="3450357" y="5340269"/>
            <a:ext cx="3575375" cy="1822053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15B21C70-90A7-F41C-045B-35CEE4B3133E}"/>
              </a:ext>
            </a:extLst>
          </p:cNvPr>
          <p:cNvSpPr/>
          <p:nvPr/>
        </p:nvSpPr>
        <p:spPr>
          <a:xfrm>
            <a:off x="4559309" y="5111036"/>
            <a:ext cx="1532697" cy="4584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Counterfactual </a:t>
            </a:r>
          </a:p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Experiments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821DFD5E-8E2A-BC34-592A-050821D1E4F2}"/>
              </a:ext>
            </a:extLst>
          </p:cNvPr>
          <p:cNvGrpSpPr/>
          <p:nvPr/>
        </p:nvGrpSpPr>
        <p:grpSpPr>
          <a:xfrm>
            <a:off x="4176982" y="6720022"/>
            <a:ext cx="450294" cy="372966"/>
            <a:chOff x="4549255" y="2166115"/>
            <a:chExt cx="729019" cy="610396"/>
          </a:xfrm>
          <a:solidFill>
            <a:schemeClr val="bg2">
              <a:lumMod val="75000"/>
            </a:schemeClr>
          </a:solidFill>
        </p:grpSpPr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A80DC001-0CEF-8CCB-1E8A-A4A9EA935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255" y="2166115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BEA61233-79EE-4AC3-BA8D-9E979B38397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913765" y="2410760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2A54ADB5-0555-B927-5F16-E4E131A8555C}"/>
                </a:ext>
              </a:extLst>
            </p:cNvPr>
            <p:cNvCxnSpPr>
              <a:cxnSpLocks/>
            </p:cNvCxnSpPr>
            <p:nvPr/>
          </p:nvCxnSpPr>
          <p:spPr>
            <a:xfrm>
              <a:off x="4549255" y="2516454"/>
              <a:ext cx="634016" cy="0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8EB1B8BE-6AE7-AB5A-F276-AB65E1E5357A}"/>
              </a:ext>
            </a:extLst>
          </p:cNvPr>
          <p:cNvGrpSpPr/>
          <p:nvPr/>
        </p:nvGrpSpPr>
        <p:grpSpPr>
          <a:xfrm>
            <a:off x="5881006" y="5757570"/>
            <a:ext cx="642623" cy="1320083"/>
            <a:chOff x="6455487" y="5054057"/>
            <a:chExt cx="732791" cy="1505307"/>
          </a:xfrm>
          <a:solidFill>
            <a:schemeClr val="bg2">
              <a:lumMod val="75000"/>
            </a:schemeClr>
          </a:solidFill>
        </p:grpSpPr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207CBFE1-8B01-57EA-5AC2-A4BD520A2D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9259" y="5054057"/>
              <a:ext cx="0" cy="610396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AEA6ECAB-3847-D49C-E6B0-7E81ADA8941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823768" y="5298701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任意多边形: 形状 168">
              <a:extLst>
                <a:ext uri="{FF2B5EF4-FFF2-40B4-BE49-F238E27FC236}">
                  <a16:creationId xmlns:a16="http://schemas.microsoft.com/office/drawing/2014/main" id="{3716B9D3-F941-E613-B733-8BB78302F315}"/>
                </a:ext>
              </a:extLst>
            </p:cNvPr>
            <p:cNvSpPr/>
            <p:nvPr/>
          </p:nvSpPr>
          <p:spPr>
            <a:xfrm>
              <a:off x="6455487" y="5190142"/>
              <a:ext cx="552322" cy="462151"/>
            </a:xfrm>
            <a:custGeom>
              <a:avLst/>
              <a:gdLst>
                <a:gd name="csX0" fmla="*/ 0 w 552322"/>
                <a:gd name="csY0" fmla="*/ 462151 h 462151"/>
                <a:gd name="csX1" fmla="*/ 177970 w 552322"/>
                <a:gd name="csY1" fmla="*/ 1882 h 462151"/>
                <a:gd name="csX2" fmla="*/ 362078 w 552322"/>
                <a:gd name="csY2" fmla="*/ 302591 h 462151"/>
                <a:gd name="csX3" fmla="*/ 552322 w 552322"/>
                <a:gd name="csY3" fmla="*/ 388508 h 462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322" h="462151">
                  <a:moveTo>
                    <a:pt x="0" y="462151"/>
                  </a:moveTo>
                  <a:cubicBezTo>
                    <a:pt x="58812" y="245313"/>
                    <a:pt x="117624" y="28475"/>
                    <a:pt x="177970" y="1882"/>
                  </a:cubicBezTo>
                  <a:cubicBezTo>
                    <a:pt x="238316" y="-24711"/>
                    <a:pt x="299686" y="238153"/>
                    <a:pt x="362078" y="302591"/>
                  </a:cubicBezTo>
                  <a:cubicBezTo>
                    <a:pt x="424470" y="367029"/>
                    <a:pt x="488396" y="377768"/>
                    <a:pt x="552322" y="388508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066093A2-26D1-F05A-EB28-D858CF717DC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823769" y="6194854"/>
              <a:ext cx="0" cy="729019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任意多边形: 形状 170">
              <a:extLst>
                <a:ext uri="{FF2B5EF4-FFF2-40B4-BE49-F238E27FC236}">
                  <a16:creationId xmlns:a16="http://schemas.microsoft.com/office/drawing/2014/main" id="{BAAEBE17-8B3D-30D2-370E-31B56725BCE7}"/>
                </a:ext>
              </a:extLst>
            </p:cNvPr>
            <p:cNvSpPr/>
            <p:nvPr/>
          </p:nvSpPr>
          <p:spPr>
            <a:xfrm>
              <a:off x="6512713" y="6033208"/>
              <a:ext cx="552322" cy="462151"/>
            </a:xfrm>
            <a:custGeom>
              <a:avLst/>
              <a:gdLst>
                <a:gd name="csX0" fmla="*/ 0 w 552322"/>
                <a:gd name="csY0" fmla="*/ 462151 h 462151"/>
                <a:gd name="csX1" fmla="*/ 177970 w 552322"/>
                <a:gd name="csY1" fmla="*/ 1882 h 462151"/>
                <a:gd name="csX2" fmla="*/ 362078 w 552322"/>
                <a:gd name="csY2" fmla="*/ 302591 h 462151"/>
                <a:gd name="csX3" fmla="*/ 552322 w 552322"/>
                <a:gd name="csY3" fmla="*/ 388508 h 4621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52322" h="462151">
                  <a:moveTo>
                    <a:pt x="0" y="462151"/>
                  </a:moveTo>
                  <a:cubicBezTo>
                    <a:pt x="58812" y="245313"/>
                    <a:pt x="117624" y="28475"/>
                    <a:pt x="177970" y="1882"/>
                  </a:cubicBezTo>
                  <a:cubicBezTo>
                    <a:pt x="238316" y="-24711"/>
                    <a:pt x="299686" y="238153"/>
                    <a:pt x="362078" y="302591"/>
                  </a:cubicBezTo>
                  <a:cubicBezTo>
                    <a:pt x="424470" y="367029"/>
                    <a:pt x="488396" y="377768"/>
                    <a:pt x="552322" y="388508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3">
                <a:solidFill>
                  <a:srgbClr val="C00000"/>
                </a:solidFill>
              </a:endParaRPr>
            </a:p>
          </p:txBody>
        </p: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A5776100-E053-9EB3-6113-419EABA6D0B5}"/>
                </a:ext>
              </a:extLst>
            </p:cNvPr>
            <p:cNvGrpSpPr/>
            <p:nvPr/>
          </p:nvGrpSpPr>
          <p:grpSpPr>
            <a:xfrm rot="5400000">
              <a:off x="6881927" y="5869721"/>
              <a:ext cx="260700" cy="184518"/>
              <a:chOff x="5584591" y="3492017"/>
              <a:chExt cx="935880" cy="926560"/>
            </a:xfrm>
            <a:grpFill/>
          </p:grpSpPr>
          <p:cxnSp>
            <p:nvCxnSpPr>
              <p:cNvPr id="173" name="连接符: 曲线 172">
                <a:extLst>
                  <a:ext uri="{FF2B5EF4-FFF2-40B4-BE49-F238E27FC236}">
                    <a16:creationId xmlns:a16="http://schemas.microsoft.com/office/drawing/2014/main" id="{A0BE47FE-413C-F199-2011-028159ADAB2D}"/>
                  </a:ext>
                </a:extLst>
              </p:cNvPr>
              <p:cNvCxnSpPr/>
              <p:nvPr/>
            </p:nvCxnSpPr>
            <p:spPr>
              <a:xfrm>
                <a:off x="5584591" y="3504177"/>
                <a:ext cx="914400" cy="914400"/>
              </a:xfrm>
              <a:prstGeom prst="curvedConnector3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连接符: 曲线 173">
                <a:extLst>
                  <a:ext uri="{FF2B5EF4-FFF2-40B4-BE49-F238E27FC236}">
                    <a16:creationId xmlns:a16="http://schemas.microsoft.com/office/drawing/2014/main" id="{46DDD257-A2B9-DF7E-500A-326CBC2703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06071" y="3492017"/>
                <a:ext cx="914400" cy="914400"/>
              </a:xfrm>
              <a:prstGeom prst="curvedConnector3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18D8D1F7-0EC6-F363-CA75-F7EFCC66641E}"/>
              </a:ext>
            </a:extLst>
          </p:cNvPr>
          <p:cNvGrpSpPr/>
          <p:nvPr/>
        </p:nvGrpSpPr>
        <p:grpSpPr>
          <a:xfrm>
            <a:off x="4125325" y="5834489"/>
            <a:ext cx="688652" cy="578541"/>
            <a:chOff x="4921300" y="5054876"/>
            <a:chExt cx="785278" cy="659717"/>
          </a:xfrm>
          <a:solidFill>
            <a:schemeClr val="bg2">
              <a:lumMod val="75000"/>
            </a:schemeClr>
          </a:solidFill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7EA1E9C5-3E7E-D3AE-3EE5-8EA5F54EBE19}"/>
                </a:ext>
              </a:extLst>
            </p:cNvPr>
            <p:cNvGrpSpPr/>
            <p:nvPr/>
          </p:nvGrpSpPr>
          <p:grpSpPr>
            <a:xfrm>
              <a:off x="4921300" y="5104197"/>
              <a:ext cx="732790" cy="610396"/>
              <a:chOff x="3117552" y="2151101"/>
              <a:chExt cx="732790" cy="610396"/>
            </a:xfrm>
            <a:grpFill/>
          </p:grpSpPr>
          <p:cxnSp>
            <p:nvCxnSpPr>
              <p:cNvPr id="163" name="直接箭头连接符 162">
                <a:extLst>
                  <a:ext uri="{FF2B5EF4-FFF2-40B4-BE49-F238E27FC236}">
                    <a16:creationId xmlns:a16="http://schemas.microsoft.com/office/drawing/2014/main" id="{9A058A16-F291-79A8-0431-F7FAE073E4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1324" y="2151101"/>
                <a:ext cx="0" cy="610396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箭头连接符 163">
                <a:extLst>
                  <a:ext uri="{FF2B5EF4-FFF2-40B4-BE49-F238E27FC236}">
                    <a16:creationId xmlns:a16="http://schemas.microsoft.com/office/drawing/2014/main" id="{12AD5096-84A4-3131-A7F9-8FC0482A08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3485833" y="2395745"/>
                <a:ext cx="0" cy="729019"/>
              </a:xfrm>
              <a:prstGeom prst="straightConnector1">
                <a:avLst/>
              </a:prstGeom>
              <a:grpFill/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任意多边形: 形状 164">
                <a:extLst>
                  <a:ext uri="{FF2B5EF4-FFF2-40B4-BE49-F238E27FC236}">
                    <a16:creationId xmlns:a16="http://schemas.microsoft.com/office/drawing/2014/main" id="{CBC28B1D-41BC-1121-A5E1-0D273D995D11}"/>
                  </a:ext>
                </a:extLst>
              </p:cNvPr>
              <p:cNvSpPr/>
              <p:nvPr/>
            </p:nvSpPr>
            <p:spPr>
              <a:xfrm>
                <a:off x="3117552" y="2287186"/>
                <a:ext cx="552322" cy="462151"/>
              </a:xfrm>
              <a:custGeom>
                <a:avLst/>
                <a:gdLst>
                  <a:gd name="csX0" fmla="*/ 0 w 552322"/>
                  <a:gd name="csY0" fmla="*/ 462151 h 462151"/>
                  <a:gd name="csX1" fmla="*/ 177970 w 552322"/>
                  <a:gd name="csY1" fmla="*/ 1882 h 462151"/>
                  <a:gd name="csX2" fmla="*/ 362078 w 552322"/>
                  <a:gd name="csY2" fmla="*/ 302591 h 462151"/>
                  <a:gd name="csX3" fmla="*/ 552322 w 552322"/>
                  <a:gd name="csY3" fmla="*/ 388508 h 4621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52322" h="462151">
                    <a:moveTo>
                      <a:pt x="0" y="462151"/>
                    </a:moveTo>
                    <a:cubicBezTo>
                      <a:pt x="58812" y="245313"/>
                      <a:pt x="117624" y="28475"/>
                      <a:pt x="177970" y="1882"/>
                    </a:cubicBezTo>
                    <a:cubicBezTo>
                      <a:pt x="238316" y="-24711"/>
                      <a:pt x="299686" y="238153"/>
                      <a:pt x="362078" y="302591"/>
                    </a:cubicBezTo>
                    <a:cubicBezTo>
                      <a:pt x="424470" y="367029"/>
                      <a:pt x="488396" y="377768"/>
                      <a:pt x="552322" y="388508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</p:grpSp>
        <p:cxnSp>
          <p:nvCxnSpPr>
            <p:cNvPr id="190" name="连接符: 曲线 189">
              <a:extLst>
                <a:ext uri="{FF2B5EF4-FFF2-40B4-BE49-F238E27FC236}">
                  <a16:creationId xmlns:a16="http://schemas.microsoft.com/office/drawing/2014/main" id="{3695BA40-405B-1B2F-9FA6-6FD1BD4E3AF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237920" y="5074959"/>
              <a:ext cx="488742" cy="448575"/>
            </a:xfrm>
            <a:prstGeom prst="curvedConnector3">
              <a:avLst>
                <a:gd name="adj1" fmla="val 50000"/>
              </a:avLst>
            </a:prstGeom>
            <a:grpFill/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1" name="乘号 200">
              <a:extLst>
                <a:ext uri="{FF2B5EF4-FFF2-40B4-BE49-F238E27FC236}">
                  <a16:creationId xmlns:a16="http://schemas.microsoft.com/office/drawing/2014/main" id="{9A6723C8-D5DD-3C8A-AC31-E5DC46F6DC8F}"/>
                </a:ext>
              </a:extLst>
            </p:cNvPr>
            <p:cNvSpPr/>
            <p:nvPr/>
          </p:nvSpPr>
          <p:spPr>
            <a:xfrm>
              <a:off x="5375993" y="5149617"/>
              <a:ext cx="255578" cy="323794"/>
            </a:xfrm>
            <a:prstGeom prst="mathMultiply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3"/>
            </a:p>
          </p:txBody>
        </p:sp>
      </p:grpSp>
      <p:sp>
        <p:nvSpPr>
          <p:cNvPr id="202" name="文本框 201">
            <a:extLst>
              <a:ext uri="{FF2B5EF4-FFF2-40B4-BE49-F238E27FC236}">
                <a16:creationId xmlns:a16="http://schemas.microsoft.com/office/drawing/2014/main" id="{22CC82E6-1ED7-10FC-340F-6C8DC04817E3}"/>
              </a:ext>
            </a:extLst>
          </p:cNvPr>
          <p:cNvSpPr txBox="1"/>
          <p:nvPr/>
        </p:nvSpPr>
        <p:spPr>
          <a:xfrm>
            <a:off x="3651288" y="5811621"/>
            <a:ext cx="333760" cy="2769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helvetica" panose="020B0604020202020204" pitchFamily="34" charset="0"/>
                <a:cs typeface="helvetica" panose="020B0604020202020204" pitchFamily="34" charset="0"/>
              </a:rPr>
              <a:t>(i)</a:t>
            </a:r>
            <a:endParaRPr lang="zh-CN" altLang="en-US"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883136AD-3B72-043E-D676-DD34A1F178E5}"/>
              </a:ext>
            </a:extLst>
          </p:cNvPr>
          <p:cNvSpPr txBox="1"/>
          <p:nvPr/>
        </p:nvSpPr>
        <p:spPr>
          <a:xfrm>
            <a:off x="3651288" y="6679006"/>
            <a:ext cx="333760" cy="30822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(ii)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E53CD825-6B2F-CB80-E612-AD79BC28195E}"/>
              </a:ext>
            </a:extLst>
          </p:cNvPr>
          <p:cNvSpPr txBox="1"/>
          <p:nvPr/>
        </p:nvSpPr>
        <p:spPr>
          <a:xfrm>
            <a:off x="5300082" y="5748298"/>
            <a:ext cx="416133" cy="30822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helvetica" panose="020B0604020202020204" pitchFamily="34" charset="0"/>
                <a:cs typeface="helvetica" panose="020B0604020202020204" pitchFamily="34" charset="0"/>
              </a:rPr>
              <a:t>(iii)</a:t>
            </a:r>
            <a:endParaRPr lang="zh-CN" alt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4192AD5E-C45C-C916-5286-36CE4AC7AD24}"/>
              </a:ext>
            </a:extLst>
          </p:cNvPr>
          <p:cNvSpPr/>
          <p:nvPr/>
        </p:nvSpPr>
        <p:spPr>
          <a:xfrm>
            <a:off x="4646174" y="3246884"/>
            <a:ext cx="1340574" cy="2241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3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Validation</a:t>
            </a:r>
            <a:endParaRPr lang="zh-CN" altLang="en-US" sz="1403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70" name="图形 269">
            <a:extLst>
              <a:ext uri="{FF2B5EF4-FFF2-40B4-BE49-F238E27FC236}">
                <a16:creationId xmlns:a16="http://schemas.microsoft.com/office/drawing/2014/main" id="{824B91E5-60AC-B0AC-6DCC-5D6349C6F5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3942" y="4286575"/>
            <a:ext cx="599749" cy="597576"/>
          </a:xfrm>
          <a:prstGeom prst="rect">
            <a:avLst/>
          </a:prstGeom>
        </p:spPr>
      </p:pic>
      <p:sp>
        <p:nvSpPr>
          <p:cNvPr id="54" name="箭头: 右 53">
            <a:extLst>
              <a:ext uri="{FF2B5EF4-FFF2-40B4-BE49-F238E27FC236}">
                <a16:creationId xmlns:a16="http://schemas.microsoft.com/office/drawing/2014/main" id="{CE8D8F35-D17C-6837-8D27-AC27614E7793}"/>
              </a:ext>
            </a:extLst>
          </p:cNvPr>
          <p:cNvSpPr/>
          <p:nvPr/>
        </p:nvSpPr>
        <p:spPr>
          <a:xfrm>
            <a:off x="4335826" y="4382280"/>
            <a:ext cx="260378" cy="2152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3031F174-EF5E-155F-A7E8-06B7EEC929D5}"/>
              </a:ext>
            </a:extLst>
          </p:cNvPr>
          <p:cNvSpPr/>
          <p:nvPr/>
        </p:nvSpPr>
        <p:spPr>
          <a:xfrm>
            <a:off x="6066518" y="4382172"/>
            <a:ext cx="260378" cy="21529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5E1FA52-809F-28AC-E98C-114D47B4F605}"/>
                  </a:ext>
                </a:extLst>
              </p:cNvPr>
              <p:cNvSpPr txBox="1"/>
              <p:nvPr/>
            </p:nvSpPr>
            <p:spPr>
              <a:xfrm>
                <a:off x="8600491" y="1995053"/>
                <a:ext cx="310456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5E1FA52-809F-28AC-E98C-114D47B4F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491" y="1995053"/>
                <a:ext cx="310456" cy="3082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AFBD933-2081-6AAF-8205-4E84E2B28417}"/>
                  </a:ext>
                </a:extLst>
              </p:cNvPr>
              <p:cNvSpPr txBox="1"/>
              <p:nvPr/>
            </p:nvSpPr>
            <p:spPr>
              <a:xfrm>
                <a:off x="7758311" y="1184205"/>
                <a:ext cx="508697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zh-CN" altLang="en-US" sz="140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403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AAFBD933-2081-6AAF-8205-4E84E2B28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311" y="1184205"/>
                <a:ext cx="508697" cy="3082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44D7EBB9-C52C-1B1D-621C-B8375BD4E465}"/>
                  </a:ext>
                </a:extLst>
              </p:cNvPr>
              <p:cNvSpPr txBox="1"/>
              <p:nvPr/>
            </p:nvSpPr>
            <p:spPr>
              <a:xfrm>
                <a:off x="969498" y="5033558"/>
                <a:ext cx="566175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403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403">
                              <a:latin typeface="Cambria Math" panose="02040503050406030204" pitchFamily="18" charset="0"/>
                            </a:rPr>
                            <m:t>lo</m:t>
                          </m:r>
                          <m:r>
                            <m:rPr>
                              <m:sty m:val="p"/>
                            </m:rPr>
                            <a:rPr lang="zh-CN" altLang="en-US" sz="1403">
                              <a:latin typeface="Cambria Math" panose="02040503050406030204" pitchFamily="18" charset="0"/>
                            </a:rPr>
                            <m:t>g</m:t>
                          </m:r>
                        </m:fName>
                        <m:e>
                          <m:sSup>
                            <m:sSupPr>
                              <m:ctrlPr>
                                <a:rPr lang="zh-CN" altLang="en-US" sz="1403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403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1403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44D7EBB9-C52C-1B1D-621C-B8375BD4E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98" y="5033558"/>
                <a:ext cx="566175" cy="308226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8BBACE55-7993-BBF3-BF93-D3EAE3A8EA75}"/>
                  </a:ext>
                </a:extLst>
              </p:cNvPr>
              <p:cNvSpPr txBox="1"/>
              <p:nvPr/>
            </p:nvSpPr>
            <p:spPr>
              <a:xfrm>
                <a:off x="378968" y="4296162"/>
                <a:ext cx="566175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1403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403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r>
                            <m:rPr>
                              <m:sty m:val="p"/>
                            </m:rPr>
                            <a:rPr lang="zh-CN" altLang="en-US" sz="1403">
                              <a:latin typeface="Cambria Math" panose="02040503050406030204" pitchFamily="18" charset="0"/>
                            </a:rPr>
                            <m:t>g</m:t>
                          </m:r>
                        </m:fName>
                        <m:e>
                          <m:r>
                            <a:rPr lang="zh-CN" altLang="en-US" sz="1403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func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8BBACE55-7993-BBF3-BF93-D3EAE3A8E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68" y="4296162"/>
                <a:ext cx="566175" cy="308226"/>
              </a:xfrm>
              <a:prstGeom prst="rect">
                <a:avLst/>
              </a:prstGeom>
              <a:blipFill>
                <a:blip r:embed="rId12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A3599D4D-2558-CEDA-EE6F-03D0E7B4AB25}"/>
                  </a:ext>
                </a:extLst>
              </p:cNvPr>
              <p:cNvSpPr txBox="1"/>
              <p:nvPr/>
            </p:nvSpPr>
            <p:spPr>
              <a:xfrm>
                <a:off x="1249823" y="4331116"/>
                <a:ext cx="358588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A3599D4D-2558-CEDA-EE6F-03D0E7B4A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823" y="4331116"/>
                <a:ext cx="358588" cy="30822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0255A24-4A6F-BCCC-58E8-28CFB7640ADC}"/>
                  </a:ext>
                </a:extLst>
              </p:cNvPr>
              <p:cNvSpPr txBox="1"/>
              <p:nvPr/>
            </p:nvSpPr>
            <p:spPr>
              <a:xfrm>
                <a:off x="945348" y="6725622"/>
                <a:ext cx="358589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0255A24-4A6F-BCCC-58E8-28CFB7640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348" y="6725622"/>
                <a:ext cx="358589" cy="30822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35A6BA4-F881-2E07-9D37-76EF9F34B0E3}"/>
                  </a:ext>
                </a:extLst>
              </p:cNvPr>
              <p:cNvSpPr txBox="1"/>
              <p:nvPr/>
            </p:nvSpPr>
            <p:spPr>
              <a:xfrm>
                <a:off x="498579" y="5918930"/>
                <a:ext cx="289768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3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CN" altLang="en-US" sz="1403"/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35A6BA4-F881-2E07-9D37-76EF9F34B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79" y="5918930"/>
                <a:ext cx="289768" cy="30822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66644932-5D92-6494-393E-C6F3D4B02B67}"/>
              </a:ext>
            </a:extLst>
          </p:cNvPr>
          <p:cNvGrpSpPr/>
          <p:nvPr/>
        </p:nvGrpSpPr>
        <p:grpSpPr>
          <a:xfrm>
            <a:off x="8041423" y="5498842"/>
            <a:ext cx="1832251" cy="1764048"/>
            <a:chOff x="9081967" y="4838463"/>
            <a:chExt cx="2089337" cy="2011564"/>
          </a:xfrm>
        </p:grpSpPr>
        <p:grpSp>
          <p:nvGrpSpPr>
            <p:cNvPr id="220" name="组合 219">
              <a:extLst>
                <a:ext uri="{FF2B5EF4-FFF2-40B4-BE49-F238E27FC236}">
                  <a16:creationId xmlns:a16="http://schemas.microsoft.com/office/drawing/2014/main" id="{BEE2D9E2-9E5F-240B-5A07-B7B76C2394CD}"/>
                </a:ext>
              </a:extLst>
            </p:cNvPr>
            <p:cNvGrpSpPr/>
            <p:nvPr/>
          </p:nvGrpSpPr>
          <p:grpSpPr>
            <a:xfrm>
              <a:off x="9768145" y="5037130"/>
              <a:ext cx="1403159" cy="1293502"/>
              <a:chOff x="9112298" y="4666068"/>
              <a:chExt cx="1871385" cy="1725137"/>
            </a:xfrm>
          </p:grpSpPr>
          <p:grpSp>
            <p:nvGrpSpPr>
              <p:cNvPr id="212" name="组合 211">
                <a:extLst>
                  <a:ext uri="{FF2B5EF4-FFF2-40B4-BE49-F238E27FC236}">
                    <a16:creationId xmlns:a16="http://schemas.microsoft.com/office/drawing/2014/main" id="{449842C5-E910-8903-836D-7183BCE47CA3}"/>
                  </a:ext>
                </a:extLst>
              </p:cNvPr>
              <p:cNvGrpSpPr/>
              <p:nvPr/>
            </p:nvGrpSpPr>
            <p:grpSpPr>
              <a:xfrm>
                <a:off x="9112298" y="4666068"/>
                <a:ext cx="1854176" cy="1725137"/>
                <a:chOff x="9921918" y="5124464"/>
                <a:chExt cx="940938" cy="1033942"/>
              </a:xfrm>
            </p:grpSpPr>
            <p:cxnSp>
              <p:nvCxnSpPr>
                <p:cNvPr id="207" name="直接箭头连接符 206">
                  <a:extLst>
                    <a:ext uri="{FF2B5EF4-FFF2-40B4-BE49-F238E27FC236}">
                      <a16:creationId xmlns:a16="http://schemas.microsoft.com/office/drawing/2014/main" id="{129553FC-D8D5-1C8E-1612-605ADAD0BC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921918" y="5124464"/>
                  <a:ext cx="0" cy="102287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箭头连接符 207">
                  <a:extLst>
                    <a:ext uri="{FF2B5EF4-FFF2-40B4-BE49-F238E27FC236}">
                      <a16:creationId xmlns:a16="http://schemas.microsoft.com/office/drawing/2014/main" id="{B714F364-6E86-C1E8-9EB9-9BFF61EBDC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0395006" y="5690556"/>
                  <a:ext cx="0" cy="9357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5" name="任意多边形: 形状 214">
                <a:extLst>
                  <a:ext uri="{FF2B5EF4-FFF2-40B4-BE49-F238E27FC236}">
                    <a16:creationId xmlns:a16="http://schemas.microsoft.com/office/drawing/2014/main" id="{48A24878-2203-3E7B-1DBA-93457CD8DBD4}"/>
                  </a:ext>
                </a:extLst>
              </p:cNvPr>
              <p:cNvSpPr/>
              <p:nvPr/>
            </p:nvSpPr>
            <p:spPr>
              <a:xfrm>
                <a:off x="9584467" y="5032971"/>
                <a:ext cx="1338396" cy="1273748"/>
              </a:xfrm>
              <a:custGeom>
                <a:avLst/>
                <a:gdLst>
                  <a:gd name="csX0" fmla="*/ 0 w 1338396"/>
                  <a:gd name="csY0" fmla="*/ 1253627 h 1273748"/>
                  <a:gd name="csX1" fmla="*/ 343667 w 1338396"/>
                  <a:gd name="csY1" fmla="*/ 1697 h 1273748"/>
                  <a:gd name="csX2" fmla="*/ 877579 w 1338396"/>
                  <a:gd name="csY2" fmla="*/ 989740 h 1273748"/>
                  <a:gd name="csX3" fmla="*/ 1337847 w 1338396"/>
                  <a:gd name="csY3" fmla="*/ 1253627 h 12737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38396" h="1273748">
                    <a:moveTo>
                      <a:pt x="0" y="1253627"/>
                    </a:moveTo>
                    <a:cubicBezTo>
                      <a:pt x="98702" y="649652"/>
                      <a:pt x="197404" y="45678"/>
                      <a:pt x="343667" y="1697"/>
                    </a:cubicBezTo>
                    <a:cubicBezTo>
                      <a:pt x="489930" y="-42284"/>
                      <a:pt x="711882" y="781085"/>
                      <a:pt x="877579" y="989740"/>
                    </a:cubicBezTo>
                    <a:cubicBezTo>
                      <a:pt x="1043276" y="1198395"/>
                      <a:pt x="1353189" y="1325224"/>
                      <a:pt x="1337847" y="1253627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  <p:sp>
            <p:nvSpPr>
              <p:cNvPr id="216" name="任意多边形: 形状 215">
                <a:extLst>
                  <a:ext uri="{FF2B5EF4-FFF2-40B4-BE49-F238E27FC236}">
                    <a16:creationId xmlns:a16="http://schemas.microsoft.com/office/drawing/2014/main" id="{9C101681-B8F6-38F9-F14C-8F68FD16205E}"/>
                  </a:ext>
                </a:extLst>
              </p:cNvPr>
              <p:cNvSpPr/>
              <p:nvPr/>
            </p:nvSpPr>
            <p:spPr>
              <a:xfrm>
                <a:off x="9596741" y="5230041"/>
                <a:ext cx="1331865" cy="1050420"/>
              </a:xfrm>
              <a:custGeom>
                <a:avLst/>
                <a:gdLst>
                  <a:gd name="csX0" fmla="*/ 0 w 1331865"/>
                  <a:gd name="csY0" fmla="*/ 1050420 h 1050420"/>
                  <a:gd name="csX1" fmla="*/ 294572 w 1331865"/>
                  <a:gd name="csY1" fmla="*/ 1008 h 1050420"/>
                  <a:gd name="csX2" fmla="*/ 988043 w 1331865"/>
                  <a:gd name="csY2" fmla="*/ 860176 h 1050420"/>
                  <a:gd name="csX3" fmla="*/ 1331710 w 1331865"/>
                  <a:gd name="csY3" fmla="*/ 995188 h 1050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31865" h="1050420">
                    <a:moveTo>
                      <a:pt x="0" y="1050420"/>
                    </a:moveTo>
                    <a:cubicBezTo>
                      <a:pt x="64949" y="541567"/>
                      <a:pt x="129898" y="32715"/>
                      <a:pt x="294572" y="1008"/>
                    </a:cubicBezTo>
                    <a:cubicBezTo>
                      <a:pt x="459246" y="-30699"/>
                      <a:pt x="815187" y="694479"/>
                      <a:pt x="988043" y="860176"/>
                    </a:cubicBezTo>
                    <a:cubicBezTo>
                      <a:pt x="1160899" y="1025873"/>
                      <a:pt x="1337847" y="1082127"/>
                      <a:pt x="1331710" y="995188"/>
                    </a:cubicBezTo>
                  </a:path>
                </a:pathLst>
              </a:cu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  <p:sp>
            <p:nvSpPr>
              <p:cNvPr id="217" name="任意多边形: 形状 216">
                <a:extLst>
                  <a:ext uri="{FF2B5EF4-FFF2-40B4-BE49-F238E27FC236}">
                    <a16:creationId xmlns:a16="http://schemas.microsoft.com/office/drawing/2014/main" id="{ABCC2FD0-81D8-6A97-FFB0-AA4DE131DE99}"/>
                  </a:ext>
                </a:extLst>
              </p:cNvPr>
              <p:cNvSpPr/>
              <p:nvPr/>
            </p:nvSpPr>
            <p:spPr>
              <a:xfrm>
                <a:off x="9609015" y="5476240"/>
                <a:ext cx="1374668" cy="804221"/>
              </a:xfrm>
              <a:custGeom>
                <a:avLst/>
                <a:gdLst>
                  <a:gd name="csX0" fmla="*/ 0 w 1374668"/>
                  <a:gd name="csY0" fmla="*/ 804221 h 804221"/>
                  <a:gd name="csX1" fmla="*/ 325256 w 1374668"/>
                  <a:gd name="csY1" fmla="*/ 286 h 804221"/>
                  <a:gd name="csX2" fmla="*/ 1202835 w 1374668"/>
                  <a:gd name="csY2" fmla="*/ 712168 h 804221"/>
                  <a:gd name="csX3" fmla="*/ 1374668 w 1374668"/>
                  <a:gd name="csY3" fmla="*/ 736715 h 8042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74668" h="804221">
                    <a:moveTo>
                      <a:pt x="0" y="804221"/>
                    </a:moveTo>
                    <a:cubicBezTo>
                      <a:pt x="62392" y="409924"/>
                      <a:pt x="124784" y="15628"/>
                      <a:pt x="325256" y="286"/>
                    </a:cubicBezTo>
                    <a:cubicBezTo>
                      <a:pt x="525729" y="-15056"/>
                      <a:pt x="1027933" y="589430"/>
                      <a:pt x="1202835" y="712168"/>
                    </a:cubicBezTo>
                    <a:cubicBezTo>
                      <a:pt x="1377737" y="834906"/>
                      <a:pt x="1346029" y="738761"/>
                      <a:pt x="1374668" y="736715"/>
                    </a:cubicBezTo>
                  </a:path>
                </a:pathLst>
              </a:cu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3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10042D0C-9A96-207C-BDD6-F8AE78D0E69C}"/>
                    </a:ext>
                  </a:extLst>
                </p:cNvPr>
                <p:cNvSpPr txBox="1"/>
                <p:nvPr/>
              </p:nvSpPr>
              <p:spPr>
                <a:xfrm>
                  <a:off x="10245559" y="6498553"/>
                  <a:ext cx="276506" cy="3514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403" i="1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zh-CN" altLang="en-US" sz="1403"/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10042D0C-9A96-207C-BDD6-F8AE78D0E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5559" y="6498553"/>
                  <a:ext cx="276506" cy="35147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5E549955-8126-252E-E1D3-A999449E0035}"/>
                    </a:ext>
                  </a:extLst>
                </p:cNvPr>
                <p:cNvSpPr txBox="1"/>
                <p:nvPr/>
              </p:nvSpPr>
              <p:spPr>
                <a:xfrm>
                  <a:off x="9081967" y="4838463"/>
                  <a:ext cx="637513" cy="63838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1403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3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sz="1403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03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sz="1403">
                                    <a:latin typeface="Cambria Math" panose="02040503050406030204" pitchFamily="18" charset="0"/>
                                  </a:rPr>
                                  <m:t>peak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1403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5E549955-8126-252E-E1D3-A999449E00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1967" y="4838463"/>
                  <a:ext cx="637513" cy="638384"/>
                </a:xfrm>
                <a:prstGeom prst="rect">
                  <a:avLst/>
                </a:prstGeom>
                <a:blipFill>
                  <a:blip r:embed="rId17"/>
                  <a:stretch>
                    <a:fillRect l="-2174" b="-108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BD39C04-5EA4-9BA5-C5B1-D90360610A90}"/>
              </a:ext>
            </a:extLst>
          </p:cNvPr>
          <p:cNvSpPr/>
          <p:nvPr/>
        </p:nvSpPr>
        <p:spPr>
          <a:xfrm rot="5400000">
            <a:off x="8981738" y="2936691"/>
            <a:ext cx="345321" cy="22064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3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4C5BB4-E389-4AEA-621D-868094390F95}"/>
              </a:ext>
            </a:extLst>
          </p:cNvPr>
          <p:cNvSpPr txBox="1"/>
          <p:nvPr/>
        </p:nvSpPr>
        <p:spPr>
          <a:xfrm>
            <a:off x="3762756" y="5556570"/>
            <a:ext cx="950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>
                <a:latin typeface="helvetica" panose="020B0604020202020204" pitchFamily="34" charset="0"/>
                <a:cs typeface="helvetica" panose="020B0604020202020204" pitchFamily="34" charset="0"/>
              </a:rPr>
              <a:t>No Diffusion</a:t>
            </a:r>
            <a:endParaRPr lang="zh-CN" altLang="en-US"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EAE90E-15E6-47AB-1DAB-EA38E63E7A88}"/>
              </a:ext>
            </a:extLst>
          </p:cNvPr>
          <p:cNvSpPr txBox="1"/>
          <p:nvPr/>
        </p:nvSpPr>
        <p:spPr>
          <a:xfrm>
            <a:off x="3865150" y="6503916"/>
            <a:ext cx="899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>
                <a:latin typeface="helvetica" panose="020B0604020202020204" pitchFamily="34" charset="0"/>
                <a:cs typeface="helvetica" panose="020B0604020202020204" pitchFamily="34" charset="0"/>
              </a:rPr>
              <a:t>Flat Profile</a:t>
            </a:r>
            <a:endParaRPr lang="zh-CN" altLang="en-US"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DD6711-8F65-5912-64CB-7696F63B045F}"/>
              </a:ext>
            </a:extLst>
          </p:cNvPr>
          <p:cNvSpPr txBox="1"/>
          <p:nvPr/>
        </p:nvSpPr>
        <p:spPr>
          <a:xfrm>
            <a:off x="6034572" y="5609387"/>
            <a:ext cx="657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>
                <a:latin typeface="helvetica" panose="020B0604020202020204" pitchFamily="34" charset="0"/>
                <a:cs typeface="helvetica" panose="020B0604020202020204" pitchFamily="34" charset="0"/>
              </a:rPr>
              <a:t>Shuffle</a:t>
            </a:r>
            <a:endParaRPr lang="zh-CN" altLang="en-US" sz="11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F0F5033-AB18-1CF7-80C3-FF2F5ACFD3B3}"/>
                  </a:ext>
                </a:extLst>
              </p:cNvPr>
              <p:cNvSpPr txBox="1"/>
              <p:nvPr/>
            </p:nvSpPr>
            <p:spPr>
              <a:xfrm>
                <a:off x="6034572" y="3951007"/>
                <a:ext cx="397929" cy="1989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</m:oMath>
                  </m:oMathPara>
                </a14:m>
                <a:endParaRPr lang="zh-CN" altLang="en-US" sz="120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F0F5033-AB18-1CF7-80C3-FF2F5ACFD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572" y="3951007"/>
                <a:ext cx="397929" cy="198965"/>
              </a:xfrm>
              <a:prstGeom prst="rect">
                <a:avLst/>
              </a:prstGeom>
              <a:blipFill>
                <a:blip r:embed="rId18"/>
                <a:stretch>
                  <a:fillRect l="-6154" r="-6154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14889FC-340D-2185-D314-4043491D2723}"/>
              </a:ext>
            </a:extLst>
          </p:cNvPr>
          <p:cNvSpPr/>
          <p:nvPr/>
        </p:nvSpPr>
        <p:spPr>
          <a:xfrm>
            <a:off x="8593708" y="4698702"/>
            <a:ext cx="110147" cy="9578"/>
          </a:xfrm>
          <a:custGeom>
            <a:avLst/>
            <a:gdLst>
              <a:gd name="csX0" fmla="*/ 110147 w 110147"/>
              <a:gd name="csY0" fmla="*/ 0 h 9578"/>
              <a:gd name="csX1" fmla="*/ 0 w 110147"/>
              <a:gd name="csY1" fmla="*/ 9578 h 9578"/>
              <a:gd name="csX2" fmla="*/ 28734 w 110147"/>
              <a:gd name="csY2" fmla="*/ 4789 h 9578"/>
              <a:gd name="csX3" fmla="*/ 110147 w 110147"/>
              <a:gd name="csY3" fmla="*/ 0 h 9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0147" h="9578">
                <a:moveTo>
                  <a:pt x="110147" y="0"/>
                </a:moveTo>
                <a:cubicBezTo>
                  <a:pt x="73990" y="5388"/>
                  <a:pt x="37282" y="8596"/>
                  <a:pt x="0" y="9578"/>
                </a:cubicBezTo>
                <a:cubicBezTo>
                  <a:pt x="9147" y="7231"/>
                  <a:pt x="18725" y="5627"/>
                  <a:pt x="28734" y="4789"/>
                </a:cubicBezTo>
                <a:cubicBezTo>
                  <a:pt x="55864" y="3185"/>
                  <a:pt x="83017" y="1604"/>
                  <a:pt x="110147" y="0"/>
                </a:cubicBezTo>
                <a:close/>
              </a:path>
            </a:pathLst>
          </a:custGeom>
          <a:solidFill>
            <a:srgbClr val="464944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533376AE-67E1-A4BC-2613-BCBF327E135B}"/>
              </a:ext>
            </a:extLst>
          </p:cNvPr>
          <p:cNvSpPr/>
          <p:nvPr/>
        </p:nvSpPr>
        <p:spPr>
          <a:xfrm>
            <a:off x="8584130" y="4717768"/>
            <a:ext cx="47890" cy="4902"/>
          </a:xfrm>
          <a:custGeom>
            <a:avLst/>
            <a:gdLst>
              <a:gd name="csX0" fmla="*/ 47890 w 47890"/>
              <a:gd name="csY0" fmla="*/ 90 h 4902"/>
              <a:gd name="csX1" fmla="*/ 0 w 47890"/>
              <a:gd name="csY1" fmla="*/ 4879 h 4902"/>
              <a:gd name="csX2" fmla="*/ 47890 w 47890"/>
              <a:gd name="csY2" fmla="*/ 90 h 4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7890" h="4902">
                <a:moveTo>
                  <a:pt x="47890" y="90"/>
                </a:moveTo>
                <a:cubicBezTo>
                  <a:pt x="32446" y="3538"/>
                  <a:pt x="16498" y="5118"/>
                  <a:pt x="0" y="4879"/>
                </a:cubicBezTo>
                <a:cubicBezTo>
                  <a:pt x="15421" y="1192"/>
                  <a:pt x="31368" y="-413"/>
                  <a:pt x="47890" y="90"/>
                </a:cubicBezTo>
                <a:close/>
              </a:path>
            </a:pathLst>
          </a:custGeom>
          <a:solidFill>
            <a:srgbClr val="7C8177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92632E38-BFBB-5B9A-B440-E4019EAD7A79}"/>
              </a:ext>
            </a:extLst>
          </p:cNvPr>
          <p:cNvSpPr/>
          <p:nvPr/>
        </p:nvSpPr>
        <p:spPr>
          <a:xfrm>
            <a:off x="8559791" y="4763354"/>
            <a:ext cx="7576" cy="33523"/>
          </a:xfrm>
          <a:custGeom>
            <a:avLst/>
            <a:gdLst>
              <a:gd name="csX0" fmla="*/ 393 w 7576"/>
              <a:gd name="csY0" fmla="*/ 0 h 33523"/>
              <a:gd name="csX1" fmla="*/ 7577 w 7576"/>
              <a:gd name="csY1" fmla="*/ 33523 h 33523"/>
              <a:gd name="csX2" fmla="*/ 393 w 7576"/>
              <a:gd name="csY2" fmla="*/ 0 h 33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576" h="33523">
                <a:moveTo>
                  <a:pt x="393" y="0"/>
                </a:moveTo>
                <a:cubicBezTo>
                  <a:pt x="4296" y="10560"/>
                  <a:pt x="6691" y="21742"/>
                  <a:pt x="7577" y="33523"/>
                </a:cubicBezTo>
                <a:cubicBezTo>
                  <a:pt x="1375" y="23490"/>
                  <a:pt x="-1020" y="12308"/>
                  <a:pt x="393" y="0"/>
                </a:cubicBezTo>
                <a:close/>
              </a:path>
            </a:pathLst>
          </a:custGeom>
          <a:solidFill>
            <a:srgbClr val="A0ACA5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2EBA83DC-D20B-6C6B-5381-94F70923AB16}"/>
              </a:ext>
            </a:extLst>
          </p:cNvPr>
          <p:cNvSpPr/>
          <p:nvPr/>
        </p:nvSpPr>
        <p:spPr>
          <a:xfrm>
            <a:off x="9577884" y="4095149"/>
            <a:ext cx="292129" cy="296917"/>
          </a:xfrm>
          <a:custGeom>
            <a:avLst/>
            <a:gdLst>
              <a:gd name="csX0" fmla="*/ 289735 w 292129"/>
              <a:gd name="csY0" fmla="*/ 296918 h 296917"/>
              <a:gd name="csX1" fmla="*/ 0 w 292129"/>
              <a:gd name="csY1" fmla="*/ 4789 h 296917"/>
              <a:gd name="csX2" fmla="*/ 14367 w 292129"/>
              <a:gd name="csY2" fmla="*/ 0 h 296917"/>
              <a:gd name="csX3" fmla="*/ 26340 w 292129"/>
              <a:gd name="csY3" fmla="*/ 9578 h 296917"/>
              <a:gd name="csX4" fmla="*/ 38312 w 292129"/>
              <a:gd name="csY4" fmla="*/ 11973 h 296917"/>
              <a:gd name="csX5" fmla="*/ 202336 w 292129"/>
              <a:gd name="csY5" fmla="*/ 143670 h 296917"/>
              <a:gd name="csX6" fmla="*/ 276565 w 292129"/>
              <a:gd name="csY6" fmla="*/ 246633 h 296917"/>
              <a:gd name="csX7" fmla="*/ 286143 w 292129"/>
              <a:gd name="csY7" fmla="*/ 265789 h 296917"/>
              <a:gd name="csX8" fmla="*/ 282552 w 292129"/>
              <a:gd name="csY8" fmla="*/ 278959 h 296917"/>
              <a:gd name="csX9" fmla="*/ 292130 w 292129"/>
              <a:gd name="csY9" fmla="*/ 292129 h 296917"/>
              <a:gd name="csX10" fmla="*/ 289735 w 292129"/>
              <a:gd name="csY10" fmla="*/ 296918 h 296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92129" h="296917">
                <a:moveTo>
                  <a:pt x="289735" y="296918"/>
                </a:moveTo>
                <a:cubicBezTo>
                  <a:pt x="220414" y="172523"/>
                  <a:pt x="123844" y="75140"/>
                  <a:pt x="0" y="4789"/>
                </a:cubicBezTo>
                <a:cubicBezTo>
                  <a:pt x="5220" y="4574"/>
                  <a:pt x="10009" y="2993"/>
                  <a:pt x="14367" y="0"/>
                </a:cubicBezTo>
                <a:cubicBezTo>
                  <a:pt x="19755" y="1485"/>
                  <a:pt x="23754" y="4693"/>
                  <a:pt x="26340" y="9578"/>
                </a:cubicBezTo>
                <a:cubicBezTo>
                  <a:pt x="30051" y="11853"/>
                  <a:pt x="34026" y="12667"/>
                  <a:pt x="38312" y="11973"/>
                </a:cubicBezTo>
                <a:cubicBezTo>
                  <a:pt x="96331" y="48800"/>
                  <a:pt x="150998" y="92691"/>
                  <a:pt x="202336" y="143670"/>
                </a:cubicBezTo>
                <a:cubicBezTo>
                  <a:pt x="227717" y="177743"/>
                  <a:pt x="252453" y="212056"/>
                  <a:pt x="276565" y="246633"/>
                </a:cubicBezTo>
                <a:cubicBezTo>
                  <a:pt x="277619" y="254080"/>
                  <a:pt x="280828" y="260473"/>
                  <a:pt x="286143" y="265789"/>
                </a:cubicBezTo>
                <a:cubicBezTo>
                  <a:pt x="288107" y="271057"/>
                  <a:pt x="286910" y="275439"/>
                  <a:pt x="282552" y="278959"/>
                </a:cubicBezTo>
                <a:cubicBezTo>
                  <a:pt x="286000" y="283053"/>
                  <a:pt x="289208" y="287435"/>
                  <a:pt x="292130" y="292129"/>
                </a:cubicBezTo>
                <a:cubicBezTo>
                  <a:pt x="291268" y="293757"/>
                  <a:pt x="290453" y="295361"/>
                  <a:pt x="289735" y="296918"/>
                </a:cubicBezTo>
                <a:close/>
              </a:path>
            </a:pathLst>
          </a:custGeom>
          <a:solidFill>
            <a:srgbClr val="ECF3ED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CEC13BF-AE59-6EFC-00A2-DF5513C5CB98}"/>
              </a:ext>
            </a:extLst>
          </p:cNvPr>
          <p:cNvSpPr/>
          <p:nvPr/>
        </p:nvSpPr>
        <p:spPr>
          <a:xfrm>
            <a:off x="9513233" y="4225047"/>
            <a:ext cx="395093" cy="356185"/>
          </a:xfrm>
          <a:custGeom>
            <a:avLst/>
            <a:gdLst>
              <a:gd name="csX0" fmla="*/ 373543 w 395093"/>
              <a:gd name="csY0" fmla="*/ 243643 h 356185"/>
              <a:gd name="csX1" fmla="*/ 395093 w 395093"/>
              <a:gd name="csY1" fmla="*/ 305901 h 356185"/>
              <a:gd name="csX2" fmla="*/ 390304 w 395093"/>
              <a:gd name="csY2" fmla="*/ 325057 h 356185"/>
              <a:gd name="csX3" fmla="*/ 383121 w 395093"/>
              <a:gd name="csY3" fmla="*/ 320268 h 356185"/>
              <a:gd name="csX4" fmla="*/ 375937 w 395093"/>
              <a:gd name="csY4" fmla="*/ 309492 h 356185"/>
              <a:gd name="csX5" fmla="*/ 378332 w 395093"/>
              <a:gd name="csY5" fmla="*/ 297520 h 356185"/>
              <a:gd name="csX6" fmla="*/ 366359 w 395093"/>
              <a:gd name="csY6" fmla="*/ 280758 h 356185"/>
              <a:gd name="csX7" fmla="*/ 363965 w 395093"/>
              <a:gd name="csY7" fmla="*/ 275969 h 356185"/>
              <a:gd name="csX8" fmla="*/ 366359 w 395093"/>
              <a:gd name="csY8" fmla="*/ 273575 h 356185"/>
              <a:gd name="csX9" fmla="*/ 354387 w 395093"/>
              <a:gd name="csY9" fmla="*/ 256813 h 356185"/>
              <a:gd name="csX10" fmla="*/ 347203 w 395093"/>
              <a:gd name="csY10" fmla="*/ 244841 h 356185"/>
              <a:gd name="csX11" fmla="*/ 347203 w 395093"/>
              <a:gd name="csY11" fmla="*/ 235263 h 356185"/>
              <a:gd name="csX12" fmla="*/ 335231 w 395093"/>
              <a:gd name="csY12" fmla="*/ 218501 h 356185"/>
              <a:gd name="csX13" fmla="*/ 340020 w 395093"/>
              <a:gd name="csY13" fmla="*/ 216107 h 356185"/>
              <a:gd name="csX14" fmla="*/ 334034 w 395093"/>
              <a:gd name="csY14" fmla="*/ 202937 h 356185"/>
              <a:gd name="csX15" fmla="*/ 331639 w 395093"/>
              <a:gd name="csY15" fmla="*/ 205331 h 356185"/>
              <a:gd name="csX16" fmla="*/ 325653 w 395093"/>
              <a:gd name="csY16" fmla="*/ 199345 h 356185"/>
              <a:gd name="csX17" fmla="*/ 330442 w 395093"/>
              <a:gd name="csY17" fmla="*/ 196951 h 356185"/>
              <a:gd name="csX18" fmla="*/ 324455 w 395093"/>
              <a:gd name="csY18" fmla="*/ 183781 h 356185"/>
              <a:gd name="csX19" fmla="*/ 319666 w 395093"/>
              <a:gd name="csY19" fmla="*/ 186175 h 356185"/>
              <a:gd name="csX20" fmla="*/ 320864 w 395093"/>
              <a:gd name="csY20" fmla="*/ 178992 h 356185"/>
              <a:gd name="csX21" fmla="*/ 314877 w 395093"/>
              <a:gd name="csY21" fmla="*/ 167019 h 356185"/>
              <a:gd name="csX22" fmla="*/ 312483 w 395093"/>
              <a:gd name="csY22" fmla="*/ 171808 h 356185"/>
              <a:gd name="csX23" fmla="*/ 307694 w 395093"/>
              <a:gd name="csY23" fmla="*/ 162230 h 356185"/>
              <a:gd name="csX24" fmla="*/ 304102 w 395093"/>
              <a:gd name="csY24" fmla="*/ 162230 h 356185"/>
              <a:gd name="csX25" fmla="*/ 311286 w 395093"/>
              <a:gd name="csY25" fmla="*/ 158639 h 356185"/>
              <a:gd name="csX26" fmla="*/ 300510 w 395093"/>
              <a:gd name="csY26" fmla="*/ 157441 h 356185"/>
              <a:gd name="csX27" fmla="*/ 288538 w 395093"/>
              <a:gd name="csY27" fmla="*/ 135891 h 356185"/>
              <a:gd name="csX28" fmla="*/ 286143 w 395093"/>
              <a:gd name="csY28" fmla="*/ 138285 h 356185"/>
              <a:gd name="csX29" fmla="*/ 272974 w 395093"/>
              <a:gd name="csY29" fmla="*/ 122721 h 356185"/>
              <a:gd name="csX30" fmla="*/ 275368 w 395093"/>
              <a:gd name="csY30" fmla="*/ 120326 h 356185"/>
              <a:gd name="csX31" fmla="*/ 265790 w 395093"/>
              <a:gd name="csY31" fmla="*/ 120326 h 356185"/>
              <a:gd name="csX32" fmla="*/ 262198 w 395093"/>
              <a:gd name="csY32" fmla="*/ 111946 h 356185"/>
              <a:gd name="csX33" fmla="*/ 256212 w 395093"/>
              <a:gd name="csY33" fmla="*/ 114340 h 356185"/>
              <a:gd name="csX34" fmla="*/ 251423 w 395093"/>
              <a:gd name="csY34" fmla="*/ 113143 h 356185"/>
              <a:gd name="csX35" fmla="*/ 250226 w 395093"/>
              <a:gd name="csY35" fmla="*/ 102368 h 356185"/>
              <a:gd name="csX36" fmla="*/ 239451 w 395093"/>
              <a:gd name="csY36" fmla="*/ 103565 h 356185"/>
              <a:gd name="csX37" fmla="*/ 246634 w 395093"/>
              <a:gd name="csY37" fmla="*/ 102368 h 356185"/>
              <a:gd name="csX38" fmla="*/ 246634 w 395093"/>
              <a:gd name="csY38" fmla="*/ 95184 h 356185"/>
              <a:gd name="csX39" fmla="*/ 228675 w 395093"/>
              <a:gd name="csY39" fmla="*/ 99973 h 356185"/>
              <a:gd name="csX40" fmla="*/ 232267 w 395093"/>
              <a:gd name="csY40" fmla="*/ 86803 h 356185"/>
              <a:gd name="csX41" fmla="*/ 215506 w 395093"/>
              <a:gd name="csY41" fmla="*/ 82014 h 356185"/>
              <a:gd name="csX42" fmla="*/ 213111 w 395093"/>
              <a:gd name="csY42" fmla="*/ 68845 h 356185"/>
              <a:gd name="csX43" fmla="*/ 210717 w 395093"/>
              <a:gd name="csY43" fmla="*/ 73634 h 356185"/>
              <a:gd name="csX44" fmla="*/ 213111 w 395093"/>
              <a:gd name="csY44" fmla="*/ 65253 h 356185"/>
              <a:gd name="csX45" fmla="*/ 202336 w 395093"/>
              <a:gd name="csY45" fmla="*/ 73634 h 356185"/>
              <a:gd name="csX46" fmla="*/ 197547 w 395093"/>
              <a:gd name="csY46" fmla="*/ 71239 h 356185"/>
              <a:gd name="csX47" fmla="*/ 198744 w 395093"/>
              <a:gd name="csY47" fmla="*/ 79620 h 356185"/>
              <a:gd name="csX48" fmla="*/ 185574 w 395093"/>
              <a:gd name="csY48" fmla="*/ 78423 h 356185"/>
              <a:gd name="csX49" fmla="*/ 177193 w 395093"/>
              <a:gd name="csY49" fmla="*/ 90395 h 356185"/>
              <a:gd name="csX50" fmla="*/ 165221 w 395093"/>
              <a:gd name="csY50" fmla="*/ 85606 h 356185"/>
              <a:gd name="csX51" fmla="*/ 159235 w 395093"/>
              <a:gd name="csY51" fmla="*/ 88001 h 356185"/>
              <a:gd name="csX52" fmla="*/ 148459 w 395093"/>
              <a:gd name="csY52" fmla="*/ 98776 h 356185"/>
              <a:gd name="csX53" fmla="*/ 153248 w 395093"/>
              <a:gd name="csY53" fmla="*/ 102368 h 356185"/>
              <a:gd name="csX54" fmla="*/ 147262 w 395093"/>
              <a:gd name="csY54" fmla="*/ 104762 h 356185"/>
              <a:gd name="csX55" fmla="*/ 142473 w 395093"/>
              <a:gd name="csY55" fmla="*/ 114340 h 356185"/>
              <a:gd name="csX56" fmla="*/ 135290 w 395093"/>
              <a:gd name="csY56" fmla="*/ 116735 h 356185"/>
              <a:gd name="csX57" fmla="*/ 132895 w 395093"/>
              <a:gd name="csY57" fmla="*/ 111946 h 356185"/>
              <a:gd name="csX58" fmla="*/ 128106 w 395093"/>
              <a:gd name="csY58" fmla="*/ 123918 h 356185"/>
              <a:gd name="csX59" fmla="*/ 119725 w 395093"/>
              <a:gd name="csY59" fmla="*/ 125116 h 356185"/>
              <a:gd name="csX60" fmla="*/ 113739 w 395093"/>
              <a:gd name="csY60" fmla="*/ 126313 h 356185"/>
              <a:gd name="csX61" fmla="*/ 108950 w 395093"/>
              <a:gd name="csY61" fmla="*/ 140680 h 356185"/>
              <a:gd name="csX62" fmla="*/ 104161 w 395093"/>
              <a:gd name="csY62" fmla="*/ 133496 h 356185"/>
              <a:gd name="csX63" fmla="*/ 101766 w 395093"/>
              <a:gd name="csY63" fmla="*/ 147863 h 356185"/>
              <a:gd name="csX64" fmla="*/ 94583 w 395093"/>
              <a:gd name="csY64" fmla="*/ 145469 h 356185"/>
              <a:gd name="csX65" fmla="*/ 89794 w 395093"/>
              <a:gd name="csY65" fmla="*/ 159836 h 356185"/>
              <a:gd name="csX66" fmla="*/ 85005 w 395093"/>
              <a:gd name="csY66" fmla="*/ 152652 h 356185"/>
              <a:gd name="csX67" fmla="*/ 58665 w 395093"/>
              <a:gd name="csY67" fmla="*/ 193359 h 356185"/>
              <a:gd name="csX68" fmla="*/ 52679 w 395093"/>
              <a:gd name="csY68" fmla="*/ 192162 h 356185"/>
              <a:gd name="csX69" fmla="*/ 52679 w 395093"/>
              <a:gd name="csY69" fmla="*/ 196951 h 356185"/>
              <a:gd name="csX70" fmla="*/ 57468 w 395093"/>
              <a:gd name="csY70" fmla="*/ 199345 h 356185"/>
              <a:gd name="csX71" fmla="*/ 45496 w 395093"/>
              <a:gd name="csY71" fmla="*/ 216107 h 356185"/>
              <a:gd name="csX72" fmla="*/ 50285 w 395093"/>
              <a:gd name="csY72" fmla="*/ 220896 h 356185"/>
              <a:gd name="csX73" fmla="*/ 40707 w 395093"/>
              <a:gd name="csY73" fmla="*/ 247235 h 356185"/>
              <a:gd name="csX74" fmla="*/ 43101 w 395093"/>
              <a:gd name="csY74" fmla="*/ 249630 h 356185"/>
              <a:gd name="csX75" fmla="*/ 33523 w 395093"/>
              <a:gd name="csY75" fmla="*/ 272378 h 356185"/>
              <a:gd name="csX76" fmla="*/ 28734 w 395093"/>
              <a:gd name="csY76" fmla="*/ 280758 h 356185"/>
              <a:gd name="csX77" fmla="*/ 31129 w 395093"/>
              <a:gd name="csY77" fmla="*/ 284350 h 356185"/>
              <a:gd name="csX78" fmla="*/ 20353 w 395093"/>
              <a:gd name="csY78" fmla="*/ 322662 h 356185"/>
              <a:gd name="csX79" fmla="*/ 14367 w 395093"/>
              <a:gd name="csY79" fmla="*/ 326254 h 356185"/>
              <a:gd name="csX80" fmla="*/ 11973 w 395093"/>
              <a:gd name="csY80" fmla="*/ 335832 h 356185"/>
              <a:gd name="csX81" fmla="*/ 11973 w 395093"/>
              <a:gd name="csY81" fmla="*/ 349002 h 356185"/>
              <a:gd name="csX82" fmla="*/ 10775 w 395093"/>
              <a:gd name="csY82" fmla="*/ 356185 h 356185"/>
              <a:gd name="csX83" fmla="*/ 0 w 395093"/>
              <a:gd name="csY83" fmla="*/ 351396 h 356185"/>
              <a:gd name="csX84" fmla="*/ 0 w 395093"/>
              <a:gd name="csY84" fmla="*/ 341818 h 356185"/>
              <a:gd name="csX85" fmla="*/ 0 w 395093"/>
              <a:gd name="csY85" fmla="*/ 334635 h 356185"/>
              <a:gd name="csX86" fmla="*/ 7184 w 395093"/>
              <a:gd name="csY86" fmla="*/ 301112 h 356185"/>
              <a:gd name="csX87" fmla="*/ 11973 w 395093"/>
              <a:gd name="csY87" fmla="*/ 269983 h 356185"/>
              <a:gd name="csX88" fmla="*/ 16762 w 395093"/>
              <a:gd name="csY88" fmla="*/ 253221 h 356185"/>
              <a:gd name="csX89" fmla="*/ 32326 w 395093"/>
              <a:gd name="csY89" fmla="*/ 183781 h 356185"/>
              <a:gd name="csX90" fmla="*/ 191560 w 395093"/>
              <a:gd name="csY90" fmla="*/ 4194 h 356185"/>
              <a:gd name="csX91" fmla="*/ 203533 w 395093"/>
              <a:gd name="csY91" fmla="*/ 602 h 356185"/>
              <a:gd name="csX92" fmla="*/ 373543 w 395093"/>
              <a:gd name="csY92" fmla="*/ 243643 h 3561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</a:cxnLst>
            <a:rect l="l" t="t" r="r" b="b"/>
            <a:pathLst>
              <a:path w="395093" h="356185">
                <a:moveTo>
                  <a:pt x="373543" y="243643"/>
                </a:moveTo>
                <a:cubicBezTo>
                  <a:pt x="382091" y="263925"/>
                  <a:pt x="389275" y="284685"/>
                  <a:pt x="395093" y="305901"/>
                </a:cubicBezTo>
                <a:cubicBezTo>
                  <a:pt x="394423" y="312485"/>
                  <a:pt x="392819" y="318879"/>
                  <a:pt x="390304" y="325057"/>
                </a:cubicBezTo>
                <a:cubicBezTo>
                  <a:pt x="383145" y="328816"/>
                  <a:pt x="380750" y="327212"/>
                  <a:pt x="383121" y="320268"/>
                </a:cubicBezTo>
                <a:cubicBezTo>
                  <a:pt x="380439" y="316891"/>
                  <a:pt x="378045" y="313300"/>
                  <a:pt x="375937" y="309492"/>
                </a:cubicBezTo>
                <a:cubicBezTo>
                  <a:pt x="377542" y="305302"/>
                  <a:pt x="378356" y="301303"/>
                  <a:pt x="378332" y="297520"/>
                </a:cubicBezTo>
                <a:cubicBezTo>
                  <a:pt x="374357" y="292060"/>
                  <a:pt x="370358" y="286481"/>
                  <a:pt x="366359" y="280758"/>
                </a:cubicBezTo>
                <a:cubicBezTo>
                  <a:pt x="369065" y="278316"/>
                  <a:pt x="368275" y="276736"/>
                  <a:pt x="363965" y="275969"/>
                </a:cubicBezTo>
                <a:cubicBezTo>
                  <a:pt x="364755" y="275179"/>
                  <a:pt x="365569" y="274365"/>
                  <a:pt x="366359" y="273575"/>
                </a:cubicBezTo>
                <a:cubicBezTo>
                  <a:pt x="362360" y="267996"/>
                  <a:pt x="358386" y="262392"/>
                  <a:pt x="354387" y="256813"/>
                </a:cubicBezTo>
                <a:cubicBezTo>
                  <a:pt x="355967" y="251234"/>
                  <a:pt x="353573" y="247235"/>
                  <a:pt x="347203" y="244841"/>
                </a:cubicBezTo>
                <a:cubicBezTo>
                  <a:pt x="347203" y="241656"/>
                  <a:pt x="347203" y="238447"/>
                  <a:pt x="347203" y="235263"/>
                </a:cubicBezTo>
                <a:cubicBezTo>
                  <a:pt x="343204" y="229683"/>
                  <a:pt x="339230" y="224080"/>
                  <a:pt x="335231" y="218501"/>
                </a:cubicBezTo>
                <a:cubicBezTo>
                  <a:pt x="336835" y="217711"/>
                  <a:pt x="338415" y="216897"/>
                  <a:pt x="340020" y="216107"/>
                </a:cubicBezTo>
                <a:cubicBezTo>
                  <a:pt x="334201" y="212874"/>
                  <a:pt x="332190" y="208492"/>
                  <a:pt x="334034" y="202937"/>
                </a:cubicBezTo>
                <a:cubicBezTo>
                  <a:pt x="333243" y="203727"/>
                  <a:pt x="332429" y="204541"/>
                  <a:pt x="331639" y="205331"/>
                </a:cubicBezTo>
                <a:cubicBezTo>
                  <a:pt x="330442" y="202530"/>
                  <a:pt x="328454" y="200542"/>
                  <a:pt x="325653" y="199345"/>
                </a:cubicBezTo>
                <a:cubicBezTo>
                  <a:pt x="327257" y="198555"/>
                  <a:pt x="328837" y="197741"/>
                  <a:pt x="330442" y="196951"/>
                </a:cubicBezTo>
                <a:cubicBezTo>
                  <a:pt x="326730" y="193503"/>
                  <a:pt x="324743" y="189121"/>
                  <a:pt x="324455" y="183781"/>
                </a:cubicBezTo>
                <a:cubicBezTo>
                  <a:pt x="323689" y="188091"/>
                  <a:pt x="322109" y="188881"/>
                  <a:pt x="319666" y="186175"/>
                </a:cubicBezTo>
                <a:cubicBezTo>
                  <a:pt x="318493" y="183661"/>
                  <a:pt x="318876" y="181267"/>
                  <a:pt x="320864" y="178992"/>
                </a:cubicBezTo>
                <a:cubicBezTo>
                  <a:pt x="317607" y="175663"/>
                  <a:pt x="315596" y="171665"/>
                  <a:pt x="314877" y="167019"/>
                </a:cubicBezTo>
                <a:cubicBezTo>
                  <a:pt x="314087" y="168624"/>
                  <a:pt x="313273" y="170204"/>
                  <a:pt x="312483" y="171808"/>
                </a:cubicBezTo>
                <a:cubicBezTo>
                  <a:pt x="310879" y="168624"/>
                  <a:pt x="309298" y="165415"/>
                  <a:pt x="307694" y="162230"/>
                </a:cubicBezTo>
                <a:cubicBezTo>
                  <a:pt x="306137" y="165104"/>
                  <a:pt x="304940" y="165104"/>
                  <a:pt x="304102" y="162230"/>
                </a:cubicBezTo>
                <a:cubicBezTo>
                  <a:pt x="306209" y="160434"/>
                  <a:pt x="308604" y="159237"/>
                  <a:pt x="311286" y="158639"/>
                </a:cubicBezTo>
                <a:cubicBezTo>
                  <a:pt x="307742" y="152245"/>
                  <a:pt x="304150" y="151862"/>
                  <a:pt x="300510" y="157441"/>
                </a:cubicBezTo>
                <a:cubicBezTo>
                  <a:pt x="294740" y="151431"/>
                  <a:pt x="290765" y="144248"/>
                  <a:pt x="288538" y="135891"/>
                </a:cubicBezTo>
                <a:cubicBezTo>
                  <a:pt x="287748" y="136681"/>
                  <a:pt x="286933" y="137495"/>
                  <a:pt x="286143" y="138285"/>
                </a:cubicBezTo>
                <a:cubicBezTo>
                  <a:pt x="282576" y="132323"/>
                  <a:pt x="278194" y="127151"/>
                  <a:pt x="272974" y="122721"/>
                </a:cubicBezTo>
                <a:cubicBezTo>
                  <a:pt x="273764" y="121931"/>
                  <a:pt x="274578" y="121117"/>
                  <a:pt x="275368" y="120326"/>
                </a:cubicBezTo>
                <a:cubicBezTo>
                  <a:pt x="272183" y="120326"/>
                  <a:pt x="268975" y="120326"/>
                  <a:pt x="265790" y="120326"/>
                </a:cubicBezTo>
                <a:cubicBezTo>
                  <a:pt x="268999" y="115945"/>
                  <a:pt x="267801" y="113167"/>
                  <a:pt x="262198" y="111946"/>
                </a:cubicBezTo>
                <a:cubicBezTo>
                  <a:pt x="260043" y="112520"/>
                  <a:pt x="258032" y="113335"/>
                  <a:pt x="256212" y="114340"/>
                </a:cubicBezTo>
                <a:cubicBezTo>
                  <a:pt x="254440" y="114652"/>
                  <a:pt x="252836" y="114244"/>
                  <a:pt x="251423" y="113143"/>
                </a:cubicBezTo>
                <a:cubicBezTo>
                  <a:pt x="261360" y="108665"/>
                  <a:pt x="260953" y="105074"/>
                  <a:pt x="250226" y="102368"/>
                </a:cubicBezTo>
                <a:cubicBezTo>
                  <a:pt x="246897" y="104882"/>
                  <a:pt x="243306" y="105289"/>
                  <a:pt x="239451" y="103565"/>
                </a:cubicBezTo>
                <a:cubicBezTo>
                  <a:pt x="241725" y="102416"/>
                  <a:pt x="244120" y="102009"/>
                  <a:pt x="246634" y="102368"/>
                </a:cubicBezTo>
                <a:cubicBezTo>
                  <a:pt x="246634" y="99973"/>
                  <a:pt x="246634" y="97579"/>
                  <a:pt x="246634" y="95184"/>
                </a:cubicBezTo>
                <a:cubicBezTo>
                  <a:pt x="241917" y="98249"/>
                  <a:pt x="235931" y="99853"/>
                  <a:pt x="228675" y="99973"/>
                </a:cubicBezTo>
                <a:cubicBezTo>
                  <a:pt x="226616" y="94586"/>
                  <a:pt x="227813" y="90204"/>
                  <a:pt x="232267" y="86803"/>
                </a:cubicBezTo>
                <a:cubicBezTo>
                  <a:pt x="226975" y="84313"/>
                  <a:pt x="221372" y="82709"/>
                  <a:pt x="215506" y="82014"/>
                </a:cubicBezTo>
                <a:cubicBezTo>
                  <a:pt x="220654" y="77297"/>
                  <a:pt x="219864" y="72891"/>
                  <a:pt x="213111" y="68845"/>
                </a:cubicBezTo>
                <a:cubicBezTo>
                  <a:pt x="212321" y="70449"/>
                  <a:pt x="211507" y="72029"/>
                  <a:pt x="210717" y="73634"/>
                </a:cubicBezTo>
                <a:cubicBezTo>
                  <a:pt x="204156" y="69491"/>
                  <a:pt x="204946" y="66690"/>
                  <a:pt x="213111" y="65253"/>
                </a:cubicBezTo>
                <a:cubicBezTo>
                  <a:pt x="205425" y="60847"/>
                  <a:pt x="201833" y="63649"/>
                  <a:pt x="202336" y="73634"/>
                </a:cubicBezTo>
                <a:cubicBezTo>
                  <a:pt x="199893" y="76339"/>
                  <a:pt x="198313" y="75549"/>
                  <a:pt x="197547" y="71239"/>
                </a:cubicBezTo>
                <a:cubicBezTo>
                  <a:pt x="189573" y="75885"/>
                  <a:pt x="189956" y="78686"/>
                  <a:pt x="198744" y="79620"/>
                </a:cubicBezTo>
                <a:cubicBezTo>
                  <a:pt x="194099" y="81392"/>
                  <a:pt x="189717" y="81009"/>
                  <a:pt x="185574" y="78423"/>
                </a:cubicBezTo>
                <a:cubicBezTo>
                  <a:pt x="185095" y="84169"/>
                  <a:pt x="182318" y="88168"/>
                  <a:pt x="177193" y="90395"/>
                </a:cubicBezTo>
                <a:cubicBezTo>
                  <a:pt x="173985" y="86803"/>
                  <a:pt x="169986" y="85199"/>
                  <a:pt x="165221" y="85606"/>
                </a:cubicBezTo>
                <a:cubicBezTo>
                  <a:pt x="164167" y="96022"/>
                  <a:pt x="162156" y="96812"/>
                  <a:pt x="159235" y="88001"/>
                </a:cubicBezTo>
                <a:cubicBezTo>
                  <a:pt x="158828" y="94777"/>
                  <a:pt x="155236" y="98369"/>
                  <a:pt x="148459" y="98776"/>
                </a:cubicBezTo>
                <a:cubicBezTo>
                  <a:pt x="150399" y="99518"/>
                  <a:pt x="151979" y="100716"/>
                  <a:pt x="153248" y="102368"/>
                </a:cubicBezTo>
                <a:cubicBezTo>
                  <a:pt x="151452" y="102942"/>
                  <a:pt x="149465" y="103733"/>
                  <a:pt x="147262" y="104762"/>
                </a:cubicBezTo>
                <a:cubicBezTo>
                  <a:pt x="145658" y="107947"/>
                  <a:pt x="144077" y="111156"/>
                  <a:pt x="142473" y="114340"/>
                </a:cubicBezTo>
                <a:cubicBezTo>
                  <a:pt x="139695" y="108833"/>
                  <a:pt x="137301" y="109647"/>
                  <a:pt x="135290" y="116735"/>
                </a:cubicBezTo>
                <a:cubicBezTo>
                  <a:pt x="134499" y="115130"/>
                  <a:pt x="133685" y="113550"/>
                  <a:pt x="132895" y="111946"/>
                </a:cubicBezTo>
                <a:cubicBezTo>
                  <a:pt x="130213" y="115418"/>
                  <a:pt x="128633" y="119417"/>
                  <a:pt x="128106" y="123918"/>
                </a:cubicBezTo>
                <a:cubicBezTo>
                  <a:pt x="125688" y="125068"/>
                  <a:pt x="122886" y="125475"/>
                  <a:pt x="119725" y="125116"/>
                </a:cubicBezTo>
                <a:cubicBezTo>
                  <a:pt x="120707" y="131964"/>
                  <a:pt x="118696" y="132371"/>
                  <a:pt x="113739" y="126313"/>
                </a:cubicBezTo>
                <a:cubicBezTo>
                  <a:pt x="112135" y="131102"/>
                  <a:pt x="110554" y="135891"/>
                  <a:pt x="108950" y="140680"/>
                </a:cubicBezTo>
                <a:cubicBezTo>
                  <a:pt x="106771" y="138692"/>
                  <a:pt x="105167" y="136298"/>
                  <a:pt x="104161" y="133496"/>
                </a:cubicBezTo>
                <a:cubicBezTo>
                  <a:pt x="101288" y="138405"/>
                  <a:pt x="100473" y="143194"/>
                  <a:pt x="101766" y="147863"/>
                </a:cubicBezTo>
                <a:cubicBezTo>
                  <a:pt x="99013" y="150162"/>
                  <a:pt x="96618" y="149348"/>
                  <a:pt x="94583" y="145469"/>
                </a:cubicBezTo>
                <a:cubicBezTo>
                  <a:pt x="94176" y="150761"/>
                  <a:pt x="92572" y="155550"/>
                  <a:pt x="89794" y="159836"/>
                </a:cubicBezTo>
                <a:cubicBezTo>
                  <a:pt x="87615" y="157848"/>
                  <a:pt x="86011" y="155454"/>
                  <a:pt x="85005" y="152652"/>
                </a:cubicBezTo>
                <a:cubicBezTo>
                  <a:pt x="74445" y="164984"/>
                  <a:pt x="65657" y="178561"/>
                  <a:pt x="58665" y="193359"/>
                </a:cubicBezTo>
                <a:cubicBezTo>
                  <a:pt x="56941" y="191084"/>
                  <a:pt x="54954" y="190677"/>
                  <a:pt x="52679" y="192162"/>
                </a:cubicBezTo>
                <a:cubicBezTo>
                  <a:pt x="55864" y="193766"/>
                  <a:pt x="55864" y="195346"/>
                  <a:pt x="52679" y="196951"/>
                </a:cubicBezTo>
                <a:cubicBezTo>
                  <a:pt x="54283" y="197741"/>
                  <a:pt x="55864" y="198555"/>
                  <a:pt x="57468" y="199345"/>
                </a:cubicBezTo>
                <a:cubicBezTo>
                  <a:pt x="53469" y="205068"/>
                  <a:pt x="49470" y="210647"/>
                  <a:pt x="45496" y="216107"/>
                </a:cubicBezTo>
                <a:cubicBezTo>
                  <a:pt x="47100" y="217711"/>
                  <a:pt x="48680" y="219291"/>
                  <a:pt x="50285" y="220896"/>
                </a:cubicBezTo>
                <a:cubicBezTo>
                  <a:pt x="48465" y="230138"/>
                  <a:pt x="45280" y="238926"/>
                  <a:pt x="40707" y="247235"/>
                </a:cubicBezTo>
                <a:cubicBezTo>
                  <a:pt x="41497" y="248025"/>
                  <a:pt x="42311" y="248840"/>
                  <a:pt x="43101" y="249630"/>
                </a:cubicBezTo>
                <a:cubicBezTo>
                  <a:pt x="38935" y="257579"/>
                  <a:pt x="35726" y="265170"/>
                  <a:pt x="33523" y="272378"/>
                </a:cubicBezTo>
                <a:cubicBezTo>
                  <a:pt x="36085" y="276759"/>
                  <a:pt x="34481" y="279537"/>
                  <a:pt x="28734" y="280758"/>
                </a:cubicBezTo>
                <a:cubicBezTo>
                  <a:pt x="29836" y="281740"/>
                  <a:pt x="30626" y="282937"/>
                  <a:pt x="31129" y="284350"/>
                </a:cubicBezTo>
                <a:cubicBezTo>
                  <a:pt x="25406" y="296562"/>
                  <a:pt x="21814" y="309325"/>
                  <a:pt x="20353" y="322662"/>
                </a:cubicBezTo>
                <a:cubicBezTo>
                  <a:pt x="18557" y="324171"/>
                  <a:pt x="16570" y="325368"/>
                  <a:pt x="14367" y="326254"/>
                </a:cubicBezTo>
                <a:cubicBezTo>
                  <a:pt x="17791" y="330348"/>
                  <a:pt x="16977" y="333557"/>
                  <a:pt x="11973" y="335832"/>
                </a:cubicBezTo>
                <a:cubicBezTo>
                  <a:pt x="12811" y="339735"/>
                  <a:pt x="12811" y="344117"/>
                  <a:pt x="11973" y="349002"/>
                </a:cubicBezTo>
                <a:cubicBezTo>
                  <a:pt x="12332" y="351516"/>
                  <a:pt x="11925" y="353910"/>
                  <a:pt x="10775" y="356185"/>
                </a:cubicBezTo>
                <a:cubicBezTo>
                  <a:pt x="8261" y="352330"/>
                  <a:pt x="4669" y="350750"/>
                  <a:pt x="0" y="351396"/>
                </a:cubicBezTo>
                <a:cubicBezTo>
                  <a:pt x="0" y="348211"/>
                  <a:pt x="0" y="345003"/>
                  <a:pt x="0" y="341818"/>
                </a:cubicBezTo>
                <a:cubicBezTo>
                  <a:pt x="0" y="339424"/>
                  <a:pt x="0" y="337029"/>
                  <a:pt x="0" y="334635"/>
                </a:cubicBezTo>
                <a:cubicBezTo>
                  <a:pt x="5891" y="324482"/>
                  <a:pt x="8285" y="313324"/>
                  <a:pt x="7184" y="301112"/>
                </a:cubicBezTo>
                <a:cubicBezTo>
                  <a:pt x="8165" y="290624"/>
                  <a:pt x="9770" y="280255"/>
                  <a:pt x="11973" y="269983"/>
                </a:cubicBezTo>
                <a:cubicBezTo>
                  <a:pt x="15373" y="265170"/>
                  <a:pt x="16977" y="259567"/>
                  <a:pt x="16762" y="253221"/>
                </a:cubicBezTo>
                <a:cubicBezTo>
                  <a:pt x="18893" y="229205"/>
                  <a:pt x="24089" y="206050"/>
                  <a:pt x="32326" y="183781"/>
                </a:cubicBezTo>
                <a:cubicBezTo>
                  <a:pt x="85963" y="124182"/>
                  <a:pt x="139025" y="64319"/>
                  <a:pt x="191560" y="4194"/>
                </a:cubicBezTo>
                <a:cubicBezTo>
                  <a:pt x="194769" y="339"/>
                  <a:pt x="198744" y="-859"/>
                  <a:pt x="203533" y="602"/>
                </a:cubicBezTo>
                <a:cubicBezTo>
                  <a:pt x="277643" y="69515"/>
                  <a:pt x="334321" y="150521"/>
                  <a:pt x="373543" y="243643"/>
                </a:cubicBezTo>
                <a:close/>
              </a:path>
            </a:pathLst>
          </a:custGeom>
          <a:solidFill>
            <a:srgbClr val="D3E0D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BAAA6C6-634A-014C-EE79-EEDD7E797A55}"/>
              </a:ext>
            </a:extLst>
          </p:cNvPr>
          <p:cNvSpPr/>
          <p:nvPr/>
        </p:nvSpPr>
        <p:spPr>
          <a:xfrm>
            <a:off x="9525205" y="4288279"/>
            <a:ext cx="251423" cy="285769"/>
          </a:xfrm>
          <a:custGeom>
            <a:avLst/>
            <a:gdLst>
              <a:gd name="csX0" fmla="*/ 244240 w 251423"/>
              <a:gd name="csY0" fmla="*/ 51108 h 285769"/>
              <a:gd name="csX1" fmla="*/ 239451 w 251423"/>
              <a:gd name="csY1" fmla="*/ 59489 h 285769"/>
              <a:gd name="csX2" fmla="*/ 251423 w 251423"/>
              <a:gd name="csY2" fmla="*/ 67870 h 285769"/>
              <a:gd name="csX3" fmla="*/ 226281 w 251423"/>
              <a:gd name="csY3" fmla="*/ 67870 h 285769"/>
              <a:gd name="csX4" fmla="*/ 226281 w 251423"/>
              <a:gd name="csY4" fmla="*/ 60686 h 285769"/>
              <a:gd name="csX5" fmla="*/ 232267 w 251423"/>
              <a:gd name="csY5" fmla="*/ 58292 h 285769"/>
              <a:gd name="csX6" fmla="*/ 216703 w 251423"/>
              <a:gd name="csY6" fmla="*/ 48713 h 285769"/>
              <a:gd name="csX7" fmla="*/ 211914 w 251423"/>
              <a:gd name="csY7" fmla="*/ 46319 h 285769"/>
              <a:gd name="csX8" fmla="*/ 208322 w 251423"/>
              <a:gd name="csY8" fmla="*/ 49911 h 285769"/>
              <a:gd name="csX9" fmla="*/ 221492 w 251423"/>
              <a:gd name="csY9" fmla="*/ 53502 h 285769"/>
              <a:gd name="csX10" fmla="*/ 219097 w 251423"/>
              <a:gd name="csY10" fmla="*/ 67870 h 285769"/>
              <a:gd name="csX11" fmla="*/ 201138 w 251423"/>
              <a:gd name="csY11" fmla="*/ 66672 h 285769"/>
              <a:gd name="csX12" fmla="*/ 203533 w 251423"/>
              <a:gd name="csY12" fmla="*/ 69067 h 285769"/>
              <a:gd name="csX13" fmla="*/ 196349 w 251423"/>
              <a:gd name="csY13" fmla="*/ 76250 h 285769"/>
              <a:gd name="csX14" fmla="*/ 203533 w 251423"/>
              <a:gd name="csY14" fmla="*/ 90617 h 285769"/>
              <a:gd name="csX15" fmla="*/ 191560 w 251423"/>
              <a:gd name="csY15" fmla="*/ 87026 h 285769"/>
              <a:gd name="csX16" fmla="*/ 186771 w 251423"/>
              <a:gd name="csY16" fmla="*/ 89420 h 285769"/>
              <a:gd name="csX17" fmla="*/ 186771 w 251423"/>
              <a:gd name="csY17" fmla="*/ 94209 h 285769"/>
              <a:gd name="csX18" fmla="*/ 170010 w 251423"/>
              <a:gd name="csY18" fmla="*/ 97801 h 285769"/>
              <a:gd name="csX19" fmla="*/ 181982 w 251423"/>
              <a:gd name="csY19" fmla="*/ 100195 h 285769"/>
              <a:gd name="csX20" fmla="*/ 168813 w 251423"/>
              <a:gd name="csY20" fmla="*/ 103787 h 285769"/>
              <a:gd name="csX21" fmla="*/ 161629 w 251423"/>
              <a:gd name="csY21" fmla="*/ 110971 h 285769"/>
              <a:gd name="csX22" fmla="*/ 162826 w 251423"/>
              <a:gd name="csY22" fmla="*/ 98998 h 285769"/>
              <a:gd name="csX23" fmla="*/ 153248 w 251423"/>
              <a:gd name="csY23" fmla="*/ 97801 h 285769"/>
              <a:gd name="csX24" fmla="*/ 155643 w 251423"/>
              <a:gd name="csY24" fmla="*/ 89420 h 285769"/>
              <a:gd name="csX25" fmla="*/ 148459 w 251423"/>
              <a:gd name="csY25" fmla="*/ 89420 h 285769"/>
              <a:gd name="csX26" fmla="*/ 146065 w 251423"/>
              <a:gd name="csY26" fmla="*/ 113365 h 285769"/>
              <a:gd name="csX27" fmla="*/ 143670 w 251423"/>
              <a:gd name="csY27" fmla="*/ 108576 h 285769"/>
              <a:gd name="csX28" fmla="*/ 136487 w 251423"/>
              <a:gd name="csY28" fmla="*/ 98998 h 285769"/>
              <a:gd name="csX29" fmla="*/ 122120 w 251423"/>
              <a:gd name="csY29" fmla="*/ 104984 h 285769"/>
              <a:gd name="csX30" fmla="*/ 119725 w 251423"/>
              <a:gd name="csY30" fmla="*/ 116957 h 285769"/>
              <a:gd name="csX31" fmla="*/ 107753 w 251423"/>
              <a:gd name="csY31" fmla="*/ 116957 h 285769"/>
              <a:gd name="csX32" fmla="*/ 111344 w 251423"/>
              <a:gd name="csY32" fmla="*/ 130127 h 285769"/>
              <a:gd name="csX33" fmla="*/ 117331 w 251423"/>
              <a:gd name="csY33" fmla="*/ 136113 h 285769"/>
              <a:gd name="csX34" fmla="*/ 101766 w 251423"/>
              <a:gd name="csY34" fmla="*/ 142099 h 285769"/>
              <a:gd name="csX35" fmla="*/ 93386 w 251423"/>
              <a:gd name="csY35" fmla="*/ 134916 h 285769"/>
              <a:gd name="csX36" fmla="*/ 81413 w 251423"/>
              <a:gd name="csY36" fmla="*/ 149283 h 285769"/>
              <a:gd name="csX37" fmla="*/ 73032 w 251423"/>
              <a:gd name="csY37" fmla="*/ 149283 h 285769"/>
              <a:gd name="csX38" fmla="*/ 83808 w 251423"/>
              <a:gd name="csY38" fmla="*/ 158861 h 285769"/>
              <a:gd name="csX39" fmla="*/ 74230 w 251423"/>
              <a:gd name="csY39" fmla="*/ 167241 h 285769"/>
              <a:gd name="csX40" fmla="*/ 79019 w 251423"/>
              <a:gd name="csY40" fmla="*/ 188792 h 285769"/>
              <a:gd name="csX41" fmla="*/ 59863 w 251423"/>
              <a:gd name="csY41" fmla="*/ 185200 h 285769"/>
              <a:gd name="csX42" fmla="*/ 58665 w 251423"/>
              <a:gd name="csY42" fmla="*/ 194778 h 285769"/>
              <a:gd name="csX43" fmla="*/ 56271 w 251423"/>
              <a:gd name="csY43" fmla="*/ 192384 h 285769"/>
              <a:gd name="csX44" fmla="*/ 50285 w 251423"/>
              <a:gd name="csY44" fmla="*/ 201962 h 285769"/>
              <a:gd name="csX45" fmla="*/ 39509 w 251423"/>
              <a:gd name="csY45" fmla="*/ 192384 h 285769"/>
              <a:gd name="csX46" fmla="*/ 40707 w 251423"/>
              <a:gd name="csY46" fmla="*/ 200764 h 285769"/>
              <a:gd name="csX47" fmla="*/ 33523 w 251423"/>
              <a:gd name="csY47" fmla="*/ 203159 h 285769"/>
              <a:gd name="csX48" fmla="*/ 35918 w 251423"/>
              <a:gd name="csY48" fmla="*/ 205554 h 285769"/>
              <a:gd name="csX49" fmla="*/ 28734 w 251423"/>
              <a:gd name="csY49" fmla="*/ 218723 h 285769"/>
              <a:gd name="csX50" fmla="*/ 35918 w 251423"/>
              <a:gd name="csY50" fmla="*/ 219921 h 285769"/>
              <a:gd name="csX51" fmla="*/ 21551 w 251423"/>
              <a:gd name="csY51" fmla="*/ 231893 h 285769"/>
              <a:gd name="csX52" fmla="*/ 11973 w 251423"/>
              <a:gd name="csY52" fmla="*/ 258233 h 285769"/>
              <a:gd name="csX53" fmla="*/ 14367 w 251423"/>
              <a:gd name="csY53" fmla="*/ 261824 h 285769"/>
              <a:gd name="csX54" fmla="*/ 9578 w 251423"/>
              <a:gd name="csY54" fmla="*/ 277389 h 285769"/>
              <a:gd name="csX55" fmla="*/ 2395 w 251423"/>
              <a:gd name="csY55" fmla="*/ 279783 h 285769"/>
              <a:gd name="csX56" fmla="*/ 0 w 251423"/>
              <a:gd name="csY56" fmla="*/ 285769 h 285769"/>
              <a:gd name="csX57" fmla="*/ 0 w 251423"/>
              <a:gd name="csY57" fmla="*/ 272600 h 285769"/>
              <a:gd name="csX58" fmla="*/ 2395 w 251423"/>
              <a:gd name="csY58" fmla="*/ 263022 h 285769"/>
              <a:gd name="csX59" fmla="*/ 8381 w 251423"/>
              <a:gd name="csY59" fmla="*/ 259430 h 285769"/>
              <a:gd name="csX60" fmla="*/ 19156 w 251423"/>
              <a:gd name="csY60" fmla="*/ 221118 h 285769"/>
              <a:gd name="csX61" fmla="*/ 16762 w 251423"/>
              <a:gd name="csY61" fmla="*/ 217526 h 285769"/>
              <a:gd name="csX62" fmla="*/ 21551 w 251423"/>
              <a:gd name="csY62" fmla="*/ 209145 h 285769"/>
              <a:gd name="csX63" fmla="*/ 31129 w 251423"/>
              <a:gd name="csY63" fmla="*/ 186397 h 285769"/>
              <a:gd name="csX64" fmla="*/ 28734 w 251423"/>
              <a:gd name="csY64" fmla="*/ 184003 h 285769"/>
              <a:gd name="csX65" fmla="*/ 38312 w 251423"/>
              <a:gd name="csY65" fmla="*/ 157663 h 285769"/>
              <a:gd name="csX66" fmla="*/ 33523 w 251423"/>
              <a:gd name="csY66" fmla="*/ 152874 h 285769"/>
              <a:gd name="csX67" fmla="*/ 45496 w 251423"/>
              <a:gd name="csY67" fmla="*/ 136113 h 285769"/>
              <a:gd name="csX68" fmla="*/ 40707 w 251423"/>
              <a:gd name="csY68" fmla="*/ 133718 h 285769"/>
              <a:gd name="csX69" fmla="*/ 40707 w 251423"/>
              <a:gd name="csY69" fmla="*/ 128929 h 285769"/>
              <a:gd name="csX70" fmla="*/ 46693 w 251423"/>
              <a:gd name="csY70" fmla="*/ 130127 h 285769"/>
              <a:gd name="csX71" fmla="*/ 73032 w 251423"/>
              <a:gd name="csY71" fmla="*/ 89420 h 285769"/>
              <a:gd name="csX72" fmla="*/ 77821 w 251423"/>
              <a:gd name="csY72" fmla="*/ 96604 h 285769"/>
              <a:gd name="csX73" fmla="*/ 82610 w 251423"/>
              <a:gd name="csY73" fmla="*/ 82237 h 285769"/>
              <a:gd name="csX74" fmla="*/ 89794 w 251423"/>
              <a:gd name="csY74" fmla="*/ 84631 h 285769"/>
              <a:gd name="csX75" fmla="*/ 92188 w 251423"/>
              <a:gd name="csY75" fmla="*/ 70264 h 285769"/>
              <a:gd name="csX76" fmla="*/ 96977 w 251423"/>
              <a:gd name="csY76" fmla="*/ 77448 h 285769"/>
              <a:gd name="csX77" fmla="*/ 101766 w 251423"/>
              <a:gd name="csY77" fmla="*/ 63081 h 285769"/>
              <a:gd name="csX78" fmla="*/ 107753 w 251423"/>
              <a:gd name="csY78" fmla="*/ 61883 h 285769"/>
              <a:gd name="csX79" fmla="*/ 116133 w 251423"/>
              <a:gd name="csY79" fmla="*/ 60686 h 285769"/>
              <a:gd name="csX80" fmla="*/ 120922 w 251423"/>
              <a:gd name="csY80" fmla="*/ 48713 h 285769"/>
              <a:gd name="csX81" fmla="*/ 123317 w 251423"/>
              <a:gd name="csY81" fmla="*/ 53502 h 285769"/>
              <a:gd name="csX82" fmla="*/ 130501 w 251423"/>
              <a:gd name="csY82" fmla="*/ 51108 h 285769"/>
              <a:gd name="csX83" fmla="*/ 135290 w 251423"/>
              <a:gd name="csY83" fmla="*/ 41530 h 285769"/>
              <a:gd name="csX84" fmla="*/ 141276 w 251423"/>
              <a:gd name="csY84" fmla="*/ 39135 h 285769"/>
              <a:gd name="csX85" fmla="*/ 136487 w 251423"/>
              <a:gd name="csY85" fmla="*/ 35544 h 285769"/>
              <a:gd name="csX86" fmla="*/ 147262 w 251423"/>
              <a:gd name="csY86" fmla="*/ 24768 h 285769"/>
              <a:gd name="csX87" fmla="*/ 153248 w 251423"/>
              <a:gd name="csY87" fmla="*/ 22374 h 285769"/>
              <a:gd name="csX88" fmla="*/ 165221 w 251423"/>
              <a:gd name="csY88" fmla="*/ 27163 h 285769"/>
              <a:gd name="csX89" fmla="*/ 173602 w 251423"/>
              <a:gd name="csY89" fmla="*/ 15190 h 285769"/>
              <a:gd name="csX90" fmla="*/ 186771 w 251423"/>
              <a:gd name="csY90" fmla="*/ 16388 h 285769"/>
              <a:gd name="csX91" fmla="*/ 185574 w 251423"/>
              <a:gd name="csY91" fmla="*/ 8007 h 285769"/>
              <a:gd name="csX92" fmla="*/ 190363 w 251423"/>
              <a:gd name="csY92" fmla="*/ 10401 h 285769"/>
              <a:gd name="csX93" fmla="*/ 201138 w 251423"/>
              <a:gd name="csY93" fmla="*/ 2021 h 285769"/>
              <a:gd name="csX94" fmla="*/ 198744 w 251423"/>
              <a:gd name="csY94" fmla="*/ 10401 h 285769"/>
              <a:gd name="csX95" fmla="*/ 201138 w 251423"/>
              <a:gd name="csY95" fmla="*/ 5612 h 285769"/>
              <a:gd name="csX96" fmla="*/ 203533 w 251423"/>
              <a:gd name="csY96" fmla="*/ 18782 h 285769"/>
              <a:gd name="csX97" fmla="*/ 220295 w 251423"/>
              <a:gd name="csY97" fmla="*/ 23571 h 285769"/>
              <a:gd name="csX98" fmla="*/ 216703 w 251423"/>
              <a:gd name="csY98" fmla="*/ 36741 h 285769"/>
              <a:gd name="csX99" fmla="*/ 234662 w 251423"/>
              <a:gd name="csY99" fmla="*/ 31952 h 285769"/>
              <a:gd name="csX100" fmla="*/ 234662 w 251423"/>
              <a:gd name="csY100" fmla="*/ 39135 h 285769"/>
              <a:gd name="csX101" fmla="*/ 227478 w 251423"/>
              <a:gd name="csY101" fmla="*/ 40333 h 285769"/>
              <a:gd name="csX102" fmla="*/ 238253 w 251423"/>
              <a:gd name="csY102" fmla="*/ 39135 h 285769"/>
              <a:gd name="csX103" fmla="*/ 239451 w 251423"/>
              <a:gd name="csY103" fmla="*/ 49911 h 285769"/>
              <a:gd name="csX104" fmla="*/ 244240 w 251423"/>
              <a:gd name="csY104" fmla="*/ 51108 h 285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</a:cxnLst>
            <a:rect l="l" t="t" r="r" b="b"/>
            <a:pathLst>
              <a:path w="251423" h="285769">
                <a:moveTo>
                  <a:pt x="244240" y="51108"/>
                </a:moveTo>
                <a:cubicBezTo>
                  <a:pt x="244575" y="54987"/>
                  <a:pt x="242970" y="57789"/>
                  <a:pt x="239451" y="59489"/>
                </a:cubicBezTo>
                <a:cubicBezTo>
                  <a:pt x="243449" y="62290"/>
                  <a:pt x="247424" y="65068"/>
                  <a:pt x="251423" y="67870"/>
                </a:cubicBezTo>
                <a:cubicBezTo>
                  <a:pt x="243976" y="78717"/>
                  <a:pt x="235595" y="78717"/>
                  <a:pt x="226281" y="67870"/>
                </a:cubicBezTo>
                <a:cubicBezTo>
                  <a:pt x="224676" y="65475"/>
                  <a:pt x="224676" y="63081"/>
                  <a:pt x="226281" y="60686"/>
                </a:cubicBezTo>
                <a:cubicBezTo>
                  <a:pt x="228484" y="59656"/>
                  <a:pt x="230471" y="58866"/>
                  <a:pt x="232267" y="58292"/>
                </a:cubicBezTo>
                <a:cubicBezTo>
                  <a:pt x="227262" y="54700"/>
                  <a:pt x="222090" y="51491"/>
                  <a:pt x="216703" y="48713"/>
                </a:cubicBezTo>
                <a:cubicBezTo>
                  <a:pt x="214260" y="51419"/>
                  <a:pt x="212680" y="50629"/>
                  <a:pt x="211914" y="46319"/>
                </a:cubicBezTo>
                <a:cubicBezTo>
                  <a:pt x="210717" y="47516"/>
                  <a:pt x="209519" y="48713"/>
                  <a:pt x="208322" y="49911"/>
                </a:cubicBezTo>
                <a:cubicBezTo>
                  <a:pt x="212536" y="53742"/>
                  <a:pt x="216942" y="54939"/>
                  <a:pt x="221492" y="53502"/>
                </a:cubicBezTo>
                <a:cubicBezTo>
                  <a:pt x="223455" y="58842"/>
                  <a:pt x="222665" y="63631"/>
                  <a:pt x="219097" y="67870"/>
                </a:cubicBezTo>
                <a:cubicBezTo>
                  <a:pt x="213350" y="65236"/>
                  <a:pt x="207364" y="64828"/>
                  <a:pt x="201138" y="66672"/>
                </a:cubicBezTo>
                <a:cubicBezTo>
                  <a:pt x="201929" y="67462"/>
                  <a:pt x="202743" y="68277"/>
                  <a:pt x="203533" y="69067"/>
                </a:cubicBezTo>
                <a:cubicBezTo>
                  <a:pt x="199510" y="69905"/>
                  <a:pt x="197116" y="72299"/>
                  <a:pt x="196349" y="76250"/>
                </a:cubicBezTo>
                <a:cubicBezTo>
                  <a:pt x="196972" y="82069"/>
                  <a:pt x="199367" y="86858"/>
                  <a:pt x="203533" y="90617"/>
                </a:cubicBezTo>
                <a:cubicBezTo>
                  <a:pt x="199271" y="91168"/>
                  <a:pt x="195272" y="89971"/>
                  <a:pt x="191560" y="87026"/>
                </a:cubicBezTo>
                <a:cubicBezTo>
                  <a:pt x="189956" y="87816"/>
                  <a:pt x="188376" y="88630"/>
                  <a:pt x="186771" y="89420"/>
                </a:cubicBezTo>
                <a:cubicBezTo>
                  <a:pt x="189190" y="91575"/>
                  <a:pt x="189190" y="93155"/>
                  <a:pt x="186771" y="94209"/>
                </a:cubicBezTo>
                <a:cubicBezTo>
                  <a:pt x="180426" y="91120"/>
                  <a:pt x="174847" y="92317"/>
                  <a:pt x="170010" y="97801"/>
                </a:cubicBezTo>
                <a:cubicBezTo>
                  <a:pt x="174009" y="98591"/>
                  <a:pt x="177984" y="99405"/>
                  <a:pt x="181982" y="100195"/>
                </a:cubicBezTo>
                <a:cubicBezTo>
                  <a:pt x="177744" y="102877"/>
                  <a:pt x="173362" y="104074"/>
                  <a:pt x="168813" y="103787"/>
                </a:cubicBezTo>
                <a:cubicBezTo>
                  <a:pt x="165891" y="105631"/>
                  <a:pt x="163497" y="108025"/>
                  <a:pt x="161629" y="110971"/>
                </a:cubicBezTo>
                <a:cubicBezTo>
                  <a:pt x="156792" y="106253"/>
                  <a:pt x="157199" y="102255"/>
                  <a:pt x="162826" y="98998"/>
                </a:cubicBezTo>
                <a:cubicBezTo>
                  <a:pt x="159905" y="97561"/>
                  <a:pt x="156720" y="97178"/>
                  <a:pt x="153248" y="97801"/>
                </a:cubicBezTo>
                <a:cubicBezTo>
                  <a:pt x="155260" y="95382"/>
                  <a:pt x="156050" y="92581"/>
                  <a:pt x="155643" y="89420"/>
                </a:cubicBezTo>
                <a:cubicBezTo>
                  <a:pt x="153248" y="89420"/>
                  <a:pt x="150854" y="89420"/>
                  <a:pt x="148459" y="89420"/>
                </a:cubicBezTo>
                <a:cubicBezTo>
                  <a:pt x="147286" y="97801"/>
                  <a:pt x="146496" y="105775"/>
                  <a:pt x="146065" y="113365"/>
                </a:cubicBezTo>
                <a:cubicBezTo>
                  <a:pt x="131051" y="119806"/>
                  <a:pt x="130261" y="118226"/>
                  <a:pt x="143670" y="108576"/>
                </a:cubicBezTo>
                <a:cubicBezTo>
                  <a:pt x="141276" y="105391"/>
                  <a:pt x="138881" y="102183"/>
                  <a:pt x="136487" y="98998"/>
                </a:cubicBezTo>
                <a:cubicBezTo>
                  <a:pt x="132368" y="102470"/>
                  <a:pt x="127579" y="104482"/>
                  <a:pt x="122120" y="104984"/>
                </a:cubicBezTo>
                <a:cubicBezTo>
                  <a:pt x="122144" y="108768"/>
                  <a:pt x="121330" y="112766"/>
                  <a:pt x="119725" y="116957"/>
                </a:cubicBezTo>
                <a:cubicBezTo>
                  <a:pt x="115822" y="116478"/>
                  <a:pt x="111847" y="116478"/>
                  <a:pt x="107753" y="116957"/>
                </a:cubicBezTo>
                <a:cubicBezTo>
                  <a:pt x="111823" y="120309"/>
                  <a:pt x="113021" y="124715"/>
                  <a:pt x="111344" y="130127"/>
                </a:cubicBezTo>
                <a:cubicBezTo>
                  <a:pt x="113332" y="132114"/>
                  <a:pt x="115343" y="134125"/>
                  <a:pt x="117331" y="136113"/>
                </a:cubicBezTo>
                <a:cubicBezTo>
                  <a:pt x="112470" y="140806"/>
                  <a:pt x="107298" y="142794"/>
                  <a:pt x="101766" y="142099"/>
                </a:cubicBezTo>
                <a:cubicBezTo>
                  <a:pt x="99324" y="139250"/>
                  <a:pt x="96523" y="136855"/>
                  <a:pt x="93386" y="134916"/>
                </a:cubicBezTo>
                <a:cubicBezTo>
                  <a:pt x="89411" y="139609"/>
                  <a:pt x="85436" y="144398"/>
                  <a:pt x="81413" y="149283"/>
                </a:cubicBezTo>
                <a:cubicBezTo>
                  <a:pt x="78492" y="152180"/>
                  <a:pt x="75690" y="152180"/>
                  <a:pt x="73032" y="149283"/>
                </a:cubicBezTo>
                <a:cubicBezTo>
                  <a:pt x="72985" y="155987"/>
                  <a:pt x="76576" y="159196"/>
                  <a:pt x="83808" y="158861"/>
                </a:cubicBezTo>
                <a:cubicBezTo>
                  <a:pt x="84215" y="166858"/>
                  <a:pt x="81030" y="169660"/>
                  <a:pt x="74230" y="167241"/>
                </a:cubicBezTo>
                <a:cubicBezTo>
                  <a:pt x="70806" y="175383"/>
                  <a:pt x="72410" y="182566"/>
                  <a:pt x="79019" y="188792"/>
                </a:cubicBezTo>
                <a:cubicBezTo>
                  <a:pt x="72601" y="188409"/>
                  <a:pt x="66208" y="187212"/>
                  <a:pt x="59863" y="185200"/>
                </a:cubicBezTo>
                <a:cubicBezTo>
                  <a:pt x="60246" y="188481"/>
                  <a:pt x="59839" y="191689"/>
                  <a:pt x="58665" y="194778"/>
                </a:cubicBezTo>
                <a:cubicBezTo>
                  <a:pt x="57875" y="193988"/>
                  <a:pt x="57061" y="193174"/>
                  <a:pt x="56271" y="192384"/>
                </a:cubicBezTo>
                <a:cubicBezTo>
                  <a:pt x="54068" y="195401"/>
                  <a:pt x="52057" y="198585"/>
                  <a:pt x="50285" y="201962"/>
                </a:cubicBezTo>
                <a:cubicBezTo>
                  <a:pt x="47100" y="198394"/>
                  <a:pt x="43508" y="195209"/>
                  <a:pt x="39509" y="192384"/>
                </a:cubicBezTo>
                <a:cubicBezTo>
                  <a:pt x="35151" y="195377"/>
                  <a:pt x="35535" y="198178"/>
                  <a:pt x="40707" y="200764"/>
                </a:cubicBezTo>
                <a:cubicBezTo>
                  <a:pt x="38312" y="201555"/>
                  <a:pt x="35918" y="202369"/>
                  <a:pt x="33523" y="203159"/>
                </a:cubicBezTo>
                <a:cubicBezTo>
                  <a:pt x="34313" y="203949"/>
                  <a:pt x="35127" y="204763"/>
                  <a:pt x="35918" y="205554"/>
                </a:cubicBezTo>
                <a:cubicBezTo>
                  <a:pt x="30865" y="208571"/>
                  <a:pt x="28471" y="212976"/>
                  <a:pt x="28734" y="218723"/>
                </a:cubicBezTo>
                <a:cubicBezTo>
                  <a:pt x="31248" y="218364"/>
                  <a:pt x="33643" y="218771"/>
                  <a:pt x="35918" y="219921"/>
                </a:cubicBezTo>
                <a:cubicBezTo>
                  <a:pt x="32134" y="225117"/>
                  <a:pt x="27345" y="229115"/>
                  <a:pt x="21551" y="231893"/>
                </a:cubicBezTo>
                <a:cubicBezTo>
                  <a:pt x="22484" y="241591"/>
                  <a:pt x="19300" y="250355"/>
                  <a:pt x="11973" y="258233"/>
                </a:cubicBezTo>
                <a:cubicBezTo>
                  <a:pt x="13074" y="259214"/>
                  <a:pt x="13864" y="260412"/>
                  <a:pt x="14367" y="261824"/>
                </a:cubicBezTo>
                <a:cubicBezTo>
                  <a:pt x="9913" y="266709"/>
                  <a:pt x="8333" y="271905"/>
                  <a:pt x="9578" y="277389"/>
                </a:cubicBezTo>
                <a:cubicBezTo>
                  <a:pt x="7184" y="278179"/>
                  <a:pt x="4789" y="278993"/>
                  <a:pt x="2395" y="279783"/>
                </a:cubicBezTo>
                <a:cubicBezTo>
                  <a:pt x="4957" y="282561"/>
                  <a:pt x="4143" y="284548"/>
                  <a:pt x="0" y="285769"/>
                </a:cubicBezTo>
                <a:cubicBezTo>
                  <a:pt x="838" y="280885"/>
                  <a:pt x="838" y="276503"/>
                  <a:pt x="0" y="272600"/>
                </a:cubicBezTo>
                <a:cubicBezTo>
                  <a:pt x="5005" y="270325"/>
                  <a:pt x="5819" y="267116"/>
                  <a:pt x="2395" y="263022"/>
                </a:cubicBezTo>
                <a:cubicBezTo>
                  <a:pt x="4597" y="262136"/>
                  <a:pt x="6585" y="260938"/>
                  <a:pt x="8381" y="259430"/>
                </a:cubicBezTo>
                <a:cubicBezTo>
                  <a:pt x="9841" y="246092"/>
                  <a:pt x="13433" y="233330"/>
                  <a:pt x="19156" y="221118"/>
                </a:cubicBezTo>
                <a:cubicBezTo>
                  <a:pt x="18653" y="219705"/>
                  <a:pt x="17863" y="218508"/>
                  <a:pt x="16762" y="217526"/>
                </a:cubicBezTo>
                <a:cubicBezTo>
                  <a:pt x="22508" y="216305"/>
                  <a:pt x="24113" y="213527"/>
                  <a:pt x="21551" y="209145"/>
                </a:cubicBezTo>
                <a:cubicBezTo>
                  <a:pt x="23754" y="201938"/>
                  <a:pt x="26962" y="194347"/>
                  <a:pt x="31129" y="186397"/>
                </a:cubicBezTo>
                <a:cubicBezTo>
                  <a:pt x="30338" y="185607"/>
                  <a:pt x="29524" y="184793"/>
                  <a:pt x="28734" y="184003"/>
                </a:cubicBezTo>
                <a:cubicBezTo>
                  <a:pt x="33308" y="175694"/>
                  <a:pt x="36492" y="166906"/>
                  <a:pt x="38312" y="157663"/>
                </a:cubicBezTo>
                <a:cubicBezTo>
                  <a:pt x="36708" y="156059"/>
                  <a:pt x="35127" y="154479"/>
                  <a:pt x="33523" y="152874"/>
                </a:cubicBezTo>
                <a:cubicBezTo>
                  <a:pt x="37498" y="147415"/>
                  <a:pt x="41497" y="141836"/>
                  <a:pt x="45496" y="136113"/>
                </a:cubicBezTo>
                <a:cubicBezTo>
                  <a:pt x="43891" y="135323"/>
                  <a:pt x="42311" y="134509"/>
                  <a:pt x="40707" y="133718"/>
                </a:cubicBezTo>
                <a:cubicBezTo>
                  <a:pt x="43891" y="132114"/>
                  <a:pt x="43891" y="130534"/>
                  <a:pt x="40707" y="128929"/>
                </a:cubicBezTo>
                <a:cubicBezTo>
                  <a:pt x="42981" y="127445"/>
                  <a:pt x="44969" y="127852"/>
                  <a:pt x="46693" y="130127"/>
                </a:cubicBezTo>
                <a:cubicBezTo>
                  <a:pt x="53685" y="115329"/>
                  <a:pt x="62473" y="101752"/>
                  <a:pt x="73032" y="89420"/>
                </a:cubicBezTo>
                <a:cubicBezTo>
                  <a:pt x="74038" y="92222"/>
                  <a:pt x="75642" y="94616"/>
                  <a:pt x="77821" y="96604"/>
                </a:cubicBezTo>
                <a:cubicBezTo>
                  <a:pt x="80599" y="92317"/>
                  <a:pt x="82203" y="87528"/>
                  <a:pt x="82610" y="82237"/>
                </a:cubicBezTo>
                <a:cubicBezTo>
                  <a:pt x="84646" y="86116"/>
                  <a:pt x="87040" y="86930"/>
                  <a:pt x="89794" y="84631"/>
                </a:cubicBezTo>
                <a:cubicBezTo>
                  <a:pt x="88501" y="79962"/>
                  <a:pt x="89315" y="75173"/>
                  <a:pt x="92188" y="70264"/>
                </a:cubicBezTo>
                <a:cubicBezTo>
                  <a:pt x="93194" y="73066"/>
                  <a:pt x="94799" y="75460"/>
                  <a:pt x="96977" y="77448"/>
                </a:cubicBezTo>
                <a:cubicBezTo>
                  <a:pt x="98582" y="72659"/>
                  <a:pt x="100162" y="67870"/>
                  <a:pt x="101766" y="63081"/>
                </a:cubicBezTo>
                <a:cubicBezTo>
                  <a:pt x="106723" y="69139"/>
                  <a:pt x="108734" y="68732"/>
                  <a:pt x="107753" y="61883"/>
                </a:cubicBezTo>
                <a:cubicBezTo>
                  <a:pt x="110913" y="62242"/>
                  <a:pt x="113715" y="61835"/>
                  <a:pt x="116133" y="60686"/>
                </a:cubicBezTo>
                <a:cubicBezTo>
                  <a:pt x="116660" y="56184"/>
                  <a:pt x="118241" y="52186"/>
                  <a:pt x="120922" y="48713"/>
                </a:cubicBezTo>
                <a:cubicBezTo>
                  <a:pt x="121713" y="50318"/>
                  <a:pt x="122527" y="51898"/>
                  <a:pt x="123317" y="53502"/>
                </a:cubicBezTo>
                <a:cubicBezTo>
                  <a:pt x="125328" y="46415"/>
                  <a:pt x="127723" y="45601"/>
                  <a:pt x="130501" y="51108"/>
                </a:cubicBezTo>
                <a:cubicBezTo>
                  <a:pt x="132105" y="47923"/>
                  <a:pt x="133685" y="44715"/>
                  <a:pt x="135290" y="41530"/>
                </a:cubicBezTo>
                <a:cubicBezTo>
                  <a:pt x="137493" y="40500"/>
                  <a:pt x="139480" y="39710"/>
                  <a:pt x="141276" y="39135"/>
                </a:cubicBezTo>
                <a:cubicBezTo>
                  <a:pt x="140007" y="37483"/>
                  <a:pt x="138426" y="36286"/>
                  <a:pt x="136487" y="35544"/>
                </a:cubicBezTo>
                <a:cubicBezTo>
                  <a:pt x="143263" y="35137"/>
                  <a:pt x="146855" y="31545"/>
                  <a:pt x="147262" y="24768"/>
                </a:cubicBezTo>
                <a:cubicBezTo>
                  <a:pt x="150183" y="33580"/>
                  <a:pt x="152195" y="32790"/>
                  <a:pt x="153248" y="22374"/>
                </a:cubicBezTo>
                <a:cubicBezTo>
                  <a:pt x="158013" y="21967"/>
                  <a:pt x="162012" y="23571"/>
                  <a:pt x="165221" y="27163"/>
                </a:cubicBezTo>
                <a:cubicBezTo>
                  <a:pt x="170345" y="24936"/>
                  <a:pt x="173123" y="20937"/>
                  <a:pt x="173602" y="15190"/>
                </a:cubicBezTo>
                <a:cubicBezTo>
                  <a:pt x="177744" y="17776"/>
                  <a:pt x="182126" y="18160"/>
                  <a:pt x="186771" y="16388"/>
                </a:cubicBezTo>
                <a:cubicBezTo>
                  <a:pt x="177984" y="15454"/>
                  <a:pt x="177600" y="12652"/>
                  <a:pt x="185574" y="8007"/>
                </a:cubicBezTo>
                <a:cubicBezTo>
                  <a:pt x="186340" y="12317"/>
                  <a:pt x="187921" y="13107"/>
                  <a:pt x="190363" y="10401"/>
                </a:cubicBezTo>
                <a:cubicBezTo>
                  <a:pt x="189860" y="416"/>
                  <a:pt x="193452" y="-2385"/>
                  <a:pt x="201138" y="2021"/>
                </a:cubicBezTo>
                <a:cubicBezTo>
                  <a:pt x="192973" y="3457"/>
                  <a:pt x="192183" y="6259"/>
                  <a:pt x="198744" y="10401"/>
                </a:cubicBezTo>
                <a:cubicBezTo>
                  <a:pt x="199534" y="8797"/>
                  <a:pt x="200348" y="7217"/>
                  <a:pt x="201138" y="5612"/>
                </a:cubicBezTo>
                <a:cubicBezTo>
                  <a:pt x="207891" y="9659"/>
                  <a:pt x="208681" y="14065"/>
                  <a:pt x="203533" y="18782"/>
                </a:cubicBezTo>
                <a:cubicBezTo>
                  <a:pt x="209400" y="19477"/>
                  <a:pt x="215003" y="21081"/>
                  <a:pt x="220295" y="23571"/>
                </a:cubicBezTo>
                <a:cubicBezTo>
                  <a:pt x="215841" y="26971"/>
                  <a:pt x="214643" y="31353"/>
                  <a:pt x="216703" y="36741"/>
                </a:cubicBezTo>
                <a:cubicBezTo>
                  <a:pt x="223958" y="36621"/>
                  <a:pt x="229944" y="35017"/>
                  <a:pt x="234662" y="31952"/>
                </a:cubicBezTo>
                <a:cubicBezTo>
                  <a:pt x="234662" y="34346"/>
                  <a:pt x="234662" y="36741"/>
                  <a:pt x="234662" y="39135"/>
                </a:cubicBezTo>
                <a:cubicBezTo>
                  <a:pt x="232147" y="38776"/>
                  <a:pt x="229753" y="39183"/>
                  <a:pt x="227478" y="40333"/>
                </a:cubicBezTo>
                <a:cubicBezTo>
                  <a:pt x="231333" y="42057"/>
                  <a:pt x="234925" y="41650"/>
                  <a:pt x="238253" y="39135"/>
                </a:cubicBezTo>
                <a:cubicBezTo>
                  <a:pt x="248981" y="41841"/>
                  <a:pt x="249388" y="45433"/>
                  <a:pt x="239451" y="49911"/>
                </a:cubicBezTo>
                <a:cubicBezTo>
                  <a:pt x="240863" y="51012"/>
                  <a:pt x="242468" y="51419"/>
                  <a:pt x="244240" y="51108"/>
                </a:cubicBezTo>
                <a:close/>
              </a:path>
            </a:pathLst>
          </a:custGeom>
          <a:solidFill>
            <a:srgbClr val="CFDAD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8E0490A0-DFF6-2108-B485-D39BB2DE9FFE}"/>
              </a:ext>
            </a:extLst>
          </p:cNvPr>
          <p:cNvSpPr/>
          <p:nvPr/>
        </p:nvSpPr>
        <p:spPr>
          <a:xfrm>
            <a:off x="9503931" y="4334598"/>
            <a:ext cx="437918" cy="522001"/>
          </a:xfrm>
          <a:custGeom>
            <a:avLst/>
            <a:gdLst>
              <a:gd name="csX0" fmla="*/ 265514 w 437918"/>
              <a:gd name="csY0" fmla="*/ 4789 h 522001"/>
              <a:gd name="csX1" fmla="*/ 271500 w 437918"/>
              <a:gd name="csY1" fmla="*/ 2395 h 522001"/>
              <a:gd name="csX2" fmla="*/ 275092 w 437918"/>
              <a:gd name="csY2" fmla="*/ 10775 h 522001"/>
              <a:gd name="csX3" fmla="*/ 284670 w 437918"/>
              <a:gd name="csY3" fmla="*/ 10775 h 522001"/>
              <a:gd name="csX4" fmla="*/ 282276 w 437918"/>
              <a:gd name="csY4" fmla="*/ 13170 h 522001"/>
              <a:gd name="csX5" fmla="*/ 295446 w 437918"/>
              <a:gd name="csY5" fmla="*/ 28734 h 522001"/>
              <a:gd name="csX6" fmla="*/ 297840 w 437918"/>
              <a:gd name="csY6" fmla="*/ 26340 h 522001"/>
              <a:gd name="csX7" fmla="*/ 309813 w 437918"/>
              <a:gd name="csY7" fmla="*/ 47890 h 522001"/>
              <a:gd name="csX8" fmla="*/ 320588 w 437918"/>
              <a:gd name="csY8" fmla="*/ 49087 h 522001"/>
              <a:gd name="csX9" fmla="*/ 313404 w 437918"/>
              <a:gd name="csY9" fmla="*/ 52679 h 522001"/>
              <a:gd name="csX10" fmla="*/ 316996 w 437918"/>
              <a:gd name="csY10" fmla="*/ 52679 h 522001"/>
              <a:gd name="csX11" fmla="*/ 321785 w 437918"/>
              <a:gd name="csY11" fmla="*/ 62257 h 522001"/>
              <a:gd name="csX12" fmla="*/ 324180 w 437918"/>
              <a:gd name="csY12" fmla="*/ 57468 h 522001"/>
              <a:gd name="csX13" fmla="*/ 330166 w 437918"/>
              <a:gd name="csY13" fmla="*/ 69441 h 522001"/>
              <a:gd name="csX14" fmla="*/ 328969 w 437918"/>
              <a:gd name="csY14" fmla="*/ 76624 h 522001"/>
              <a:gd name="csX15" fmla="*/ 333758 w 437918"/>
              <a:gd name="csY15" fmla="*/ 74230 h 522001"/>
              <a:gd name="csX16" fmla="*/ 339744 w 437918"/>
              <a:gd name="csY16" fmla="*/ 87399 h 522001"/>
              <a:gd name="csX17" fmla="*/ 334955 w 437918"/>
              <a:gd name="csY17" fmla="*/ 89794 h 522001"/>
              <a:gd name="csX18" fmla="*/ 340941 w 437918"/>
              <a:gd name="csY18" fmla="*/ 95780 h 522001"/>
              <a:gd name="csX19" fmla="*/ 343336 w 437918"/>
              <a:gd name="csY19" fmla="*/ 93386 h 522001"/>
              <a:gd name="csX20" fmla="*/ 349322 w 437918"/>
              <a:gd name="csY20" fmla="*/ 106555 h 522001"/>
              <a:gd name="csX21" fmla="*/ 344533 w 437918"/>
              <a:gd name="csY21" fmla="*/ 108950 h 522001"/>
              <a:gd name="csX22" fmla="*/ 356505 w 437918"/>
              <a:gd name="csY22" fmla="*/ 125711 h 522001"/>
              <a:gd name="csX23" fmla="*/ 356505 w 437918"/>
              <a:gd name="csY23" fmla="*/ 135289 h 522001"/>
              <a:gd name="csX24" fmla="*/ 363689 w 437918"/>
              <a:gd name="csY24" fmla="*/ 147262 h 522001"/>
              <a:gd name="csX25" fmla="*/ 375661 w 437918"/>
              <a:gd name="csY25" fmla="*/ 164024 h 522001"/>
              <a:gd name="csX26" fmla="*/ 373267 w 437918"/>
              <a:gd name="csY26" fmla="*/ 166418 h 522001"/>
              <a:gd name="csX27" fmla="*/ 375661 w 437918"/>
              <a:gd name="csY27" fmla="*/ 171207 h 522001"/>
              <a:gd name="csX28" fmla="*/ 387634 w 437918"/>
              <a:gd name="csY28" fmla="*/ 187969 h 522001"/>
              <a:gd name="csX29" fmla="*/ 385239 w 437918"/>
              <a:gd name="csY29" fmla="*/ 199941 h 522001"/>
              <a:gd name="csX30" fmla="*/ 392423 w 437918"/>
              <a:gd name="csY30" fmla="*/ 210716 h 522001"/>
              <a:gd name="csX31" fmla="*/ 399606 w 437918"/>
              <a:gd name="csY31" fmla="*/ 215505 h 522001"/>
              <a:gd name="csX32" fmla="*/ 404395 w 437918"/>
              <a:gd name="csY32" fmla="*/ 196349 h 522001"/>
              <a:gd name="csX33" fmla="*/ 435524 w 437918"/>
              <a:gd name="csY33" fmla="*/ 332836 h 522001"/>
              <a:gd name="csX34" fmla="*/ 437919 w 437918"/>
              <a:gd name="csY34" fmla="*/ 457350 h 522001"/>
              <a:gd name="csX35" fmla="*/ 431932 w 437918"/>
              <a:gd name="csY35" fmla="*/ 519607 h 522001"/>
              <a:gd name="csX36" fmla="*/ 421157 w 437918"/>
              <a:gd name="csY36" fmla="*/ 522002 h 522001"/>
              <a:gd name="csX37" fmla="*/ 88321 w 437918"/>
              <a:gd name="csY37" fmla="*/ 470520 h 522001"/>
              <a:gd name="csX38" fmla="*/ 921 w 437918"/>
              <a:gd name="csY38" fmla="*/ 294524 h 522001"/>
              <a:gd name="csX39" fmla="*/ 9302 w 437918"/>
              <a:gd name="csY39" fmla="*/ 232267 h 522001"/>
              <a:gd name="csX40" fmla="*/ 9302 w 437918"/>
              <a:gd name="csY40" fmla="*/ 241845 h 522001"/>
              <a:gd name="csX41" fmla="*/ 20077 w 437918"/>
              <a:gd name="csY41" fmla="*/ 246634 h 522001"/>
              <a:gd name="csX42" fmla="*/ 21275 w 437918"/>
              <a:gd name="csY42" fmla="*/ 239450 h 522001"/>
              <a:gd name="csX43" fmla="*/ 23669 w 437918"/>
              <a:gd name="csY43" fmla="*/ 233464 h 522001"/>
              <a:gd name="csX44" fmla="*/ 30853 w 437918"/>
              <a:gd name="csY44" fmla="*/ 231070 h 522001"/>
              <a:gd name="csX45" fmla="*/ 35642 w 437918"/>
              <a:gd name="csY45" fmla="*/ 215505 h 522001"/>
              <a:gd name="csX46" fmla="*/ 33247 w 437918"/>
              <a:gd name="csY46" fmla="*/ 211914 h 522001"/>
              <a:gd name="csX47" fmla="*/ 42825 w 437918"/>
              <a:gd name="csY47" fmla="*/ 185574 h 522001"/>
              <a:gd name="csX48" fmla="*/ 57192 w 437918"/>
              <a:gd name="csY48" fmla="*/ 173602 h 522001"/>
              <a:gd name="csX49" fmla="*/ 50009 w 437918"/>
              <a:gd name="csY49" fmla="*/ 172404 h 522001"/>
              <a:gd name="csX50" fmla="*/ 57192 w 437918"/>
              <a:gd name="csY50" fmla="*/ 159235 h 522001"/>
              <a:gd name="csX51" fmla="*/ 54798 w 437918"/>
              <a:gd name="csY51" fmla="*/ 156840 h 522001"/>
              <a:gd name="csX52" fmla="*/ 61981 w 437918"/>
              <a:gd name="csY52" fmla="*/ 154446 h 522001"/>
              <a:gd name="csX53" fmla="*/ 60784 w 437918"/>
              <a:gd name="csY53" fmla="*/ 146065 h 522001"/>
              <a:gd name="csX54" fmla="*/ 71559 w 437918"/>
              <a:gd name="csY54" fmla="*/ 155643 h 522001"/>
              <a:gd name="csX55" fmla="*/ 77545 w 437918"/>
              <a:gd name="csY55" fmla="*/ 146065 h 522001"/>
              <a:gd name="csX56" fmla="*/ 79940 w 437918"/>
              <a:gd name="csY56" fmla="*/ 148459 h 522001"/>
              <a:gd name="csX57" fmla="*/ 81137 w 437918"/>
              <a:gd name="csY57" fmla="*/ 138881 h 522001"/>
              <a:gd name="csX58" fmla="*/ 100293 w 437918"/>
              <a:gd name="csY58" fmla="*/ 142473 h 522001"/>
              <a:gd name="csX59" fmla="*/ 95504 w 437918"/>
              <a:gd name="csY59" fmla="*/ 120922 h 522001"/>
              <a:gd name="csX60" fmla="*/ 105082 w 437918"/>
              <a:gd name="csY60" fmla="*/ 112542 h 522001"/>
              <a:gd name="csX61" fmla="*/ 94307 w 437918"/>
              <a:gd name="csY61" fmla="*/ 102964 h 522001"/>
              <a:gd name="csX62" fmla="*/ 102688 w 437918"/>
              <a:gd name="csY62" fmla="*/ 102964 h 522001"/>
              <a:gd name="csX63" fmla="*/ 114660 w 437918"/>
              <a:gd name="csY63" fmla="*/ 88597 h 522001"/>
              <a:gd name="csX64" fmla="*/ 123041 w 437918"/>
              <a:gd name="csY64" fmla="*/ 95780 h 522001"/>
              <a:gd name="csX65" fmla="*/ 138605 w 437918"/>
              <a:gd name="csY65" fmla="*/ 89794 h 522001"/>
              <a:gd name="csX66" fmla="*/ 132619 w 437918"/>
              <a:gd name="csY66" fmla="*/ 83808 h 522001"/>
              <a:gd name="csX67" fmla="*/ 129027 w 437918"/>
              <a:gd name="csY67" fmla="*/ 70638 h 522001"/>
              <a:gd name="csX68" fmla="*/ 141000 w 437918"/>
              <a:gd name="csY68" fmla="*/ 70638 h 522001"/>
              <a:gd name="csX69" fmla="*/ 143394 w 437918"/>
              <a:gd name="csY69" fmla="*/ 58665 h 522001"/>
              <a:gd name="csX70" fmla="*/ 157761 w 437918"/>
              <a:gd name="csY70" fmla="*/ 52679 h 522001"/>
              <a:gd name="csX71" fmla="*/ 164945 w 437918"/>
              <a:gd name="csY71" fmla="*/ 62257 h 522001"/>
              <a:gd name="csX72" fmla="*/ 167339 w 437918"/>
              <a:gd name="csY72" fmla="*/ 67046 h 522001"/>
              <a:gd name="csX73" fmla="*/ 169734 w 437918"/>
              <a:gd name="csY73" fmla="*/ 43101 h 522001"/>
              <a:gd name="csX74" fmla="*/ 176917 w 437918"/>
              <a:gd name="csY74" fmla="*/ 43101 h 522001"/>
              <a:gd name="csX75" fmla="*/ 174523 w 437918"/>
              <a:gd name="csY75" fmla="*/ 51482 h 522001"/>
              <a:gd name="csX76" fmla="*/ 184101 w 437918"/>
              <a:gd name="csY76" fmla="*/ 52679 h 522001"/>
              <a:gd name="csX77" fmla="*/ 182904 w 437918"/>
              <a:gd name="csY77" fmla="*/ 64652 h 522001"/>
              <a:gd name="csX78" fmla="*/ 190087 w 437918"/>
              <a:gd name="csY78" fmla="*/ 57468 h 522001"/>
              <a:gd name="csX79" fmla="*/ 203257 w 437918"/>
              <a:gd name="csY79" fmla="*/ 53876 h 522001"/>
              <a:gd name="csX80" fmla="*/ 191284 w 437918"/>
              <a:gd name="csY80" fmla="*/ 51482 h 522001"/>
              <a:gd name="csX81" fmla="*/ 208046 w 437918"/>
              <a:gd name="csY81" fmla="*/ 47890 h 522001"/>
              <a:gd name="csX82" fmla="*/ 208046 w 437918"/>
              <a:gd name="csY82" fmla="*/ 43101 h 522001"/>
              <a:gd name="csX83" fmla="*/ 212835 w 437918"/>
              <a:gd name="csY83" fmla="*/ 40707 h 522001"/>
              <a:gd name="csX84" fmla="*/ 224808 w 437918"/>
              <a:gd name="csY84" fmla="*/ 44298 h 522001"/>
              <a:gd name="csX85" fmla="*/ 217624 w 437918"/>
              <a:gd name="csY85" fmla="*/ 29931 h 522001"/>
              <a:gd name="csX86" fmla="*/ 224808 w 437918"/>
              <a:gd name="csY86" fmla="*/ 22748 h 522001"/>
              <a:gd name="csX87" fmla="*/ 222413 w 437918"/>
              <a:gd name="csY87" fmla="*/ 20353 h 522001"/>
              <a:gd name="csX88" fmla="*/ 240372 w 437918"/>
              <a:gd name="csY88" fmla="*/ 21551 h 522001"/>
              <a:gd name="csX89" fmla="*/ 242766 w 437918"/>
              <a:gd name="csY89" fmla="*/ 7184 h 522001"/>
              <a:gd name="csX90" fmla="*/ 229597 w 437918"/>
              <a:gd name="csY90" fmla="*/ 3592 h 522001"/>
              <a:gd name="csX91" fmla="*/ 233188 w 437918"/>
              <a:gd name="csY91" fmla="*/ 0 h 522001"/>
              <a:gd name="csX92" fmla="*/ 237977 w 437918"/>
              <a:gd name="csY92" fmla="*/ 2395 h 522001"/>
              <a:gd name="csX93" fmla="*/ 253542 w 437918"/>
              <a:gd name="csY93" fmla="*/ 11973 h 522001"/>
              <a:gd name="csX94" fmla="*/ 247555 w 437918"/>
              <a:gd name="csY94" fmla="*/ 14367 h 522001"/>
              <a:gd name="csX95" fmla="*/ 247555 w 437918"/>
              <a:gd name="csY95" fmla="*/ 21551 h 522001"/>
              <a:gd name="csX96" fmla="*/ 272698 w 437918"/>
              <a:gd name="csY96" fmla="*/ 21551 h 522001"/>
              <a:gd name="csX97" fmla="*/ 260725 w 437918"/>
              <a:gd name="csY97" fmla="*/ 13170 h 522001"/>
              <a:gd name="csX98" fmla="*/ 265514 w 437918"/>
              <a:gd name="csY98" fmla="*/ 4789 h 522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</a:cxnLst>
            <a:rect l="l" t="t" r="r" b="b"/>
            <a:pathLst>
              <a:path w="437918" h="522001">
                <a:moveTo>
                  <a:pt x="265514" y="4789"/>
                </a:moveTo>
                <a:cubicBezTo>
                  <a:pt x="267334" y="3783"/>
                  <a:pt x="269345" y="2969"/>
                  <a:pt x="271500" y="2395"/>
                </a:cubicBezTo>
                <a:cubicBezTo>
                  <a:pt x="277104" y="3616"/>
                  <a:pt x="278301" y="6393"/>
                  <a:pt x="275092" y="10775"/>
                </a:cubicBezTo>
                <a:cubicBezTo>
                  <a:pt x="278277" y="10775"/>
                  <a:pt x="281486" y="10775"/>
                  <a:pt x="284670" y="10775"/>
                </a:cubicBezTo>
                <a:cubicBezTo>
                  <a:pt x="283880" y="11565"/>
                  <a:pt x="283066" y="12380"/>
                  <a:pt x="282276" y="13170"/>
                </a:cubicBezTo>
                <a:cubicBezTo>
                  <a:pt x="287496" y="17600"/>
                  <a:pt x="291878" y="22772"/>
                  <a:pt x="295446" y="28734"/>
                </a:cubicBezTo>
                <a:cubicBezTo>
                  <a:pt x="296236" y="27944"/>
                  <a:pt x="297050" y="27130"/>
                  <a:pt x="297840" y="26340"/>
                </a:cubicBezTo>
                <a:cubicBezTo>
                  <a:pt x="300067" y="34696"/>
                  <a:pt x="304042" y="41880"/>
                  <a:pt x="309813" y="47890"/>
                </a:cubicBezTo>
                <a:cubicBezTo>
                  <a:pt x="313452" y="42311"/>
                  <a:pt x="317044" y="42694"/>
                  <a:pt x="320588" y="49087"/>
                </a:cubicBezTo>
                <a:cubicBezTo>
                  <a:pt x="317906" y="49686"/>
                  <a:pt x="315511" y="50883"/>
                  <a:pt x="313404" y="52679"/>
                </a:cubicBezTo>
                <a:cubicBezTo>
                  <a:pt x="314242" y="55552"/>
                  <a:pt x="315440" y="55552"/>
                  <a:pt x="316996" y="52679"/>
                </a:cubicBezTo>
                <a:cubicBezTo>
                  <a:pt x="318600" y="55864"/>
                  <a:pt x="320181" y="59072"/>
                  <a:pt x="321785" y="62257"/>
                </a:cubicBezTo>
                <a:cubicBezTo>
                  <a:pt x="322575" y="60653"/>
                  <a:pt x="323389" y="59072"/>
                  <a:pt x="324180" y="57468"/>
                </a:cubicBezTo>
                <a:cubicBezTo>
                  <a:pt x="324898" y="62113"/>
                  <a:pt x="326909" y="66112"/>
                  <a:pt x="330166" y="69441"/>
                </a:cubicBezTo>
                <a:cubicBezTo>
                  <a:pt x="328178" y="71715"/>
                  <a:pt x="327795" y="74110"/>
                  <a:pt x="328969" y="76624"/>
                </a:cubicBezTo>
                <a:cubicBezTo>
                  <a:pt x="331411" y="79330"/>
                  <a:pt x="332991" y="78540"/>
                  <a:pt x="333758" y="74230"/>
                </a:cubicBezTo>
                <a:cubicBezTo>
                  <a:pt x="334045" y="79569"/>
                  <a:pt x="336032" y="83951"/>
                  <a:pt x="339744" y="87399"/>
                </a:cubicBezTo>
                <a:cubicBezTo>
                  <a:pt x="338139" y="88190"/>
                  <a:pt x="336559" y="89004"/>
                  <a:pt x="334955" y="89794"/>
                </a:cubicBezTo>
                <a:cubicBezTo>
                  <a:pt x="337756" y="90991"/>
                  <a:pt x="339744" y="92979"/>
                  <a:pt x="340941" y="95780"/>
                </a:cubicBezTo>
                <a:cubicBezTo>
                  <a:pt x="341731" y="94990"/>
                  <a:pt x="342545" y="94176"/>
                  <a:pt x="343336" y="93386"/>
                </a:cubicBezTo>
                <a:cubicBezTo>
                  <a:pt x="341492" y="98941"/>
                  <a:pt x="343503" y="103323"/>
                  <a:pt x="349322" y="106555"/>
                </a:cubicBezTo>
                <a:cubicBezTo>
                  <a:pt x="347717" y="107346"/>
                  <a:pt x="346137" y="108160"/>
                  <a:pt x="344533" y="108950"/>
                </a:cubicBezTo>
                <a:cubicBezTo>
                  <a:pt x="348532" y="114529"/>
                  <a:pt x="352506" y="120132"/>
                  <a:pt x="356505" y="125711"/>
                </a:cubicBezTo>
                <a:cubicBezTo>
                  <a:pt x="356505" y="128896"/>
                  <a:pt x="356505" y="132105"/>
                  <a:pt x="356505" y="135289"/>
                </a:cubicBezTo>
                <a:cubicBezTo>
                  <a:pt x="362875" y="137684"/>
                  <a:pt x="365269" y="141683"/>
                  <a:pt x="363689" y="147262"/>
                </a:cubicBezTo>
                <a:cubicBezTo>
                  <a:pt x="367688" y="152841"/>
                  <a:pt x="371662" y="158444"/>
                  <a:pt x="375661" y="164024"/>
                </a:cubicBezTo>
                <a:cubicBezTo>
                  <a:pt x="374871" y="164814"/>
                  <a:pt x="374057" y="165628"/>
                  <a:pt x="373267" y="166418"/>
                </a:cubicBezTo>
                <a:cubicBezTo>
                  <a:pt x="377577" y="167184"/>
                  <a:pt x="378367" y="168765"/>
                  <a:pt x="375661" y="171207"/>
                </a:cubicBezTo>
                <a:cubicBezTo>
                  <a:pt x="379660" y="176930"/>
                  <a:pt x="383659" y="182509"/>
                  <a:pt x="387634" y="187969"/>
                </a:cubicBezTo>
                <a:cubicBezTo>
                  <a:pt x="387658" y="191752"/>
                  <a:pt x="386844" y="195751"/>
                  <a:pt x="385239" y="199941"/>
                </a:cubicBezTo>
                <a:cubicBezTo>
                  <a:pt x="387347" y="203748"/>
                  <a:pt x="389741" y="207340"/>
                  <a:pt x="392423" y="210716"/>
                </a:cubicBezTo>
                <a:cubicBezTo>
                  <a:pt x="390052" y="217660"/>
                  <a:pt x="392447" y="219265"/>
                  <a:pt x="399606" y="215505"/>
                </a:cubicBezTo>
                <a:cubicBezTo>
                  <a:pt x="402121" y="209328"/>
                  <a:pt x="403725" y="202934"/>
                  <a:pt x="404395" y="196349"/>
                </a:cubicBezTo>
                <a:cubicBezTo>
                  <a:pt x="419385" y="240576"/>
                  <a:pt x="429777" y="286071"/>
                  <a:pt x="435524" y="332836"/>
                </a:cubicBezTo>
                <a:cubicBezTo>
                  <a:pt x="437009" y="374333"/>
                  <a:pt x="437799" y="415830"/>
                  <a:pt x="437919" y="457350"/>
                </a:cubicBezTo>
                <a:cubicBezTo>
                  <a:pt x="436985" y="478206"/>
                  <a:pt x="434973" y="498943"/>
                  <a:pt x="431932" y="519607"/>
                </a:cubicBezTo>
                <a:cubicBezTo>
                  <a:pt x="428580" y="521092"/>
                  <a:pt x="424988" y="521882"/>
                  <a:pt x="421157" y="522002"/>
                </a:cubicBezTo>
                <a:cubicBezTo>
                  <a:pt x="310076" y="505839"/>
                  <a:pt x="199138" y="488694"/>
                  <a:pt x="88321" y="470520"/>
                </a:cubicBezTo>
                <a:cubicBezTo>
                  <a:pt x="59539" y="411735"/>
                  <a:pt x="30398" y="353070"/>
                  <a:pt x="921" y="294524"/>
                </a:cubicBezTo>
                <a:cubicBezTo>
                  <a:pt x="-1641" y="272758"/>
                  <a:pt x="1137" y="251998"/>
                  <a:pt x="9302" y="232267"/>
                </a:cubicBezTo>
                <a:cubicBezTo>
                  <a:pt x="9302" y="235452"/>
                  <a:pt x="9302" y="238660"/>
                  <a:pt x="9302" y="241845"/>
                </a:cubicBezTo>
                <a:cubicBezTo>
                  <a:pt x="13971" y="241198"/>
                  <a:pt x="17563" y="242779"/>
                  <a:pt x="20077" y="246634"/>
                </a:cubicBezTo>
                <a:cubicBezTo>
                  <a:pt x="21227" y="244359"/>
                  <a:pt x="21634" y="241965"/>
                  <a:pt x="21275" y="239450"/>
                </a:cubicBezTo>
                <a:cubicBezTo>
                  <a:pt x="25417" y="238229"/>
                  <a:pt x="26231" y="236242"/>
                  <a:pt x="23669" y="233464"/>
                </a:cubicBezTo>
                <a:cubicBezTo>
                  <a:pt x="26064" y="232674"/>
                  <a:pt x="28458" y="231860"/>
                  <a:pt x="30853" y="231070"/>
                </a:cubicBezTo>
                <a:cubicBezTo>
                  <a:pt x="29608" y="225586"/>
                  <a:pt x="31188" y="220390"/>
                  <a:pt x="35642" y="215505"/>
                </a:cubicBezTo>
                <a:cubicBezTo>
                  <a:pt x="35139" y="214093"/>
                  <a:pt x="34349" y="212895"/>
                  <a:pt x="33247" y="211914"/>
                </a:cubicBezTo>
                <a:cubicBezTo>
                  <a:pt x="40574" y="204036"/>
                  <a:pt x="43759" y="195272"/>
                  <a:pt x="42825" y="185574"/>
                </a:cubicBezTo>
                <a:cubicBezTo>
                  <a:pt x="48620" y="182796"/>
                  <a:pt x="53409" y="178798"/>
                  <a:pt x="57192" y="173602"/>
                </a:cubicBezTo>
                <a:cubicBezTo>
                  <a:pt x="54917" y="172452"/>
                  <a:pt x="52523" y="172045"/>
                  <a:pt x="50009" y="172404"/>
                </a:cubicBezTo>
                <a:cubicBezTo>
                  <a:pt x="49745" y="166658"/>
                  <a:pt x="52140" y="162252"/>
                  <a:pt x="57192" y="159235"/>
                </a:cubicBezTo>
                <a:cubicBezTo>
                  <a:pt x="56402" y="158444"/>
                  <a:pt x="55588" y="157630"/>
                  <a:pt x="54798" y="156840"/>
                </a:cubicBezTo>
                <a:cubicBezTo>
                  <a:pt x="57192" y="156050"/>
                  <a:pt x="59587" y="155236"/>
                  <a:pt x="61981" y="154446"/>
                </a:cubicBezTo>
                <a:cubicBezTo>
                  <a:pt x="56809" y="151859"/>
                  <a:pt x="56426" y="149058"/>
                  <a:pt x="60784" y="146065"/>
                </a:cubicBezTo>
                <a:cubicBezTo>
                  <a:pt x="64783" y="148890"/>
                  <a:pt x="68375" y="152075"/>
                  <a:pt x="71559" y="155643"/>
                </a:cubicBezTo>
                <a:cubicBezTo>
                  <a:pt x="73331" y="152267"/>
                  <a:pt x="75343" y="149082"/>
                  <a:pt x="77545" y="146065"/>
                </a:cubicBezTo>
                <a:cubicBezTo>
                  <a:pt x="78336" y="146855"/>
                  <a:pt x="79150" y="147669"/>
                  <a:pt x="79940" y="148459"/>
                </a:cubicBezTo>
                <a:cubicBezTo>
                  <a:pt x="81113" y="145370"/>
                  <a:pt x="81520" y="142162"/>
                  <a:pt x="81137" y="138881"/>
                </a:cubicBezTo>
                <a:cubicBezTo>
                  <a:pt x="87483" y="140893"/>
                  <a:pt x="93876" y="142090"/>
                  <a:pt x="100293" y="142473"/>
                </a:cubicBezTo>
                <a:cubicBezTo>
                  <a:pt x="93684" y="136247"/>
                  <a:pt x="92080" y="129064"/>
                  <a:pt x="95504" y="120922"/>
                </a:cubicBezTo>
                <a:cubicBezTo>
                  <a:pt x="102305" y="123341"/>
                  <a:pt x="105489" y="120539"/>
                  <a:pt x="105082" y="112542"/>
                </a:cubicBezTo>
                <a:cubicBezTo>
                  <a:pt x="97851" y="112877"/>
                  <a:pt x="94259" y="109668"/>
                  <a:pt x="94307" y="102964"/>
                </a:cubicBezTo>
                <a:cubicBezTo>
                  <a:pt x="96965" y="105861"/>
                  <a:pt x="99767" y="105861"/>
                  <a:pt x="102688" y="102964"/>
                </a:cubicBezTo>
                <a:cubicBezTo>
                  <a:pt x="106711" y="98079"/>
                  <a:pt x="110685" y="93290"/>
                  <a:pt x="114660" y="88597"/>
                </a:cubicBezTo>
                <a:cubicBezTo>
                  <a:pt x="117797" y="90536"/>
                  <a:pt x="120599" y="92931"/>
                  <a:pt x="123041" y="95780"/>
                </a:cubicBezTo>
                <a:cubicBezTo>
                  <a:pt x="128572" y="96475"/>
                  <a:pt x="133745" y="94487"/>
                  <a:pt x="138605" y="89794"/>
                </a:cubicBezTo>
                <a:cubicBezTo>
                  <a:pt x="136618" y="87806"/>
                  <a:pt x="134607" y="85795"/>
                  <a:pt x="132619" y="83808"/>
                </a:cubicBezTo>
                <a:cubicBezTo>
                  <a:pt x="134295" y="78396"/>
                  <a:pt x="133098" y="73990"/>
                  <a:pt x="129027" y="70638"/>
                </a:cubicBezTo>
                <a:cubicBezTo>
                  <a:pt x="133122" y="70159"/>
                  <a:pt x="137097" y="70159"/>
                  <a:pt x="141000" y="70638"/>
                </a:cubicBezTo>
                <a:cubicBezTo>
                  <a:pt x="142604" y="66447"/>
                  <a:pt x="143418" y="62449"/>
                  <a:pt x="143394" y="58665"/>
                </a:cubicBezTo>
                <a:cubicBezTo>
                  <a:pt x="148854" y="58163"/>
                  <a:pt x="153643" y="56151"/>
                  <a:pt x="157761" y="52679"/>
                </a:cubicBezTo>
                <a:cubicBezTo>
                  <a:pt x="160156" y="55864"/>
                  <a:pt x="162550" y="59072"/>
                  <a:pt x="164945" y="62257"/>
                </a:cubicBezTo>
                <a:cubicBezTo>
                  <a:pt x="151536" y="71907"/>
                  <a:pt x="152326" y="73487"/>
                  <a:pt x="167339" y="67046"/>
                </a:cubicBezTo>
                <a:cubicBezTo>
                  <a:pt x="167770" y="59456"/>
                  <a:pt x="168561" y="51482"/>
                  <a:pt x="169734" y="43101"/>
                </a:cubicBezTo>
                <a:cubicBezTo>
                  <a:pt x="172128" y="43101"/>
                  <a:pt x="174523" y="43101"/>
                  <a:pt x="176917" y="43101"/>
                </a:cubicBezTo>
                <a:cubicBezTo>
                  <a:pt x="177325" y="46262"/>
                  <a:pt x="176534" y="49063"/>
                  <a:pt x="174523" y="51482"/>
                </a:cubicBezTo>
                <a:cubicBezTo>
                  <a:pt x="177995" y="50859"/>
                  <a:pt x="181180" y="51242"/>
                  <a:pt x="184101" y="52679"/>
                </a:cubicBezTo>
                <a:cubicBezTo>
                  <a:pt x="178474" y="55936"/>
                  <a:pt x="178067" y="59934"/>
                  <a:pt x="182904" y="64652"/>
                </a:cubicBezTo>
                <a:cubicBezTo>
                  <a:pt x="184771" y="61706"/>
                  <a:pt x="187166" y="59312"/>
                  <a:pt x="190087" y="57468"/>
                </a:cubicBezTo>
                <a:cubicBezTo>
                  <a:pt x="194637" y="57755"/>
                  <a:pt x="199019" y="56558"/>
                  <a:pt x="203257" y="53876"/>
                </a:cubicBezTo>
                <a:cubicBezTo>
                  <a:pt x="199258" y="53086"/>
                  <a:pt x="195283" y="52272"/>
                  <a:pt x="191284" y="51482"/>
                </a:cubicBezTo>
                <a:cubicBezTo>
                  <a:pt x="196121" y="45998"/>
                  <a:pt x="201701" y="44801"/>
                  <a:pt x="208046" y="47890"/>
                </a:cubicBezTo>
                <a:cubicBezTo>
                  <a:pt x="210465" y="46836"/>
                  <a:pt x="210465" y="45256"/>
                  <a:pt x="208046" y="43101"/>
                </a:cubicBezTo>
                <a:cubicBezTo>
                  <a:pt x="209650" y="42311"/>
                  <a:pt x="211231" y="41497"/>
                  <a:pt x="212835" y="40707"/>
                </a:cubicBezTo>
                <a:cubicBezTo>
                  <a:pt x="216547" y="43652"/>
                  <a:pt x="220545" y="44849"/>
                  <a:pt x="224808" y="44298"/>
                </a:cubicBezTo>
                <a:cubicBezTo>
                  <a:pt x="220641" y="40539"/>
                  <a:pt x="218247" y="35750"/>
                  <a:pt x="217624" y="29931"/>
                </a:cubicBezTo>
                <a:cubicBezTo>
                  <a:pt x="218390" y="25980"/>
                  <a:pt x="220785" y="23586"/>
                  <a:pt x="224808" y="22748"/>
                </a:cubicBezTo>
                <a:cubicBezTo>
                  <a:pt x="224017" y="21958"/>
                  <a:pt x="223203" y="21143"/>
                  <a:pt x="222413" y="20353"/>
                </a:cubicBezTo>
                <a:cubicBezTo>
                  <a:pt x="228639" y="18510"/>
                  <a:pt x="234625" y="18917"/>
                  <a:pt x="240372" y="21551"/>
                </a:cubicBezTo>
                <a:cubicBezTo>
                  <a:pt x="243940" y="17312"/>
                  <a:pt x="244730" y="12523"/>
                  <a:pt x="242766" y="7184"/>
                </a:cubicBezTo>
                <a:cubicBezTo>
                  <a:pt x="238217" y="8620"/>
                  <a:pt x="233811" y="7423"/>
                  <a:pt x="229597" y="3592"/>
                </a:cubicBezTo>
                <a:cubicBezTo>
                  <a:pt x="230794" y="2395"/>
                  <a:pt x="231991" y="1197"/>
                  <a:pt x="233188" y="0"/>
                </a:cubicBezTo>
                <a:cubicBezTo>
                  <a:pt x="233955" y="4310"/>
                  <a:pt x="235535" y="5100"/>
                  <a:pt x="237977" y="2395"/>
                </a:cubicBezTo>
                <a:cubicBezTo>
                  <a:pt x="243365" y="5172"/>
                  <a:pt x="248537" y="8381"/>
                  <a:pt x="253542" y="11973"/>
                </a:cubicBezTo>
                <a:cubicBezTo>
                  <a:pt x="251746" y="12547"/>
                  <a:pt x="249758" y="13337"/>
                  <a:pt x="247555" y="14367"/>
                </a:cubicBezTo>
                <a:cubicBezTo>
                  <a:pt x="245951" y="16762"/>
                  <a:pt x="245951" y="19156"/>
                  <a:pt x="247555" y="21551"/>
                </a:cubicBezTo>
                <a:cubicBezTo>
                  <a:pt x="256870" y="32398"/>
                  <a:pt x="265251" y="32398"/>
                  <a:pt x="272698" y="21551"/>
                </a:cubicBezTo>
                <a:cubicBezTo>
                  <a:pt x="268699" y="18749"/>
                  <a:pt x="264724" y="15971"/>
                  <a:pt x="260725" y="13170"/>
                </a:cubicBezTo>
                <a:cubicBezTo>
                  <a:pt x="264245" y="11470"/>
                  <a:pt x="265849" y="8668"/>
                  <a:pt x="265514" y="4789"/>
                </a:cubicBezTo>
                <a:close/>
              </a:path>
            </a:pathLst>
          </a:custGeom>
          <a:solidFill>
            <a:srgbClr val="CDD9CD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32E9D72-4269-CADD-599B-11EAF553336D}"/>
              </a:ext>
            </a:extLst>
          </p:cNvPr>
          <p:cNvSpPr/>
          <p:nvPr/>
        </p:nvSpPr>
        <p:spPr>
          <a:xfrm>
            <a:off x="8493035" y="4344176"/>
            <a:ext cx="378470" cy="466928"/>
          </a:xfrm>
          <a:custGeom>
            <a:avLst/>
            <a:gdLst>
              <a:gd name="csX0" fmla="*/ 373681 w 378470"/>
              <a:gd name="csY0" fmla="*/ 90991 h 466928"/>
              <a:gd name="csX1" fmla="*/ 373681 w 378470"/>
              <a:gd name="csY1" fmla="*/ 94583 h 466928"/>
              <a:gd name="csX2" fmla="*/ 378470 w 378470"/>
              <a:gd name="csY2" fmla="*/ 99372 h 466928"/>
              <a:gd name="csX3" fmla="*/ 368892 w 378470"/>
              <a:gd name="csY3" fmla="*/ 106555 h 466928"/>
              <a:gd name="csX4" fmla="*/ 368892 w 378470"/>
              <a:gd name="csY4" fmla="*/ 116133 h 466928"/>
              <a:gd name="csX5" fmla="*/ 368892 w 378470"/>
              <a:gd name="csY5" fmla="*/ 125711 h 466928"/>
              <a:gd name="csX6" fmla="*/ 376076 w 378470"/>
              <a:gd name="csY6" fmla="*/ 129303 h 466928"/>
              <a:gd name="csX7" fmla="*/ 366498 w 378470"/>
              <a:gd name="csY7" fmla="*/ 131698 h 466928"/>
              <a:gd name="csX8" fmla="*/ 371287 w 378470"/>
              <a:gd name="csY8" fmla="*/ 142473 h 466928"/>
              <a:gd name="csX9" fmla="*/ 368892 w 378470"/>
              <a:gd name="csY9" fmla="*/ 144868 h 466928"/>
              <a:gd name="csX10" fmla="*/ 378470 w 378470"/>
              <a:gd name="csY10" fmla="*/ 144868 h 466928"/>
              <a:gd name="csX11" fmla="*/ 378470 w 378470"/>
              <a:gd name="csY11" fmla="*/ 149657 h 466928"/>
              <a:gd name="csX12" fmla="*/ 370090 w 378470"/>
              <a:gd name="csY12" fmla="*/ 148459 h 466928"/>
              <a:gd name="csX13" fmla="*/ 366498 w 378470"/>
              <a:gd name="csY13" fmla="*/ 154446 h 466928"/>
              <a:gd name="csX14" fmla="*/ 368892 w 378470"/>
              <a:gd name="csY14" fmla="*/ 164024 h 466928"/>
              <a:gd name="csX15" fmla="*/ 376076 w 378470"/>
              <a:gd name="csY15" fmla="*/ 170010 h 466928"/>
              <a:gd name="csX16" fmla="*/ 293466 w 378470"/>
              <a:gd name="csY16" fmla="*/ 445378 h 466928"/>
              <a:gd name="csX17" fmla="*/ 289874 w 378470"/>
              <a:gd name="csY17" fmla="*/ 448970 h 466928"/>
              <a:gd name="csX18" fmla="*/ 210856 w 378470"/>
              <a:gd name="csY18" fmla="*/ 454956 h 466928"/>
              <a:gd name="csX19" fmla="*/ 167755 w 378470"/>
              <a:gd name="csY19" fmla="*/ 459745 h 466928"/>
              <a:gd name="csX20" fmla="*/ 129443 w 378470"/>
              <a:gd name="csY20" fmla="*/ 462139 h 466928"/>
              <a:gd name="csX21" fmla="*/ 48030 w 378470"/>
              <a:gd name="csY21" fmla="*/ 466928 h 466928"/>
              <a:gd name="csX22" fmla="*/ 43241 w 378470"/>
              <a:gd name="csY22" fmla="*/ 458548 h 466928"/>
              <a:gd name="csX23" fmla="*/ 27676 w 378470"/>
              <a:gd name="csY23" fmla="*/ 454956 h 466928"/>
              <a:gd name="csX24" fmla="*/ 20493 w 378470"/>
              <a:gd name="csY24" fmla="*/ 452561 h 466928"/>
              <a:gd name="csX25" fmla="*/ 18098 w 378470"/>
              <a:gd name="csY25" fmla="*/ 457350 h 466928"/>
              <a:gd name="csX26" fmla="*/ 9718 w 378470"/>
              <a:gd name="csY26" fmla="*/ 446575 h 466928"/>
              <a:gd name="csX27" fmla="*/ 12112 w 378470"/>
              <a:gd name="csY27" fmla="*/ 444181 h 466928"/>
              <a:gd name="csX28" fmla="*/ 4929 w 378470"/>
              <a:gd name="csY28" fmla="*/ 438194 h 466928"/>
              <a:gd name="csX29" fmla="*/ 7323 w 378470"/>
              <a:gd name="csY29" fmla="*/ 429813 h 466928"/>
              <a:gd name="csX30" fmla="*/ 1337 w 378470"/>
              <a:gd name="csY30" fmla="*/ 433405 h 466928"/>
              <a:gd name="csX31" fmla="*/ 140 w 378470"/>
              <a:gd name="csY31" fmla="*/ 423827 h 466928"/>
              <a:gd name="csX32" fmla="*/ 7323 w 378470"/>
              <a:gd name="csY32" fmla="*/ 423827 h 466928"/>
              <a:gd name="csX33" fmla="*/ 140 w 378470"/>
              <a:gd name="csY33" fmla="*/ 407066 h 466928"/>
              <a:gd name="csX34" fmla="*/ 6126 w 378470"/>
              <a:gd name="csY34" fmla="*/ 409460 h 466928"/>
              <a:gd name="csX35" fmla="*/ 12112 w 378470"/>
              <a:gd name="csY35" fmla="*/ 385515 h 466928"/>
              <a:gd name="csX36" fmla="*/ 12112 w 378470"/>
              <a:gd name="csY36" fmla="*/ 374740 h 466928"/>
              <a:gd name="csX37" fmla="*/ 7323 w 378470"/>
              <a:gd name="csY37" fmla="*/ 369951 h 466928"/>
              <a:gd name="csX38" fmla="*/ 12112 w 378470"/>
              <a:gd name="csY38" fmla="*/ 349598 h 466928"/>
              <a:gd name="csX39" fmla="*/ 19296 w 378470"/>
              <a:gd name="csY39" fmla="*/ 336428 h 466928"/>
              <a:gd name="csX40" fmla="*/ 14507 w 378470"/>
              <a:gd name="csY40" fmla="*/ 334033 h 466928"/>
              <a:gd name="csX41" fmla="*/ 16901 w 378470"/>
              <a:gd name="csY41" fmla="*/ 322061 h 466928"/>
              <a:gd name="csX42" fmla="*/ 19296 w 378470"/>
              <a:gd name="csY42" fmla="*/ 316075 h 466928"/>
              <a:gd name="csX43" fmla="*/ 21690 w 378470"/>
              <a:gd name="csY43" fmla="*/ 308891 h 466928"/>
              <a:gd name="csX44" fmla="*/ 26479 w 378470"/>
              <a:gd name="csY44" fmla="*/ 293327 h 466928"/>
              <a:gd name="csX45" fmla="*/ 36057 w 378470"/>
              <a:gd name="csY45" fmla="*/ 263395 h 466928"/>
              <a:gd name="csX46" fmla="*/ 33663 w 378470"/>
              <a:gd name="csY46" fmla="*/ 259804 h 466928"/>
              <a:gd name="csX47" fmla="*/ 39649 w 378470"/>
              <a:gd name="csY47" fmla="*/ 249028 h 466928"/>
              <a:gd name="csX48" fmla="*/ 43241 w 378470"/>
              <a:gd name="csY48" fmla="*/ 249028 h 466928"/>
              <a:gd name="csX49" fmla="*/ 38452 w 378470"/>
              <a:gd name="csY49" fmla="*/ 241845 h 466928"/>
              <a:gd name="csX50" fmla="*/ 43241 w 378470"/>
              <a:gd name="csY50" fmla="*/ 238253 h 466928"/>
              <a:gd name="csX51" fmla="*/ 43241 w 378470"/>
              <a:gd name="csY51" fmla="*/ 221492 h 466928"/>
              <a:gd name="csX52" fmla="*/ 50424 w 378470"/>
              <a:gd name="csY52" fmla="*/ 217900 h 466928"/>
              <a:gd name="csX53" fmla="*/ 48030 w 378470"/>
              <a:gd name="csY53" fmla="*/ 202336 h 466928"/>
              <a:gd name="csX54" fmla="*/ 50424 w 378470"/>
              <a:gd name="csY54" fmla="*/ 195152 h 466928"/>
              <a:gd name="csX55" fmla="*/ 57608 w 378470"/>
              <a:gd name="csY55" fmla="*/ 187969 h 466928"/>
              <a:gd name="csX56" fmla="*/ 52819 w 378470"/>
              <a:gd name="csY56" fmla="*/ 183180 h 466928"/>
              <a:gd name="csX57" fmla="*/ 57608 w 378470"/>
              <a:gd name="csY57" fmla="*/ 179588 h 466928"/>
              <a:gd name="csX58" fmla="*/ 55213 w 378470"/>
              <a:gd name="csY58" fmla="*/ 168813 h 466928"/>
              <a:gd name="csX59" fmla="*/ 62397 w 378470"/>
              <a:gd name="csY59" fmla="*/ 161629 h 466928"/>
              <a:gd name="csX60" fmla="*/ 57608 w 378470"/>
              <a:gd name="csY60" fmla="*/ 140078 h 466928"/>
              <a:gd name="csX61" fmla="*/ 60002 w 378470"/>
              <a:gd name="csY61" fmla="*/ 135289 h 466928"/>
              <a:gd name="csX62" fmla="*/ 67186 w 378470"/>
              <a:gd name="csY62" fmla="*/ 128106 h 466928"/>
              <a:gd name="csX63" fmla="*/ 64791 w 378470"/>
              <a:gd name="csY63" fmla="*/ 122120 h 466928"/>
              <a:gd name="csX64" fmla="*/ 75567 w 378470"/>
              <a:gd name="csY64" fmla="*/ 98175 h 466928"/>
              <a:gd name="csX65" fmla="*/ 83947 w 378470"/>
              <a:gd name="csY65" fmla="*/ 94583 h 466928"/>
              <a:gd name="csX66" fmla="*/ 79158 w 378470"/>
              <a:gd name="csY66" fmla="*/ 92188 h 466928"/>
              <a:gd name="csX67" fmla="*/ 99512 w 378470"/>
              <a:gd name="csY67" fmla="*/ 62257 h 466928"/>
              <a:gd name="csX68" fmla="*/ 103103 w 378470"/>
              <a:gd name="csY68" fmla="*/ 64652 h 466928"/>
              <a:gd name="csX69" fmla="*/ 106695 w 378470"/>
              <a:gd name="csY69" fmla="*/ 69441 h 466928"/>
              <a:gd name="csX70" fmla="*/ 110287 w 378470"/>
              <a:gd name="csY70" fmla="*/ 61060 h 466928"/>
              <a:gd name="csX71" fmla="*/ 107892 w 378470"/>
              <a:gd name="csY71" fmla="*/ 58665 h 466928"/>
              <a:gd name="csX72" fmla="*/ 119865 w 378470"/>
              <a:gd name="csY72" fmla="*/ 57468 h 466928"/>
              <a:gd name="csX73" fmla="*/ 127048 w 378470"/>
              <a:gd name="csY73" fmla="*/ 71835 h 466928"/>
              <a:gd name="csX74" fmla="*/ 130640 w 378470"/>
              <a:gd name="csY74" fmla="*/ 59863 h 466928"/>
              <a:gd name="csX75" fmla="*/ 137824 w 378470"/>
              <a:gd name="csY75" fmla="*/ 74230 h 466928"/>
              <a:gd name="csX76" fmla="*/ 158177 w 378470"/>
              <a:gd name="csY76" fmla="*/ 56271 h 466928"/>
              <a:gd name="csX77" fmla="*/ 167755 w 378470"/>
              <a:gd name="csY77" fmla="*/ 55074 h 466928"/>
              <a:gd name="csX78" fmla="*/ 171347 w 378470"/>
              <a:gd name="csY78" fmla="*/ 40707 h 466928"/>
              <a:gd name="csX79" fmla="*/ 178530 w 378470"/>
              <a:gd name="csY79" fmla="*/ 38312 h 466928"/>
              <a:gd name="csX80" fmla="*/ 188108 w 378470"/>
              <a:gd name="csY80" fmla="*/ 21551 h 466928"/>
              <a:gd name="csX81" fmla="*/ 200081 w 378470"/>
              <a:gd name="csY81" fmla="*/ 23945 h 466928"/>
              <a:gd name="csX82" fmla="*/ 202475 w 378470"/>
              <a:gd name="csY82" fmla="*/ 33523 h 466928"/>
              <a:gd name="csX83" fmla="*/ 198884 w 378470"/>
              <a:gd name="csY83" fmla="*/ 35918 h 466928"/>
              <a:gd name="csX84" fmla="*/ 182122 w 378470"/>
              <a:gd name="csY84" fmla="*/ 38312 h 466928"/>
              <a:gd name="csX85" fmla="*/ 182122 w 378470"/>
              <a:gd name="csY85" fmla="*/ 44298 h 466928"/>
              <a:gd name="csX86" fmla="*/ 172544 w 378470"/>
              <a:gd name="csY86" fmla="*/ 53876 h 466928"/>
              <a:gd name="csX87" fmla="*/ 180925 w 378470"/>
              <a:gd name="csY87" fmla="*/ 64652 h 466928"/>
              <a:gd name="csX88" fmla="*/ 186911 w 378470"/>
              <a:gd name="csY88" fmla="*/ 50285 h 466928"/>
              <a:gd name="csX89" fmla="*/ 191700 w 378470"/>
              <a:gd name="csY89" fmla="*/ 70638 h 466928"/>
              <a:gd name="csX90" fmla="*/ 191700 w 378470"/>
              <a:gd name="csY90" fmla="*/ 82610 h 466928"/>
              <a:gd name="csX91" fmla="*/ 200081 w 378470"/>
              <a:gd name="csY91" fmla="*/ 93386 h 466928"/>
              <a:gd name="csX92" fmla="*/ 207264 w 378470"/>
              <a:gd name="csY92" fmla="*/ 98175 h 466928"/>
              <a:gd name="csX93" fmla="*/ 201278 w 378470"/>
              <a:gd name="csY93" fmla="*/ 82610 h 466928"/>
              <a:gd name="csX94" fmla="*/ 206067 w 378470"/>
              <a:gd name="csY94" fmla="*/ 79019 h 466928"/>
              <a:gd name="csX95" fmla="*/ 216842 w 378470"/>
              <a:gd name="csY95" fmla="*/ 79019 h 466928"/>
              <a:gd name="csX96" fmla="*/ 221630 w 378470"/>
              <a:gd name="csY96" fmla="*/ 69441 h 466928"/>
              <a:gd name="csX97" fmla="*/ 222828 w 378470"/>
              <a:gd name="csY97" fmla="*/ 75427 h 466928"/>
              <a:gd name="csX98" fmla="*/ 230011 w 378470"/>
              <a:gd name="csY98" fmla="*/ 69441 h 466928"/>
              <a:gd name="csX99" fmla="*/ 247970 w 378470"/>
              <a:gd name="csY99" fmla="*/ 62257 h 466928"/>
              <a:gd name="csX100" fmla="*/ 250364 w 378470"/>
              <a:gd name="csY100" fmla="*/ 64652 h 466928"/>
              <a:gd name="csX101" fmla="*/ 246773 w 378470"/>
              <a:gd name="csY101" fmla="*/ 56271 h 466928"/>
              <a:gd name="csX102" fmla="*/ 255153 w 378470"/>
              <a:gd name="csY102" fmla="*/ 47890 h 466928"/>
              <a:gd name="csX103" fmla="*/ 256351 w 378470"/>
              <a:gd name="csY103" fmla="*/ 40707 h 466928"/>
              <a:gd name="csX104" fmla="*/ 268323 w 378470"/>
              <a:gd name="csY104" fmla="*/ 40707 h 466928"/>
              <a:gd name="csX105" fmla="*/ 273112 w 378470"/>
              <a:gd name="csY105" fmla="*/ 19156 h 466928"/>
              <a:gd name="csX106" fmla="*/ 280296 w 378470"/>
              <a:gd name="csY106" fmla="*/ 19156 h 466928"/>
              <a:gd name="csX107" fmla="*/ 283887 w 378470"/>
              <a:gd name="csY107" fmla="*/ 11973 h 466928"/>
              <a:gd name="csX108" fmla="*/ 305438 w 378470"/>
              <a:gd name="csY108" fmla="*/ 11973 h 466928"/>
              <a:gd name="csX109" fmla="*/ 306635 w 378470"/>
              <a:gd name="csY109" fmla="*/ 4789 h 466928"/>
              <a:gd name="csX110" fmla="*/ 334172 w 378470"/>
              <a:gd name="csY110" fmla="*/ 0 h 466928"/>
              <a:gd name="csX111" fmla="*/ 337764 w 378470"/>
              <a:gd name="csY111" fmla="*/ 9578 h 466928"/>
              <a:gd name="csX112" fmla="*/ 346145 w 378470"/>
              <a:gd name="csY112" fmla="*/ 11973 h 466928"/>
              <a:gd name="csX113" fmla="*/ 356920 w 378470"/>
              <a:gd name="csY113" fmla="*/ 14367 h 466928"/>
              <a:gd name="csX114" fmla="*/ 343750 w 378470"/>
              <a:gd name="csY114" fmla="*/ 14367 h 466928"/>
              <a:gd name="csX115" fmla="*/ 340158 w 378470"/>
              <a:gd name="csY115" fmla="*/ 23945 h 466928"/>
              <a:gd name="csX116" fmla="*/ 354525 w 378470"/>
              <a:gd name="csY116" fmla="*/ 51482 h 466928"/>
              <a:gd name="csX117" fmla="*/ 348539 w 378470"/>
              <a:gd name="csY117" fmla="*/ 52679 h 466928"/>
              <a:gd name="csX118" fmla="*/ 342553 w 378470"/>
              <a:gd name="csY118" fmla="*/ 67046 h 466928"/>
              <a:gd name="csX119" fmla="*/ 348539 w 378470"/>
              <a:gd name="csY119" fmla="*/ 69441 h 466928"/>
              <a:gd name="csX120" fmla="*/ 352131 w 378470"/>
              <a:gd name="csY120" fmla="*/ 76624 h 466928"/>
              <a:gd name="csX121" fmla="*/ 359314 w 378470"/>
              <a:gd name="csY121" fmla="*/ 74230 h 466928"/>
              <a:gd name="csX122" fmla="*/ 373681 w 378470"/>
              <a:gd name="csY122" fmla="*/ 90991 h 466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</a:cxnLst>
            <a:rect l="l" t="t" r="r" b="b"/>
            <a:pathLst>
              <a:path w="378470" h="466928">
                <a:moveTo>
                  <a:pt x="373681" y="90991"/>
                </a:moveTo>
                <a:cubicBezTo>
                  <a:pt x="379907" y="91518"/>
                  <a:pt x="379907" y="92715"/>
                  <a:pt x="373681" y="94583"/>
                </a:cubicBezTo>
                <a:cubicBezTo>
                  <a:pt x="375286" y="96187"/>
                  <a:pt x="376866" y="97768"/>
                  <a:pt x="378470" y="99372"/>
                </a:cubicBezTo>
                <a:cubicBezTo>
                  <a:pt x="375286" y="101766"/>
                  <a:pt x="372077" y="104161"/>
                  <a:pt x="368892" y="106555"/>
                </a:cubicBezTo>
                <a:cubicBezTo>
                  <a:pt x="373705" y="110842"/>
                  <a:pt x="373705" y="114026"/>
                  <a:pt x="368892" y="116133"/>
                </a:cubicBezTo>
                <a:cubicBezTo>
                  <a:pt x="372077" y="119318"/>
                  <a:pt x="372077" y="122527"/>
                  <a:pt x="368892" y="125711"/>
                </a:cubicBezTo>
                <a:cubicBezTo>
                  <a:pt x="371215" y="128585"/>
                  <a:pt x="373610" y="129782"/>
                  <a:pt x="376076" y="129303"/>
                </a:cubicBezTo>
                <a:cubicBezTo>
                  <a:pt x="373226" y="131530"/>
                  <a:pt x="370042" y="132320"/>
                  <a:pt x="366498" y="131698"/>
                </a:cubicBezTo>
                <a:cubicBezTo>
                  <a:pt x="366019" y="136223"/>
                  <a:pt x="367599" y="139815"/>
                  <a:pt x="371287" y="142473"/>
                </a:cubicBezTo>
                <a:cubicBezTo>
                  <a:pt x="370497" y="143263"/>
                  <a:pt x="369683" y="144077"/>
                  <a:pt x="368892" y="144868"/>
                </a:cubicBezTo>
                <a:cubicBezTo>
                  <a:pt x="372077" y="144868"/>
                  <a:pt x="375286" y="144868"/>
                  <a:pt x="378470" y="144868"/>
                </a:cubicBezTo>
                <a:cubicBezTo>
                  <a:pt x="375286" y="146472"/>
                  <a:pt x="375286" y="148052"/>
                  <a:pt x="378470" y="149657"/>
                </a:cubicBezTo>
                <a:cubicBezTo>
                  <a:pt x="375405" y="151285"/>
                  <a:pt x="372604" y="150902"/>
                  <a:pt x="370090" y="148459"/>
                </a:cubicBezTo>
                <a:cubicBezTo>
                  <a:pt x="369204" y="150662"/>
                  <a:pt x="368006" y="152650"/>
                  <a:pt x="366498" y="154446"/>
                </a:cubicBezTo>
                <a:cubicBezTo>
                  <a:pt x="371024" y="157032"/>
                  <a:pt x="371838" y="160216"/>
                  <a:pt x="368892" y="164024"/>
                </a:cubicBezTo>
                <a:cubicBezTo>
                  <a:pt x="372772" y="164598"/>
                  <a:pt x="375166" y="166586"/>
                  <a:pt x="376076" y="170010"/>
                </a:cubicBezTo>
                <a:cubicBezTo>
                  <a:pt x="349712" y="261863"/>
                  <a:pt x="322176" y="353644"/>
                  <a:pt x="293466" y="445378"/>
                </a:cubicBezTo>
                <a:cubicBezTo>
                  <a:pt x="292268" y="446575"/>
                  <a:pt x="291071" y="447772"/>
                  <a:pt x="289874" y="448970"/>
                </a:cubicBezTo>
                <a:cubicBezTo>
                  <a:pt x="263630" y="452346"/>
                  <a:pt x="237290" y="454333"/>
                  <a:pt x="210856" y="454956"/>
                </a:cubicBezTo>
                <a:cubicBezTo>
                  <a:pt x="195938" y="454692"/>
                  <a:pt x="181571" y="456273"/>
                  <a:pt x="167755" y="459745"/>
                </a:cubicBezTo>
                <a:cubicBezTo>
                  <a:pt x="154513" y="458979"/>
                  <a:pt x="141751" y="459769"/>
                  <a:pt x="129443" y="462139"/>
                </a:cubicBezTo>
                <a:cubicBezTo>
                  <a:pt x="102313" y="463744"/>
                  <a:pt x="75159" y="465324"/>
                  <a:pt x="48030" y="466928"/>
                </a:cubicBezTo>
                <a:cubicBezTo>
                  <a:pt x="48006" y="463289"/>
                  <a:pt x="46401" y="460511"/>
                  <a:pt x="43241" y="458548"/>
                </a:cubicBezTo>
                <a:cubicBezTo>
                  <a:pt x="37829" y="457973"/>
                  <a:pt x="32633" y="456776"/>
                  <a:pt x="27676" y="454956"/>
                </a:cubicBezTo>
                <a:cubicBezTo>
                  <a:pt x="24923" y="457254"/>
                  <a:pt x="22528" y="456440"/>
                  <a:pt x="20493" y="452561"/>
                </a:cubicBezTo>
                <a:cubicBezTo>
                  <a:pt x="19703" y="454166"/>
                  <a:pt x="18889" y="455746"/>
                  <a:pt x="18098" y="457350"/>
                </a:cubicBezTo>
                <a:cubicBezTo>
                  <a:pt x="16734" y="452585"/>
                  <a:pt x="13932" y="448993"/>
                  <a:pt x="9718" y="446575"/>
                </a:cubicBezTo>
                <a:cubicBezTo>
                  <a:pt x="10508" y="445785"/>
                  <a:pt x="11322" y="444971"/>
                  <a:pt x="12112" y="444181"/>
                </a:cubicBezTo>
                <a:cubicBezTo>
                  <a:pt x="8736" y="443295"/>
                  <a:pt x="6341" y="441307"/>
                  <a:pt x="4929" y="438194"/>
                </a:cubicBezTo>
                <a:cubicBezTo>
                  <a:pt x="6126" y="435273"/>
                  <a:pt x="6916" y="432495"/>
                  <a:pt x="7323" y="429813"/>
                </a:cubicBezTo>
                <a:cubicBezTo>
                  <a:pt x="3683" y="425551"/>
                  <a:pt x="1696" y="426749"/>
                  <a:pt x="1337" y="433405"/>
                </a:cubicBezTo>
                <a:cubicBezTo>
                  <a:pt x="164" y="430316"/>
                  <a:pt x="-243" y="427108"/>
                  <a:pt x="140" y="423827"/>
                </a:cubicBezTo>
                <a:cubicBezTo>
                  <a:pt x="2534" y="423827"/>
                  <a:pt x="4929" y="423827"/>
                  <a:pt x="7323" y="423827"/>
                </a:cubicBezTo>
                <a:cubicBezTo>
                  <a:pt x="3396" y="419852"/>
                  <a:pt x="1002" y="414273"/>
                  <a:pt x="140" y="407066"/>
                </a:cubicBezTo>
                <a:cubicBezTo>
                  <a:pt x="2199" y="405174"/>
                  <a:pt x="4186" y="405964"/>
                  <a:pt x="6126" y="409460"/>
                </a:cubicBezTo>
                <a:cubicBezTo>
                  <a:pt x="6461" y="401008"/>
                  <a:pt x="8472" y="393034"/>
                  <a:pt x="12112" y="385515"/>
                </a:cubicBezTo>
                <a:cubicBezTo>
                  <a:pt x="9119" y="381828"/>
                  <a:pt x="9119" y="378236"/>
                  <a:pt x="12112" y="374740"/>
                </a:cubicBezTo>
                <a:cubicBezTo>
                  <a:pt x="10508" y="373136"/>
                  <a:pt x="8927" y="371555"/>
                  <a:pt x="7323" y="369951"/>
                </a:cubicBezTo>
                <a:cubicBezTo>
                  <a:pt x="14004" y="364396"/>
                  <a:pt x="15608" y="357619"/>
                  <a:pt x="12112" y="349598"/>
                </a:cubicBezTo>
                <a:cubicBezTo>
                  <a:pt x="13381" y="344545"/>
                  <a:pt x="15776" y="340139"/>
                  <a:pt x="19296" y="336428"/>
                </a:cubicBezTo>
                <a:cubicBezTo>
                  <a:pt x="17691" y="335638"/>
                  <a:pt x="16111" y="334824"/>
                  <a:pt x="14507" y="334033"/>
                </a:cubicBezTo>
                <a:cubicBezTo>
                  <a:pt x="19679" y="330897"/>
                  <a:pt x="20469" y="326898"/>
                  <a:pt x="16901" y="322061"/>
                </a:cubicBezTo>
                <a:cubicBezTo>
                  <a:pt x="21858" y="321295"/>
                  <a:pt x="22648" y="319283"/>
                  <a:pt x="19296" y="316075"/>
                </a:cubicBezTo>
                <a:cubicBezTo>
                  <a:pt x="23797" y="314398"/>
                  <a:pt x="24611" y="312004"/>
                  <a:pt x="21690" y="308891"/>
                </a:cubicBezTo>
                <a:cubicBezTo>
                  <a:pt x="26551" y="304126"/>
                  <a:pt x="28155" y="298930"/>
                  <a:pt x="26479" y="293327"/>
                </a:cubicBezTo>
                <a:cubicBezTo>
                  <a:pt x="28610" y="283078"/>
                  <a:pt x="31795" y="273093"/>
                  <a:pt x="36057" y="263395"/>
                </a:cubicBezTo>
                <a:cubicBezTo>
                  <a:pt x="35554" y="261983"/>
                  <a:pt x="34764" y="260785"/>
                  <a:pt x="33663" y="259804"/>
                </a:cubicBezTo>
                <a:cubicBezTo>
                  <a:pt x="37183" y="257170"/>
                  <a:pt x="39170" y="253578"/>
                  <a:pt x="39649" y="249028"/>
                </a:cubicBezTo>
                <a:cubicBezTo>
                  <a:pt x="41205" y="251902"/>
                  <a:pt x="42403" y="251902"/>
                  <a:pt x="43241" y="249028"/>
                </a:cubicBezTo>
                <a:cubicBezTo>
                  <a:pt x="41636" y="246634"/>
                  <a:pt x="40056" y="244239"/>
                  <a:pt x="38452" y="241845"/>
                </a:cubicBezTo>
                <a:cubicBezTo>
                  <a:pt x="39721" y="240193"/>
                  <a:pt x="41301" y="238995"/>
                  <a:pt x="43241" y="238253"/>
                </a:cubicBezTo>
                <a:cubicBezTo>
                  <a:pt x="45348" y="233273"/>
                  <a:pt x="45348" y="227693"/>
                  <a:pt x="43241" y="221492"/>
                </a:cubicBezTo>
                <a:cubicBezTo>
                  <a:pt x="45563" y="218618"/>
                  <a:pt x="47958" y="217421"/>
                  <a:pt x="50424" y="217900"/>
                </a:cubicBezTo>
                <a:cubicBezTo>
                  <a:pt x="48485" y="212416"/>
                  <a:pt x="47694" y="207220"/>
                  <a:pt x="48030" y="202336"/>
                </a:cubicBezTo>
                <a:cubicBezTo>
                  <a:pt x="53561" y="201498"/>
                  <a:pt x="54351" y="199103"/>
                  <a:pt x="50424" y="195152"/>
                </a:cubicBezTo>
                <a:cubicBezTo>
                  <a:pt x="52268" y="192231"/>
                  <a:pt x="54662" y="189836"/>
                  <a:pt x="57608" y="187969"/>
                </a:cubicBezTo>
                <a:cubicBezTo>
                  <a:pt x="55381" y="187035"/>
                  <a:pt x="53800" y="185454"/>
                  <a:pt x="52819" y="183180"/>
                </a:cubicBezTo>
                <a:cubicBezTo>
                  <a:pt x="53753" y="180761"/>
                  <a:pt x="55357" y="179564"/>
                  <a:pt x="57608" y="179588"/>
                </a:cubicBezTo>
                <a:cubicBezTo>
                  <a:pt x="56003" y="175757"/>
                  <a:pt x="55213" y="172165"/>
                  <a:pt x="55213" y="168813"/>
                </a:cubicBezTo>
                <a:cubicBezTo>
                  <a:pt x="56818" y="165628"/>
                  <a:pt x="59212" y="163233"/>
                  <a:pt x="62397" y="161629"/>
                </a:cubicBezTo>
                <a:cubicBezTo>
                  <a:pt x="57680" y="154781"/>
                  <a:pt x="56075" y="147597"/>
                  <a:pt x="57608" y="140078"/>
                </a:cubicBezTo>
                <a:cubicBezTo>
                  <a:pt x="64887" y="139216"/>
                  <a:pt x="65701" y="137612"/>
                  <a:pt x="60002" y="135289"/>
                </a:cubicBezTo>
                <a:cubicBezTo>
                  <a:pt x="61607" y="132105"/>
                  <a:pt x="64001" y="129710"/>
                  <a:pt x="67186" y="128106"/>
                </a:cubicBezTo>
                <a:cubicBezTo>
                  <a:pt x="65845" y="126382"/>
                  <a:pt x="65055" y="124371"/>
                  <a:pt x="64791" y="122120"/>
                </a:cubicBezTo>
                <a:cubicBezTo>
                  <a:pt x="69077" y="114457"/>
                  <a:pt x="72669" y="106484"/>
                  <a:pt x="75567" y="98175"/>
                </a:cubicBezTo>
                <a:cubicBezTo>
                  <a:pt x="78129" y="96522"/>
                  <a:pt x="80906" y="95325"/>
                  <a:pt x="83947" y="94583"/>
                </a:cubicBezTo>
                <a:cubicBezTo>
                  <a:pt x="82343" y="93793"/>
                  <a:pt x="80763" y="92979"/>
                  <a:pt x="79158" y="92188"/>
                </a:cubicBezTo>
                <a:cubicBezTo>
                  <a:pt x="85001" y="81557"/>
                  <a:pt x="91777" y="71572"/>
                  <a:pt x="99512" y="62257"/>
                </a:cubicBezTo>
                <a:cubicBezTo>
                  <a:pt x="100421" y="63598"/>
                  <a:pt x="101619" y="64388"/>
                  <a:pt x="103103" y="64652"/>
                </a:cubicBezTo>
                <a:cubicBezTo>
                  <a:pt x="104827" y="65657"/>
                  <a:pt x="106025" y="67238"/>
                  <a:pt x="106695" y="69441"/>
                </a:cubicBezTo>
                <a:cubicBezTo>
                  <a:pt x="107437" y="66400"/>
                  <a:pt x="108635" y="63622"/>
                  <a:pt x="110287" y="61060"/>
                </a:cubicBezTo>
                <a:cubicBezTo>
                  <a:pt x="109497" y="60270"/>
                  <a:pt x="108683" y="59456"/>
                  <a:pt x="107892" y="58665"/>
                </a:cubicBezTo>
                <a:cubicBezTo>
                  <a:pt x="111963" y="59863"/>
                  <a:pt x="115962" y="59456"/>
                  <a:pt x="119865" y="57468"/>
                </a:cubicBezTo>
                <a:cubicBezTo>
                  <a:pt x="122978" y="61850"/>
                  <a:pt x="125372" y="66639"/>
                  <a:pt x="127048" y="71835"/>
                </a:cubicBezTo>
                <a:cubicBezTo>
                  <a:pt x="126354" y="68124"/>
                  <a:pt x="127551" y="64149"/>
                  <a:pt x="130640" y="59863"/>
                </a:cubicBezTo>
                <a:cubicBezTo>
                  <a:pt x="131766" y="65298"/>
                  <a:pt x="134160" y="70087"/>
                  <a:pt x="137824" y="74230"/>
                </a:cubicBezTo>
                <a:cubicBezTo>
                  <a:pt x="143906" y="67429"/>
                  <a:pt x="150682" y="61443"/>
                  <a:pt x="158177" y="56271"/>
                </a:cubicBezTo>
                <a:cubicBezTo>
                  <a:pt x="161266" y="55098"/>
                  <a:pt x="164474" y="54690"/>
                  <a:pt x="167755" y="55074"/>
                </a:cubicBezTo>
                <a:cubicBezTo>
                  <a:pt x="168210" y="50141"/>
                  <a:pt x="169407" y="45352"/>
                  <a:pt x="171347" y="40707"/>
                </a:cubicBezTo>
                <a:cubicBezTo>
                  <a:pt x="174100" y="43005"/>
                  <a:pt x="176495" y="42191"/>
                  <a:pt x="178530" y="38312"/>
                </a:cubicBezTo>
                <a:cubicBezTo>
                  <a:pt x="181116" y="32326"/>
                  <a:pt x="184301" y="26747"/>
                  <a:pt x="188108" y="21551"/>
                </a:cubicBezTo>
                <a:cubicBezTo>
                  <a:pt x="190814" y="29716"/>
                  <a:pt x="194813" y="30506"/>
                  <a:pt x="200081" y="23945"/>
                </a:cubicBezTo>
                <a:cubicBezTo>
                  <a:pt x="207216" y="25501"/>
                  <a:pt x="208007" y="28686"/>
                  <a:pt x="202475" y="33523"/>
                </a:cubicBezTo>
                <a:cubicBezTo>
                  <a:pt x="199865" y="27704"/>
                  <a:pt x="198668" y="28495"/>
                  <a:pt x="198884" y="35918"/>
                </a:cubicBezTo>
                <a:cubicBezTo>
                  <a:pt x="193089" y="35175"/>
                  <a:pt x="187486" y="35989"/>
                  <a:pt x="182122" y="38312"/>
                </a:cubicBezTo>
                <a:cubicBezTo>
                  <a:pt x="179392" y="40539"/>
                  <a:pt x="179392" y="42526"/>
                  <a:pt x="182122" y="44298"/>
                </a:cubicBezTo>
                <a:cubicBezTo>
                  <a:pt x="178842" y="47507"/>
                  <a:pt x="175657" y="50692"/>
                  <a:pt x="172544" y="53876"/>
                </a:cubicBezTo>
                <a:cubicBezTo>
                  <a:pt x="173717" y="60413"/>
                  <a:pt x="176519" y="64005"/>
                  <a:pt x="180925" y="64652"/>
                </a:cubicBezTo>
                <a:cubicBezTo>
                  <a:pt x="182912" y="59863"/>
                  <a:pt x="184924" y="55074"/>
                  <a:pt x="186911" y="50285"/>
                </a:cubicBezTo>
                <a:cubicBezTo>
                  <a:pt x="197950" y="52751"/>
                  <a:pt x="199530" y="59551"/>
                  <a:pt x="191700" y="70638"/>
                </a:cubicBezTo>
                <a:cubicBezTo>
                  <a:pt x="199410" y="76289"/>
                  <a:pt x="199410" y="80288"/>
                  <a:pt x="191700" y="82610"/>
                </a:cubicBezTo>
                <a:cubicBezTo>
                  <a:pt x="199578" y="83209"/>
                  <a:pt x="202379" y="86801"/>
                  <a:pt x="200081" y="93386"/>
                </a:cubicBezTo>
                <a:cubicBezTo>
                  <a:pt x="202475" y="94990"/>
                  <a:pt x="204870" y="96570"/>
                  <a:pt x="207264" y="98175"/>
                </a:cubicBezTo>
                <a:cubicBezTo>
                  <a:pt x="205828" y="93146"/>
                  <a:pt x="203840" y="87950"/>
                  <a:pt x="201278" y="82610"/>
                </a:cubicBezTo>
                <a:cubicBezTo>
                  <a:pt x="202547" y="80958"/>
                  <a:pt x="204127" y="79761"/>
                  <a:pt x="206067" y="79019"/>
                </a:cubicBezTo>
                <a:cubicBezTo>
                  <a:pt x="209587" y="81892"/>
                  <a:pt x="213179" y="81892"/>
                  <a:pt x="216842" y="79019"/>
                </a:cubicBezTo>
                <a:cubicBezTo>
                  <a:pt x="218517" y="75930"/>
                  <a:pt x="220122" y="72721"/>
                  <a:pt x="221630" y="69441"/>
                </a:cubicBezTo>
                <a:cubicBezTo>
                  <a:pt x="228167" y="71500"/>
                  <a:pt x="228574" y="73487"/>
                  <a:pt x="222828" y="75427"/>
                </a:cubicBezTo>
                <a:cubicBezTo>
                  <a:pt x="229269" y="82802"/>
                  <a:pt x="231663" y="80791"/>
                  <a:pt x="230011" y="69441"/>
                </a:cubicBezTo>
                <a:cubicBezTo>
                  <a:pt x="237650" y="70734"/>
                  <a:pt x="243636" y="68339"/>
                  <a:pt x="247970" y="62257"/>
                </a:cubicBezTo>
                <a:cubicBezTo>
                  <a:pt x="248760" y="63047"/>
                  <a:pt x="249574" y="63861"/>
                  <a:pt x="250364" y="64652"/>
                </a:cubicBezTo>
                <a:cubicBezTo>
                  <a:pt x="250676" y="61587"/>
                  <a:pt x="249478" y="58809"/>
                  <a:pt x="246773" y="56271"/>
                </a:cubicBezTo>
                <a:cubicBezTo>
                  <a:pt x="248161" y="52176"/>
                  <a:pt x="250939" y="49375"/>
                  <a:pt x="255153" y="47890"/>
                </a:cubicBezTo>
                <a:cubicBezTo>
                  <a:pt x="256303" y="45615"/>
                  <a:pt x="256710" y="43221"/>
                  <a:pt x="256351" y="40707"/>
                </a:cubicBezTo>
                <a:cubicBezTo>
                  <a:pt x="260349" y="40707"/>
                  <a:pt x="264324" y="40707"/>
                  <a:pt x="268323" y="40707"/>
                </a:cubicBezTo>
                <a:cubicBezTo>
                  <a:pt x="269137" y="33379"/>
                  <a:pt x="270742" y="26196"/>
                  <a:pt x="273112" y="19156"/>
                </a:cubicBezTo>
                <a:cubicBezTo>
                  <a:pt x="275507" y="15971"/>
                  <a:pt x="277901" y="15971"/>
                  <a:pt x="280296" y="19156"/>
                </a:cubicBezTo>
                <a:cubicBezTo>
                  <a:pt x="282092" y="17049"/>
                  <a:pt x="283289" y="14654"/>
                  <a:pt x="283887" y="11973"/>
                </a:cubicBezTo>
                <a:cubicBezTo>
                  <a:pt x="290927" y="11709"/>
                  <a:pt x="298111" y="11709"/>
                  <a:pt x="305438" y="11973"/>
                </a:cubicBezTo>
                <a:cubicBezTo>
                  <a:pt x="306587" y="9698"/>
                  <a:pt x="306994" y="7303"/>
                  <a:pt x="306635" y="4789"/>
                </a:cubicBezTo>
                <a:cubicBezTo>
                  <a:pt x="316357" y="4837"/>
                  <a:pt x="325552" y="3233"/>
                  <a:pt x="334172" y="0"/>
                </a:cubicBezTo>
                <a:cubicBezTo>
                  <a:pt x="337022" y="2538"/>
                  <a:pt x="338219" y="5747"/>
                  <a:pt x="337764" y="9578"/>
                </a:cubicBezTo>
                <a:cubicBezTo>
                  <a:pt x="340925" y="9171"/>
                  <a:pt x="343726" y="9961"/>
                  <a:pt x="346145" y="11973"/>
                </a:cubicBezTo>
                <a:cubicBezTo>
                  <a:pt x="352418" y="-3879"/>
                  <a:pt x="356010" y="-3089"/>
                  <a:pt x="356920" y="14367"/>
                </a:cubicBezTo>
                <a:cubicBezTo>
                  <a:pt x="352227" y="15900"/>
                  <a:pt x="347845" y="15900"/>
                  <a:pt x="343750" y="14367"/>
                </a:cubicBezTo>
                <a:cubicBezTo>
                  <a:pt x="342792" y="17647"/>
                  <a:pt x="341595" y="20856"/>
                  <a:pt x="340158" y="23945"/>
                </a:cubicBezTo>
                <a:cubicBezTo>
                  <a:pt x="343511" y="34026"/>
                  <a:pt x="348300" y="43197"/>
                  <a:pt x="354525" y="51482"/>
                </a:cubicBezTo>
                <a:cubicBezTo>
                  <a:pt x="352730" y="55050"/>
                  <a:pt x="350718" y="55433"/>
                  <a:pt x="348539" y="52679"/>
                </a:cubicBezTo>
                <a:cubicBezTo>
                  <a:pt x="348036" y="58139"/>
                  <a:pt x="346025" y="62928"/>
                  <a:pt x="342553" y="67046"/>
                </a:cubicBezTo>
                <a:cubicBezTo>
                  <a:pt x="343846" y="71284"/>
                  <a:pt x="345833" y="72075"/>
                  <a:pt x="348539" y="69441"/>
                </a:cubicBezTo>
                <a:cubicBezTo>
                  <a:pt x="351413" y="71763"/>
                  <a:pt x="352610" y="74158"/>
                  <a:pt x="352131" y="76624"/>
                </a:cubicBezTo>
                <a:cubicBezTo>
                  <a:pt x="353807" y="72122"/>
                  <a:pt x="356202" y="71308"/>
                  <a:pt x="359314" y="74230"/>
                </a:cubicBezTo>
                <a:cubicBezTo>
                  <a:pt x="364846" y="79354"/>
                  <a:pt x="369635" y="84957"/>
                  <a:pt x="373681" y="90991"/>
                </a:cubicBezTo>
                <a:close/>
              </a:path>
            </a:pathLst>
          </a:custGeom>
          <a:solidFill>
            <a:srgbClr val="CDD9C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7EE5B02-543E-6AF7-F36F-D8F14EF5E9E2}"/>
              </a:ext>
            </a:extLst>
          </p:cNvPr>
          <p:cNvSpPr/>
          <p:nvPr/>
        </p:nvSpPr>
        <p:spPr>
          <a:xfrm>
            <a:off x="8993625" y="4325118"/>
            <a:ext cx="294524" cy="402179"/>
          </a:xfrm>
          <a:custGeom>
            <a:avLst/>
            <a:gdLst>
              <a:gd name="csX0" fmla="*/ 227478 w 294524"/>
              <a:gd name="csY0" fmla="*/ 11875 h 402179"/>
              <a:gd name="csX1" fmla="*/ 283749 w 294524"/>
              <a:gd name="csY1" fmla="*/ 88499 h 402179"/>
              <a:gd name="csX2" fmla="*/ 294524 w 294524"/>
              <a:gd name="csY2" fmla="*/ 111247 h 402179"/>
              <a:gd name="csX3" fmla="*/ 220294 w 294524"/>
              <a:gd name="csY3" fmla="*/ 402179 h 402179"/>
              <a:gd name="csX4" fmla="*/ 203533 w 294524"/>
              <a:gd name="csY4" fmla="*/ 387812 h 402179"/>
              <a:gd name="csX5" fmla="*/ 216703 w 294524"/>
              <a:gd name="csY5" fmla="*/ 390207 h 402179"/>
              <a:gd name="csX6" fmla="*/ 213111 w 294524"/>
              <a:gd name="csY6" fmla="*/ 367459 h 402179"/>
              <a:gd name="csX7" fmla="*/ 214308 w 294524"/>
              <a:gd name="csY7" fmla="*/ 359078 h 402179"/>
              <a:gd name="csX8" fmla="*/ 211914 w 294524"/>
              <a:gd name="csY8" fmla="*/ 361473 h 402179"/>
              <a:gd name="csX9" fmla="*/ 196349 w 294524"/>
              <a:gd name="csY9" fmla="*/ 348303 h 402179"/>
              <a:gd name="csX10" fmla="*/ 198744 w 294524"/>
              <a:gd name="csY10" fmla="*/ 339922 h 402179"/>
              <a:gd name="csX11" fmla="*/ 193955 w 294524"/>
              <a:gd name="csY11" fmla="*/ 333936 h 402179"/>
              <a:gd name="csX12" fmla="*/ 186771 w 294524"/>
              <a:gd name="csY12" fmla="*/ 327949 h 402179"/>
              <a:gd name="csX13" fmla="*/ 181982 w 294524"/>
              <a:gd name="csY13" fmla="*/ 309991 h 402179"/>
              <a:gd name="csX14" fmla="*/ 185574 w 294524"/>
              <a:gd name="csY14" fmla="*/ 304004 h 402179"/>
              <a:gd name="csX15" fmla="*/ 198744 w 294524"/>
              <a:gd name="csY15" fmla="*/ 306399 h 402179"/>
              <a:gd name="csX16" fmla="*/ 203533 w 294524"/>
              <a:gd name="csY16" fmla="*/ 292032 h 402179"/>
              <a:gd name="csX17" fmla="*/ 198744 w 294524"/>
              <a:gd name="csY17" fmla="*/ 299215 h 402179"/>
              <a:gd name="csX18" fmla="*/ 193955 w 294524"/>
              <a:gd name="csY18" fmla="*/ 306399 h 402179"/>
              <a:gd name="csX19" fmla="*/ 179588 w 294524"/>
              <a:gd name="csY19" fmla="*/ 292032 h 402179"/>
              <a:gd name="csX20" fmla="*/ 171207 w 294524"/>
              <a:gd name="csY20" fmla="*/ 292032 h 402179"/>
              <a:gd name="csX21" fmla="*/ 173602 w 294524"/>
              <a:gd name="csY21" fmla="*/ 277665 h 402179"/>
              <a:gd name="csX22" fmla="*/ 181982 w 294524"/>
              <a:gd name="csY22" fmla="*/ 278862 h 402179"/>
              <a:gd name="csX23" fmla="*/ 170010 w 294524"/>
              <a:gd name="csY23" fmla="*/ 271679 h 402179"/>
              <a:gd name="csX24" fmla="*/ 179588 w 294524"/>
              <a:gd name="csY24" fmla="*/ 265692 h 402179"/>
              <a:gd name="csX25" fmla="*/ 170010 w 294524"/>
              <a:gd name="csY25" fmla="*/ 257312 h 402179"/>
              <a:gd name="csX26" fmla="*/ 179588 w 294524"/>
              <a:gd name="csY26" fmla="*/ 251325 h 402179"/>
              <a:gd name="csX27" fmla="*/ 165221 w 294524"/>
              <a:gd name="csY27" fmla="*/ 251325 h 402179"/>
              <a:gd name="csX28" fmla="*/ 172404 w 294524"/>
              <a:gd name="csY28" fmla="*/ 247734 h 402179"/>
              <a:gd name="csX29" fmla="*/ 178391 w 294524"/>
              <a:gd name="csY29" fmla="*/ 244142 h 402179"/>
              <a:gd name="csX30" fmla="*/ 172404 w 294524"/>
              <a:gd name="csY30" fmla="*/ 234564 h 402179"/>
              <a:gd name="csX31" fmla="*/ 162826 w 294524"/>
              <a:gd name="csY31" fmla="*/ 232169 h 402179"/>
              <a:gd name="csX32" fmla="*/ 165221 w 294524"/>
              <a:gd name="csY32" fmla="*/ 223789 h 402179"/>
              <a:gd name="csX33" fmla="*/ 155643 w 294524"/>
              <a:gd name="csY33" fmla="*/ 224986 h 402179"/>
              <a:gd name="csX34" fmla="*/ 150854 w 294524"/>
              <a:gd name="csY34" fmla="*/ 221394 h 402179"/>
              <a:gd name="csX35" fmla="*/ 160432 w 294524"/>
              <a:gd name="csY35" fmla="*/ 219000 h 402179"/>
              <a:gd name="csX36" fmla="*/ 153248 w 294524"/>
              <a:gd name="csY36" fmla="*/ 217802 h 402179"/>
              <a:gd name="csX37" fmla="*/ 153248 w 294524"/>
              <a:gd name="csY37" fmla="*/ 199843 h 402179"/>
              <a:gd name="csX38" fmla="*/ 137684 w 294524"/>
              <a:gd name="csY38" fmla="*/ 201041 h 402179"/>
              <a:gd name="csX39" fmla="*/ 124514 w 294524"/>
              <a:gd name="csY39" fmla="*/ 197449 h 402179"/>
              <a:gd name="csX40" fmla="*/ 138881 w 294524"/>
              <a:gd name="csY40" fmla="*/ 163926 h 402179"/>
              <a:gd name="csX41" fmla="*/ 118528 w 294524"/>
              <a:gd name="csY41" fmla="*/ 174701 h 402179"/>
              <a:gd name="csX42" fmla="*/ 110147 w 294524"/>
              <a:gd name="csY42" fmla="*/ 169912 h 402179"/>
              <a:gd name="csX43" fmla="*/ 117331 w 294524"/>
              <a:gd name="csY43" fmla="*/ 166320 h 402179"/>
              <a:gd name="csX44" fmla="*/ 96977 w 294524"/>
              <a:gd name="csY44" fmla="*/ 162729 h 402179"/>
              <a:gd name="csX45" fmla="*/ 98175 w 294524"/>
              <a:gd name="csY45" fmla="*/ 155545 h 402179"/>
              <a:gd name="csX46" fmla="*/ 94583 w 294524"/>
              <a:gd name="csY46" fmla="*/ 148362 h 402179"/>
              <a:gd name="csX47" fmla="*/ 90991 w 294524"/>
              <a:gd name="csY47" fmla="*/ 148362 h 402179"/>
              <a:gd name="csX48" fmla="*/ 102964 w 294524"/>
              <a:gd name="csY48" fmla="*/ 142375 h 402179"/>
              <a:gd name="csX49" fmla="*/ 79019 w 294524"/>
              <a:gd name="csY49" fmla="*/ 145967 h 402179"/>
              <a:gd name="csX50" fmla="*/ 67046 w 294524"/>
              <a:gd name="csY50" fmla="*/ 141178 h 402179"/>
              <a:gd name="csX51" fmla="*/ 73032 w 294524"/>
              <a:gd name="csY51" fmla="*/ 129206 h 402179"/>
              <a:gd name="csX52" fmla="*/ 75427 w 294524"/>
              <a:gd name="csY52" fmla="*/ 131600 h 402179"/>
              <a:gd name="csX53" fmla="*/ 89794 w 294524"/>
              <a:gd name="csY53" fmla="*/ 126811 h 402179"/>
              <a:gd name="csX54" fmla="*/ 95780 w 294524"/>
              <a:gd name="csY54" fmla="*/ 130403 h 402179"/>
              <a:gd name="csX55" fmla="*/ 87399 w 294524"/>
              <a:gd name="csY55" fmla="*/ 119628 h 402179"/>
              <a:gd name="csX56" fmla="*/ 81413 w 294524"/>
              <a:gd name="csY56" fmla="*/ 123219 h 402179"/>
              <a:gd name="csX57" fmla="*/ 80216 w 294524"/>
              <a:gd name="csY57" fmla="*/ 114839 h 402179"/>
              <a:gd name="csX58" fmla="*/ 77821 w 294524"/>
              <a:gd name="csY58" fmla="*/ 117233 h 402179"/>
              <a:gd name="csX59" fmla="*/ 68243 w 294524"/>
              <a:gd name="csY59" fmla="*/ 105261 h 402179"/>
              <a:gd name="csX60" fmla="*/ 59863 w 294524"/>
              <a:gd name="csY60" fmla="*/ 113641 h 402179"/>
              <a:gd name="csX61" fmla="*/ 62257 w 294524"/>
              <a:gd name="csY61" fmla="*/ 110050 h 402179"/>
              <a:gd name="csX62" fmla="*/ 62257 w 294524"/>
              <a:gd name="csY62" fmla="*/ 96880 h 402179"/>
              <a:gd name="csX63" fmla="*/ 52679 w 294524"/>
              <a:gd name="csY63" fmla="*/ 93288 h 402179"/>
              <a:gd name="csX64" fmla="*/ 50285 w 294524"/>
              <a:gd name="csY64" fmla="*/ 100472 h 402179"/>
              <a:gd name="csX65" fmla="*/ 47890 w 294524"/>
              <a:gd name="csY65" fmla="*/ 104063 h 402179"/>
              <a:gd name="csX66" fmla="*/ 40707 w 294524"/>
              <a:gd name="csY66" fmla="*/ 102866 h 402179"/>
              <a:gd name="csX67" fmla="*/ 31129 w 294524"/>
              <a:gd name="csY67" fmla="*/ 119628 h 402179"/>
              <a:gd name="csX68" fmla="*/ 43101 w 294524"/>
              <a:gd name="csY68" fmla="*/ 137586 h 402179"/>
              <a:gd name="csX69" fmla="*/ 43101 w 294524"/>
              <a:gd name="csY69" fmla="*/ 143573 h 402179"/>
              <a:gd name="csX70" fmla="*/ 40707 w 294524"/>
              <a:gd name="csY70" fmla="*/ 147164 h 402179"/>
              <a:gd name="csX71" fmla="*/ 52679 w 294524"/>
              <a:gd name="csY71" fmla="*/ 148362 h 402179"/>
              <a:gd name="csX72" fmla="*/ 50285 w 294524"/>
              <a:gd name="csY72" fmla="*/ 159137 h 402179"/>
              <a:gd name="csX73" fmla="*/ 59863 w 294524"/>
              <a:gd name="csY73" fmla="*/ 159137 h 402179"/>
              <a:gd name="csX74" fmla="*/ 50285 w 294524"/>
              <a:gd name="csY74" fmla="*/ 163926 h 402179"/>
              <a:gd name="csX75" fmla="*/ 33523 w 294524"/>
              <a:gd name="csY75" fmla="*/ 147164 h 402179"/>
              <a:gd name="csX76" fmla="*/ 32326 w 294524"/>
              <a:gd name="csY76" fmla="*/ 143573 h 402179"/>
              <a:gd name="csX77" fmla="*/ 23945 w 294524"/>
              <a:gd name="csY77" fmla="*/ 137586 h 402179"/>
              <a:gd name="csX78" fmla="*/ 26340 w 294524"/>
              <a:gd name="csY78" fmla="*/ 132797 h 402179"/>
              <a:gd name="csX79" fmla="*/ 19156 w 294524"/>
              <a:gd name="csY79" fmla="*/ 122022 h 402179"/>
              <a:gd name="csX80" fmla="*/ 20353 w 294524"/>
              <a:gd name="csY80" fmla="*/ 114839 h 402179"/>
              <a:gd name="csX81" fmla="*/ 0 w 294524"/>
              <a:gd name="csY81" fmla="*/ 100472 h 402179"/>
              <a:gd name="csX82" fmla="*/ 23945 w 294524"/>
              <a:gd name="csY82" fmla="*/ 86105 h 402179"/>
              <a:gd name="csX83" fmla="*/ 213111 w 294524"/>
              <a:gd name="csY83" fmla="*/ 1100 h 402179"/>
              <a:gd name="csX84" fmla="*/ 220294 w 294524"/>
              <a:gd name="csY84" fmla="*/ 2297 h 402179"/>
              <a:gd name="csX85" fmla="*/ 227478 w 294524"/>
              <a:gd name="csY85" fmla="*/ 11875 h 402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</a:cxnLst>
            <a:rect l="l" t="t" r="r" b="b"/>
            <a:pathLst>
              <a:path w="294524" h="402179">
                <a:moveTo>
                  <a:pt x="227478" y="11875"/>
                </a:moveTo>
                <a:cubicBezTo>
                  <a:pt x="245724" y="37712"/>
                  <a:pt x="264473" y="63261"/>
                  <a:pt x="283749" y="88499"/>
                </a:cubicBezTo>
                <a:cubicBezTo>
                  <a:pt x="288466" y="95587"/>
                  <a:pt x="292058" y="103177"/>
                  <a:pt x="294524" y="111247"/>
                </a:cubicBezTo>
                <a:cubicBezTo>
                  <a:pt x="269573" y="208583"/>
                  <a:pt x="244838" y="305561"/>
                  <a:pt x="220294" y="402179"/>
                </a:cubicBezTo>
                <a:cubicBezTo>
                  <a:pt x="211842" y="400910"/>
                  <a:pt x="206239" y="396121"/>
                  <a:pt x="203533" y="387812"/>
                </a:cubicBezTo>
                <a:cubicBezTo>
                  <a:pt x="208753" y="383837"/>
                  <a:pt x="213135" y="384627"/>
                  <a:pt x="216703" y="390207"/>
                </a:cubicBezTo>
                <a:cubicBezTo>
                  <a:pt x="224174" y="381443"/>
                  <a:pt x="222976" y="373852"/>
                  <a:pt x="213111" y="367459"/>
                </a:cubicBezTo>
                <a:cubicBezTo>
                  <a:pt x="218355" y="366022"/>
                  <a:pt x="218738" y="363221"/>
                  <a:pt x="214308" y="359078"/>
                </a:cubicBezTo>
                <a:cubicBezTo>
                  <a:pt x="213518" y="359868"/>
                  <a:pt x="212704" y="360682"/>
                  <a:pt x="211914" y="361473"/>
                </a:cubicBezTo>
                <a:cubicBezTo>
                  <a:pt x="206023" y="357977"/>
                  <a:pt x="200827" y="353595"/>
                  <a:pt x="196349" y="348303"/>
                </a:cubicBezTo>
                <a:cubicBezTo>
                  <a:pt x="198361" y="345884"/>
                  <a:pt x="199151" y="343083"/>
                  <a:pt x="198744" y="339922"/>
                </a:cubicBezTo>
                <a:cubicBezTo>
                  <a:pt x="192901" y="340281"/>
                  <a:pt x="191297" y="338270"/>
                  <a:pt x="193955" y="333936"/>
                </a:cubicBezTo>
                <a:cubicBezTo>
                  <a:pt x="191560" y="331948"/>
                  <a:pt x="189166" y="329937"/>
                  <a:pt x="186771" y="327949"/>
                </a:cubicBezTo>
                <a:cubicBezTo>
                  <a:pt x="191129" y="321221"/>
                  <a:pt x="189549" y="315235"/>
                  <a:pt x="181982" y="309991"/>
                </a:cubicBezTo>
                <a:cubicBezTo>
                  <a:pt x="183491" y="308195"/>
                  <a:pt x="184688" y="306207"/>
                  <a:pt x="185574" y="304004"/>
                </a:cubicBezTo>
                <a:cubicBezTo>
                  <a:pt x="189142" y="308937"/>
                  <a:pt x="193548" y="309727"/>
                  <a:pt x="198744" y="306399"/>
                </a:cubicBezTo>
                <a:cubicBezTo>
                  <a:pt x="202551" y="302400"/>
                  <a:pt x="204132" y="297611"/>
                  <a:pt x="203533" y="292032"/>
                </a:cubicBezTo>
                <a:cubicBezTo>
                  <a:pt x="197068" y="291745"/>
                  <a:pt x="195463" y="294139"/>
                  <a:pt x="198744" y="299215"/>
                </a:cubicBezTo>
                <a:cubicBezTo>
                  <a:pt x="197738" y="302017"/>
                  <a:pt x="196134" y="304412"/>
                  <a:pt x="193955" y="306399"/>
                </a:cubicBezTo>
                <a:cubicBezTo>
                  <a:pt x="189166" y="301610"/>
                  <a:pt x="184377" y="296821"/>
                  <a:pt x="179588" y="292032"/>
                </a:cubicBezTo>
                <a:cubicBezTo>
                  <a:pt x="176667" y="289135"/>
                  <a:pt x="173865" y="289135"/>
                  <a:pt x="171207" y="292032"/>
                </a:cubicBezTo>
                <a:cubicBezTo>
                  <a:pt x="169699" y="286908"/>
                  <a:pt x="170489" y="282119"/>
                  <a:pt x="173602" y="277665"/>
                </a:cubicBezTo>
                <a:cubicBezTo>
                  <a:pt x="175038" y="282909"/>
                  <a:pt x="177840" y="283292"/>
                  <a:pt x="181982" y="278862"/>
                </a:cubicBezTo>
                <a:cubicBezTo>
                  <a:pt x="179181" y="274672"/>
                  <a:pt x="175182" y="272277"/>
                  <a:pt x="170010" y="271679"/>
                </a:cubicBezTo>
                <a:cubicBezTo>
                  <a:pt x="172907" y="267273"/>
                  <a:pt x="176092" y="265261"/>
                  <a:pt x="179588" y="265692"/>
                </a:cubicBezTo>
                <a:cubicBezTo>
                  <a:pt x="176738" y="262460"/>
                  <a:pt x="173554" y="259658"/>
                  <a:pt x="170010" y="257312"/>
                </a:cubicBezTo>
                <a:cubicBezTo>
                  <a:pt x="173602" y="255923"/>
                  <a:pt x="176786" y="253911"/>
                  <a:pt x="179588" y="251325"/>
                </a:cubicBezTo>
                <a:cubicBezTo>
                  <a:pt x="175110" y="252283"/>
                  <a:pt x="170321" y="252283"/>
                  <a:pt x="165221" y="251325"/>
                </a:cubicBezTo>
                <a:cubicBezTo>
                  <a:pt x="167328" y="249529"/>
                  <a:pt x="169722" y="248332"/>
                  <a:pt x="172404" y="247734"/>
                </a:cubicBezTo>
                <a:cubicBezTo>
                  <a:pt x="170273" y="239496"/>
                  <a:pt x="172261" y="238299"/>
                  <a:pt x="178391" y="244142"/>
                </a:cubicBezTo>
                <a:cubicBezTo>
                  <a:pt x="179133" y="239616"/>
                  <a:pt x="177145" y="236432"/>
                  <a:pt x="172404" y="234564"/>
                </a:cubicBezTo>
                <a:cubicBezTo>
                  <a:pt x="169555" y="232337"/>
                  <a:pt x="166370" y="231547"/>
                  <a:pt x="162826" y="232169"/>
                </a:cubicBezTo>
                <a:cubicBezTo>
                  <a:pt x="162419" y="229009"/>
                  <a:pt x="163209" y="226207"/>
                  <a:pt x="165221" y="223789"/>
                </a:cubicBezTo>
                <a:cubicBezTo>
                  <a:pt x="161869" y="222376"/>
                  <a:pt x="158684" y="222759"/>
                  <a:pt x="155643" y="224986"/>
                </a:cubicBezTo>
                <a:cubicBezTo>
                  <a:pt x="153703" y="224243"/>
                  <a:pt x="152123" y="223046"/>
                  <a:pt x="150854" y="221394"/>
                </a:cubicBezTo>
                <a:cubicBezTo>
                  <a:pt x="154039" y="220604"/>
                  <a:pt x="157247" y="219790"/>
                  <a:pt x="160432" y="219000"/>
                </a:cubicBezTo>
                <a:cubicBezTo>
                  <a:pt x="158157" y="217850"/>
                  <a:pt x="155763" y="217443"/>
                  <a:pt x="153248" y="217802"/>
                </a:cubicBezTo>
                <a:cubicBezTo>
                  <a:pt x="150974" y="211648"/>
                  <a:pt x="150974" y="205662"/>
                  <a:pt x="153248" y="199843"/>
                </a:cubicBezTo>
                <a:cubicBezTo>
                  <a:pt x="148028" y="198838"/>
                  <a:pt x="142832" y="199245"/>
                  <a:pt x="137684" y="201041"/>
                </a:cubicBezTo>
                <a:cubicBezTo>
                  <a:pt x="133158" y="200322"/>
                  <a:pt x="128777" y="199125"/>
                  <a:pt x="124514" y="197449"/>
                </a:cubicBezTo>
                <a:cubicBezTo>
                  <a:pt x="124466" y="184710"/>
                  <a:pt x="129255" y="173528"/>
                  <a:pt x="138881" y="163926"/>
                </a:cubicBezTo>
                <a:cubicBezTo>
                  <a:pt x="129327" y="162130"/>
                  <a:pt x="122527" y="165722"/>
                  <a:pt x="118528" y="174701"/>
                </a:cubicBezTo>
                <a:cubicBezTo>
                  <a:pt x="115631" y="173336"/>
                  <a:pt x="112853" y="171732"/>
                  <a:pt x="110147" y="169912"/>
                </a:cubicBezTo>
                <a:cubicBezTo>
                  <a:pt x="112614" y="170391"/>
                  <a:pt x="115008" y="169194"/>
                  <a:pt x="117331" y="166320"/>
                </a:cubicBezTo>
                <a:cubicBezTo>
                  <a:pt x="110411" y="162848"/>
                  <a:pt x="103634" y="161651"/>
                  <a:pt x="96977" y="162729"/>
                </a:cubicBezTo>
                <a:cubicBezTo>
                  <a:pt x="95804" y="160214"/>
                  <a:pt x="96187" y="157820"/>
                  <a:pt x="98175" y="155545"/>
                </a:cubicBezTo>
                <a:cubicBezTo>
                  <a:pt x="96977" y="153151"/>
                  <a:pt x="95780" y="150756"/>
                  <a:pt x="94583" y="148362"/>
                </a:cubicBezTo>
                <a:cubicBezTo>
                  <a:pt x="93026" y="151235"/>
                  <a:pt x="91829" y="151235"/>
                  <a:pt x="90991" y="148362"/>
                </a:cubicBezTo>
                <a:cubicBezTo>
                  <a:pt x="95229" y="146709"/>
                  <a:pt x="99228" y="144722"/>
                  <a:pt x="102964" y="142375"/>
                </a:cubicBezTo>
                <a:cubicBezTo>
                  <a:pt x="94583" y="135886"/>
                  <a:pt x="86585" y="137084"/>
                  <a:pt x="79019" y="145967"/>
                </a:cubicBezTo>
                <a:cubicBezTo>
                  <a:pt x="75523" y="141370"/>
                  <a:pt x="71524" y="139765"/>
                  <a:pt x="67046" y="141178"/>
                </a:cubicBezTo>
                <a:cubicBezTo>
                  <a:pt x="68363" y="136796"/>
                  <a:pt x="70374" y="132797"/>
                  <a:pt x="73032" y="129206"/>
                </a:cubicBezTo>
                <a:cubicBezTo>
                  <a:pt x="73823" y="129996"/>
                  <a:pt x="74637" y="130810"/>
                  <a:pt x="75427" y="131600"/>
                </a:cubicBezTo>
                <a:cubicBezTo>
                  <a:pt x="80216" y="129996"/>
                  <a:pt x="85005" y="128415"/>
                  <a:pt x="89794" y="126811"/>
                </a:cubicBezTo>
                <a:cubicBezTo>
                  <a:pt x="90153" y="133468"/>
                  <a:pt x="92141" y="134665"/>
                  <a:pt x="95780" y="130403"/>
                </a:cubicBezTo>
                <a:cubicBezTo>
                  <a:pt x="94200" y="125853"/>
                  <a:pt x="91422" y="122262"/>
                  <a:pt x="87399" y="119628"/>
                </a:cubicBezTo>
                <a:cubicBezTo>
                  <a:pt x="86394" y="123124"/>
                  <a:pt x="84382" y="124321"/>
                  <a:pt x="81413" y="123219"/>
                </a:cubicBezTo>
                <a:cubicBezTo>
                  <a:pt x="80264" y="120801"/>
                  <a:pt x="79857" y="117999"/>
                  <a:pt x="80216" y="114839"/>
                </a:cubicBezTo>
                <a:cubicBezTo>
                  <a:pt x="79426" y="115629"/>
                  <a:pt x="78612" y="116443"/>
                  <a:pt x="77821" y="117233"/>
                </a:cubicBezTo>
                <a:cubicBezTo>
                  <a:pt x="73727" y="113929"/>
                  <a:pt x="70518" y="109954"/>
                  <a:pt x="68243" y="105261"/>
                </a:cubicBezTo>
                <a:cubicBezTo>
                  <a:pt x="68172" y="111486"/>
                  <a:pt x="65394" y="114288"/>
                  <a:pt x="59863" y="113641"/>
                </a:cubicBezTo>
                <a:cubicBezTo>
                  <a:pt x="60964" y="112660"/>
                  <a:pt x="61754" y="111462"/>
                  <a:pt x="62257" y="110050"/>
                </a:cubicBezTo>
                <a:cubicBezTo>
                  <a:pt x="52966" y="105500"/>
                  <a:pt x="52966" y="101118"/>
                  <a:pt x="62257" y="96880"/>
                </a:cubicBezTo>
                <a:cubicBezTo>
                  <a:pt x="59767" y="92139"/>
                  <a:pt x="56558" y="90941"/>
                  <a:pt x="52679" y="93288"/>
                </a:cubicBezTo>
                <a:cubicBezTo>
                  <a:pt x="55816" y="96616"/>
                  <a:pt x="55026" y="99011"/>
                  <a:pt x="50285" y="100472"/>
                </a:cubicBezTo>
                <a:cubicBezTo>
                  <a:pt x="45472" y="95060"/>
                  <a:pt x="44681" y="96257"/>
                  <a:pt x="47890" y="104063"/>
                </a:cubicBezTo>
                <a:cubicBezTo>
                  <a:pt x="45065" y="108637"/>
                  <a:pt x="42670" y="108254"/>
                  <a:pt x="40707" y="102866"/>
                </a:cubicBezTo>
                <a:cubicBezTo>
                  <a:pt x="35558" y="108445"/>
                  <a:pt x="32374" y="114024"/>
                  <a:pt x="31129" y="119628"/>
                </a:cubicBezTo>
                <a:cubicBezTo>
                  <a:pt x="37378" y="125207"/>
                  <a:pt x="41353" y="131193"/>
                  <a:pt x="43101" y="137586"/>
                </a:cubicBezTo>
                <a:cubicBezTo>
                  <a:pt x="37139" y="139095"/>
                  <a:pt x="37139" y="141082"/>
                  <a:pt x="43101" y="143573"/>
                </a:cubicBezTo>
                <a:cubicBezTo>
                  <a:pt x="42598" y="144985"/>
                  <a:pt x="41808" y="146183"/>
                  <a:pt x="40707" y="147164"/>
                </a:cubicBezTo>
                <a:cubicBezTo>
                  <a:pt x="44610" y="148338"/>
                  <a:pt x="48608" y="148745"/>
                  <a:pt x="52679" y="148362"/>
                </a:cubicBezTo>
                <a:cubicBezTo>
                  <a:pt x="53182" y="152289"/>
                  <a:pt x="52392" y="155880"/>
                  <a:pt x="50285" y="159137"/>
                </a:cubicBezTo>
                <a:cubicBezTo>
                  <a:pt x="53469" y="159137"/>
                  <a:pt x="56678" y="159137"/>
                  <a:pt x="59863" y="159137"/>
                </a:cubicBezTo>
                <a:cubicBezTo>
                  <a:pt x="57923" y="163639"/>
                  <a:pt x="54714" y="165243"/>
                  <a:pt x="50285" y="163926"/>
                </a:cubicBezTo>
                <a:cubicBezTo>
                  <a:pt x="46932" y="156120"/>
                  <a:pt x="41353" y="150541"/>
                  <a:pt x="33523" y="147164"/>
                </a:cubicBezTo>
                <a:cubicBezTo>
                  <a:pt x="36708" y="142759"/>
                  <a:pt x="36325" y="141561"/>
                  <a:pt x="32326" y="143573"/>
                </a:cubicBezTo>
                <a:cubicBezTo>
                  <a:pt x="30482" y="140340"/>
                  <a:pt x="27680" y="138353"/>
                  <a:pt x="23945" y="137586"/>
                </a:cubicBezTo>
                <a:cubicBezTo>
                  <a:pt x="25190" y="136245"/>
                  <a:pt x="26004" y="134641"/>
                  <a:pt x="26340" y="132797"/>
                </a:cubicBezTo>
                <a:cubicBezTo>
                  <a:pt x="24448" y="128894"/>
                  <a:pt x="22053" y="125303"/>
                  <a:pt x="19156" y="122022"/>
                </a:cubicBezTo>
                <a:cubicBezTo>
                  <a:pt x="21143" y="119747"/>
                  <a:pt x="21527" y="117353"/>
                  <a:pt x="20353" y="114839"/>
                </a:cubicBezTo>
                <a:cubicBezTo>
                  <a:pt x="13146" y="110385"/>
                  <a:pt x="6345" y="105596"/>
                  <a:pt x="0" y="100472"/>
                </a:cubicBezTo>
                <a:cubicBezTo>
                  <a:pt x="7255" y="94437"/>
                  <a:pt x="15253" y="89648"/>
                  <a:pt x="23945" y="86105"/>
                </a:cubicBezTo>
                <a:cubicBezTo>
                  <a:pt x="87759" y="58975"/>
                  <a:pt x="150806" y="30648"/>
                  <a:pt x="213111" y="1100"/>
                </a:cubicBezTo>
                <a:cubicBezTo>
                  <a:pt x="215841" y="-696"/>
                  <a:pt x="218235" y="-289"/>
                  <a:pt x="220294" y="2297"/>
                </a:cubicBezTo>
                <a:cubicBezTo>
                  <a:pt x="222737" y="5649"/>
                  <a:pt x="225131" y="8834"/>
                  <a:pt x="227478" y="11875"/>
                </a:cubicBezTo>
                <a:close/>
              </a:path>
            </a:pathLst>
          </a:custGeom>
          <a:solidFill>
            <a:srgbClr val="CDD9C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6E0D0792-7647-349F-E580-F3E49B9293FD}"/>
              </a:ext>
            </a:extLst>
          </p:cNvPr>
          <p:cNvSpPr/>
          <p:nvPr/>
        </p:nvSpPr>
        <p:spPr>
          <a:xfrm>
            <a:off x="8486019" y="4181673"/>
            <a:ext cx="426192" cy="634463"/>
          </a:xfrm>
          <a:custGeom>
            <a:avLst/>
            <a:gdLst>
              <a:gd name="csX0" fmla="*/ 426193 w 426192"/>
              <a:gd name="csY0" fmla="*/ 196026 h 634463"/>
              <a:gd name="csX1" fmla="*/ 383092 w 426192"/>
              <a:gd name="csY1" fmla="*/ 332513 h 634463"/>
              <a:gd name="csX2" fmla="*/ 375908 w 426192"/>
              <a:gd name="csY2" fmla="*/ 326527 h 634463"/>
              <a:gd name="csX3" fmla="*/ 373514 w 426192"/>
              <a:gd name="csY3" fmla="*/ 316949 h 634463"/>
              <a:gd name="csX4" fmla="*/ 377105 w 426192"/>
              <a:gd name="csY4" fmla="*/ 310962 h 634463"/>
              <a:gd name="csX5" fmla="*/ 385486 w 426192"/>
              <a:gd name="csY5" fmla="*/ 312160 h 634463"/>
              <a:gd name="csX6" fmla="*/ 385486 w 426192"/>
              <a:gd name="csY6" fmla="*/ 307371 h 634463"/>
              <a:gd name="csX7" fmla="*/ 375908 w 426192"/>
              <a:gd name="csY7" fmla="*/ 307371 h 634463"/>
              <a:gd name="csX8" fmla="*/ 378303 w 426192"/>
              <a:gd name="csY8" fmla="*/ 304976 h 634463"/>
              <a:gd name="csX9" fmla="*/ 373514 w 426192"/>
              <a:gd name="csY9" fmla="*/ 294201 h 634463"/>
              <a:gd name="csX10" fmla="*/ 383092 w 426192"/>
              <a:gd name="csY10" fmla="*/ 291806 h 634463"/>
              <a:gd name="csX11" fmla="*/ 375908 w 426192"/>
              <a:gd name="csY11" fmla="*/ 288215 h 634463"/>
              <a:gd name="csX12" fmla="*/ 375908 w 426192"/>
              <a:gd name="csY12" fmla="*/ 278637 h 634463"/>
              <a:gd name="csX13" fmla="*/ 375908 w 426192"/>
              <a:gd name="csY13" fmla="*/ 269059 h 634463"/>
              <a:gd name="csX14" fmla="*/ 385486 w 426192"/>
              <a:gd name="csY14" fmla="*/ 261875 h 634463"/>
              <a:gd name="csX15" fmla="*/ 380697 w 426192"/>
              <a:gd name="csY15" fmla="*/ 257086 h 634463"/>
              <a:gd name="csX16" fmla="*/ 380697 w 426192"/>
              <a:gd name="csY16" fmla="*/ 253494 h 634463"/>
              <a:gd name="csX17" fmla="*/ 385486 w 426192"/>
              <a:gd name="csY17" fmla="*/ 245114 h 634463"/>
              <a:gd name="csX18" fmla="*/ 385486 w 426192"/>
              <a:gd name="csY18" fmla="*/ 235535 h 634463"/>
              <a:gd name="csX19" fmla="*/ 368725 w 426192"/>
              <a:gd name="csY19" fmla="*/ 227155 h 634463"/>
              <a:gd name="csX20" fmla="*/ 365133 w 426192"/>
              <a:gd name="csY20" fmla="*/ 231944 h 634463"/>
              <a:gd name="csX21" fmla="*/ 359147 w 426192"/>
              <a:gd name="csY21" fmla="*/ 228352 h 634463"/>
              <a:gd name="csX22" fmla="*/ 362738 w 426192"/>
              <a:gd name="csY22" fmla="*/ 217577 h 634463"/>
              <a:gd name="csX23" fmla="*/ 365133 w 426192"/>
              <a:gd name="csY23" fmla="*/ 219971 h 634463"/>
              <a:gd name="csX24" fmla="*/ 385486 w 426192"/>
              <a:gd name="csY24" fmla="*/ 213985 h 634463"/>
              <a:gd name="csX25" fmla="*/ 386683 w 426192"/>
              <a:gd name="csY25" fmla="*/ 219971 h 634463"/>
              <a:gd name="csX26" fmla="*/ 392670 w 426192"/>
              <a:gd name="csY26" fmla="*/ 213985 h 634463"/>
              <a:gd name="csX27" fmla="*/ 385486 w 426192"/>
              <a:gd name="csY27" fmla="*/ 198421 h 634463"/>
              <a:gd name="csX28" fmla="*/ 383092 w 426192"/>
              <a:gd name="csY28" fmla="*/ 192434 h 634463"/>
              <a:gd name="csX29" fmla="*/ 380697 w 426192"/>
              <a:gd name="csY29" fmla="*/ 185251 h 634463"/>
              <a:gd name="csX30" fmla="*/ 379500 w 426192"/>
              <a:gd name="csY30" fmla="*/ 176870 h 634463"/>
              <a:gd name="csX31" fmla="*/ 377105 w 426192"/>
              <a:gd name="csY31" fmla="*/ 179265 h 634463"/>
              <a:gd name="csX32" fmla="*/ 371119 w 426192"/>
              <a:gd name="csY32" fmla="*/ 173278 h 634463"/>
              <a:gd name="csX33" fmla="*/ 375908 w 426192"/>
              <a:gd name="csY33" fmla="*/ 170884 h 634463"/>
              <a:gd name="csX34" fmla="*/ 307665 w 426192"/>
              <a:gd name="csY34" fmla="*/ 83484 h 634463"/>
              <a:gd name="csX35" fmla="*/ 287311 w 426192"/>
              <a:gd name="csY35" fmla="*/ 52357 h 634463"/>
              <a:gd name="csX36" fmla="*/ 289706 w 426192"/>
              <a:gd name="csY36" fmla="*/ 47568 h 634463"/>
              <a:gd name="csX37" fmla="*/ 282522 w 426192"/>
              <a:gd name="csY37" fmla="*/ 46371 h 634463"/>
              <a:gd name="csX38" fmla="*/ 280128 w 426192"/>
              <a:gd name="csY38" fmla="*/ 41582 h 634463"/>
              <a:gd name="csX39" fmla="*/ 278931 w 426192"/>
              <a:gd name="csY39" fmla="*/ 35596 h 634463"/>
              <a:gd name="csX40" fmla="*/ 269353 w 426192"/>
              <a:gd name="csY40" fmla="*/ 33201 h 634463"/>
              <a:gd name="csX41" fmla="*/ 256183 w 426192"/>
              <a:gd name="csY41" fmla="*/ 34398 h 634463"/>
              <a:gd name="csX42" fmla="*/ 260972 w 426192"/>
              <a:gd name="csY42" fmla="*/ 39187 h 634463"/>
              <a:gd name="csX43" fmla="*/ 244210 w 426192"/>
              <a:gd name="csY43" fmla="*/ 58343 h 634463"/>
              <a:gd name="csX44" fmla="*/ 240619 w 426192"/>
              <a:gd name="csY44" fmla="*/ 61935 h 634463"/>
              <a:gd name="csX45" fmla="*/ 235830 w 426192"/>
              <a:gd name="csY45" fmla="*/ 76301 h 634463"/>
              <a:gd name="csX46" fmla="*/ 233435 w 426192"/>
              <a:gd name="csY46" fmla="*/ 73906 h 634463"/>
              <a:gd name="csX47" fmla="*/ 222661 w 426192"/>
              <a:gd name="csY47" fmla="*/ 93063 h 634463"/>
              <a:gd name="csX48" fmla="*/ 217872 w 426192"/>
              <a:gd name="csY48" fmla="*/ 93063 h 634463"/>
              <a:gd name="csX49" fmla="*/ 225054 w 426192"/>
              <a:gd name="csY49" fmla="*/ 96654 h 634463"/>
              <a:gd name="csX50" fmla="*/ 208294 w 426192"/>
              <a:gd name="csY50" fmla="*/ 103838 h 634463"/>
              <a:gd name="csX51" fmla="*/ 220266 w 426192"/>
              <a:gd name="csY51" fmla="*/ 106232 h 634463"/>
              <a:gd name="csX52" fmla="*/ 207097 w 426192"/>
              <a:gd name="csY52" fmla="*/ 109824 h 634463"/>
              <a:gd name="csX53" fmla="*/ 209491 w 426192"/>
              <a:gd name="csY53" fmla="*/ 119402 h 634463"/>
              <a:gd name="csX54" fmla="*/ 205899 w 426192"/>
              <a:gd name="csY54" fmla="*/ 117008 h 634463"/>
              <a:gd name="csX55" fmla="*/ 199913 w 426192"/>
              <a:gd name="csY55" fmla="*/ 128980 h 634463"/>
              <a:gd name="csX56" fmla="*/ 196321 w 426192"/>
              <a:gd name="csY56" fmla="*/ 126586 h 634463"/>
              <a:gd name="csX57" fmla="*/ 193927 w 426192"/>
              <a:gd name="csY57" fmla="*/ 136164 h 634463"/>
              <a:gd name="csX58" fmla="*/ 184349 w 426192"/>
              <a:gd name="csY58" fmla="*/ 140953 h 634463"/>
              <a:gd name="csX59" fmla="*/ 179560 w 426192"/>
              <a:gd name="csY59" fmla="*/ 140953 h 634463"/>
              <a:gd name="csX60" fmla="*/ 189138 w 426192"/>
              <a:gd name="csY60" fmla="*/ 146939 h 634463"/>
              <a:gd name="csX61" fmla="*/ 175968 w 426192"/>
              <a:gd name="csY61" fmla="*/ 150531 h 634463"/>
              <a:gd name="csX62" fmla="*/ 180757 w 426192"/>
              <a:gd name="csY62" fmla="*/ 152925 h 634463"/>
              <a:gd name="csX63" fmla="*/ 180757 w 426192"/>
              <a:gd name="csY63" fmla="*/ 160109 h 634463"/>
              <a:gd name="csX64" fmla="*/ 173573 w 426192"/>
              <a:gd name="csY64" fmla="*/ 160109 h 634463"/>
              <a:gd name="csX65" fmla="*/ 165193 w 426192"/>
              <a:gd name="csY65" fmla="*/ 161306 h 634463"/>
              <a:gd name="csX66" fmla="*/ 174771 w 426192"/>
              <a:gd name="csY66" fmla="*/ 163700 h 634463"/>
              <a:gd name="csX67" fmla="*/ 172376 w 426192"/>
              <a:gd name="csY67" fmla="*/ 166095 h 634463"/>
              <a:gd name="csX68" fmla="*/ 161601 w 426192"/>
              <a:gd name="csY68" fmla="*/ 164898 h 634463"/>
              <a:gd name="csX69" fmla="*/ 153220 w 426192"/>
              <a:gd name="csY69" fmla="*/ 168489 h 634463"/>
              <a:gd name="csX70" fmla="*/ 158009 w 426192"/>
              <a:gd name="csY70" fmla="*/ 170884 h 634463"/>
              <a:gd name="csX71" fmla="*/ 153220 w 426192"/>
              <a:gd name="csY71" fmla="*/ 182856 h 634463"/>
              <a:gd name="csX72" fmla="*/ 143642 w 426192"/>
              <a:gd name="csY72" fmla="*/ 182856 h 634463"/>
              <a:gd name="csX73" fmla="*/ 146037 w 426192"/>
              <a:gd name="csY73" fmla="*/ 185251 h 634463"/>
              <a:gd name="csX74" fmla="*/ 140050 w 426192"/>
              <a:gd name="csY74" fmla="*/ 193632 h 634463"/>
              <a:gd name="csX75" fmla="*/ 134064 w 426192"/>
              <a:gd name="csY75" fmla="*/ 192434 h 634463"/>
              <a:gd name="csX76" fmla="*/ 130472 w 426192"/>
              <a:gd name="csY76" fmla="*/ 203210 h 634463"/>
              <a:gd name="csX77" fmla="*/ 128078 w 426192"/>
              <a:gd name="csY77" fmla="*/ 200815 h 634463"/>
              <a:gd name="csX78" fmla="*/ 124486 w 426192"/>
              <a:gd name="csY78" fmla="*/ 207999 h 634463"/>
              <a:gd name="csX79" fmla="*/ 111316 w 426192"/>
              <a:gd name="csY79" fmla="*/ 217577 h 634463"/>
              <a:gd name="csX80" fmla="*/ 108922 w 426192"/>
              <a:gd name="csY80" fmla="*/ 215182 h 634463"/>
              <a:gd name="csX81" fmla="*/ 112514 w 426192"/>
              <a:gd name="csY81" fmla="*/ 221168 h 634463"/>
              <a:gd name="csX82" fmla="*/ 110119 w 426192"/>
              <a:gd name="csY82" fmla="*/ 227155 h 634463"/>
              <a:gd name="csX83" fmla="*/ 106527 w 426192"/>
              <a:gd name="csY83" fmla="*/ 224760 h 634463"/>
              <a:gd name="csX84" fmla="*/ 86174 w 426192"/>
              <a:gd name="csY84" fmla="*/ 254692 h 634463"/>
              <a:gd name="csX85" fmla="*/ 90963 w 426192"/>
              <a:gd name="csY85" fmla="*/ 257086 h 634463"/>
              <a:gd name="csX86" fmla="*/ 82582 w 426192"/>
              <a:gd name="csY86" fmla="*/ 260678 h 634463"/>
              <a:gd name="csX87" fmla="*/ 71807 w 426192"/>
              <a:gd name="csY87" fmla="*/ 284623 h 634463"/>
              <a:gd name="csX88" fmla="*/ 74201 w 426192"/>
              <a:gd name="csY88" fmla="*/ 290609 h 634463"/>
              <a:gd name="csX89" fmla="*/ 67018 w 426192"/>
              <a:gd name="csY89" fmla="*/ 297793 h 634463"/>
              <a:gd name="csX90" fmla="*/ 64623 w 426192"/>
              <a:gd name="csY90" fmla="*/ 302582 h 634463"/>
              <a:gd name="csX91" fmla="*/ 69412 w 426192"/>
              <a:gd name="csY91" fmla="*/ 324132 h 634463"/>
              <a:gd name="csX92" fmla="*/ 62229 w 426192"/>
              <a:gd name="csY92" fmla="*/ 331316 h 634463"/>
              <a:gd name="csX93" fmla="*/ 64623 w 426192"/>
              <a:gd name="csY93" fmla="*/ 342091 h 634463"/>
              <a:gd name="csX94" fmla="*/ 59834 w 426192"/>
              <a:gd name="csY94" fmla="*/ 345683 h 634463"/>
              <a:gd name="csX95" fmla="*/ 64623 w 426192"/>
              <a:gd name="csY95" fmla="*/ 350472 h 634463"/>
              <a:gd name="csX96" fmla="*/ 57440 w 426192"/>
              <a:gd name="csY96" fmla="*/ 357655 h 634463"/>
              <a:gd name="csX97" fmla="*/ 55045 w 426192"/>
              <a:gd name="csY97" fmla="*/ 364839 h 634463"/>
              <a:gd name="csX98" fmla="*/ 57440 w 426192"/>
              <a:gd name="csY98" fmla="*/ 380403 h 634463"/>
              <a:gd name="csX99" fmla="*/ 50256 w 426192"/>
              <a:gd name="csY99" fmla="*/ 383995 h 634463"/>
              <a:gd name="csX100" fmla="*/ 50256 w 426192"/>
              <a:gd name="csY100" fmla="*/ 400756 h 634463"/>
              <a:gd name="csX101" fmla="*/ 45467 w 426192"/>
              <a:gd name="csY101" fmla="*/ 404348 h 634463"/>
              <a:gd name="csX102" fmla="*/ 50256 w 426192"/>
              <a:gd name="csY102" fmla="*/ 411532 h 634463"/>
              <a:gd name="csX103" fmla="*/ 46665 w 426192"/>
              <a:gd name="csY103" fmla="*/ 411532 h 634463"/>
              <a:gd name="csX104" fmla="*/ 40678 w 426192"/>
              <a:gd name="csY104" fmla="*/ 422307 h 634463"/>
              <a:gd name="csX105" fmla="*/ 43073 w 426192"/>
              <a:gd name="csY105" fmla="*/ 425899 h 634463"/>
              <a:gd name="csX106" fmla="*/ 33495 w 426192"/>
              <a:gd name="csY106" fmla="*/ 455830 h 634463"/>
              <a:gd name="csX107" fmla="*/ 28706 w 426192"/>
              <a:gd name="csY107" fmla="*/ 471394 h 634463"/>
              <a:gd name="csX108" fmla="*/ 26311 w 426192"/>
              <a:gd name="csY108" fmla="*/ 478578 h 634463"/>
              <a:gd name="csX109" fmla="*/ 23917 w 426192"/>
              <a:gd name="csY109" fmla="*/ 484564 h 634463"/>
              <a:gd name="csX110" fmla="*/ 21522 w 426192"/>
              <a:gd name="csY110" fmla="*/ 496536 h 634463"/>
              <a:gd name="csX111" fmla="*/ 26311 w 426192"/>
              <a:gd name="csY111" fmla="*/ 498931 h 634463"/>
              <a:gd name="csX112" fmla="*/ 19128 w 426192"/>
              <a:gd name="csY112" fmla="*/ 512101 h 634463"/>
              <a:gd name="csX113" fmla="*/ 14339 w 426192"/>
              <a:gd name="csY113" fmla="*/ 532454 h 634463"/>
              <a:gd name="csX114" fmla="*/ 19128 w 426192"/>
              <a:gd name="csY114" fmla="*/ 537243 h 634463"/>
              <a:gd name="csX115" fmla="*/ 19128 w 426192"/>
              <a:gd name="csY115" fmla="*/ 548018 h 634463"/>
              <a:gd name="csX116" fmla="*/ 13142 w 426192"/>
              <a:gd name="csY116" fmla="*/ 571963 h 634463"/>
              <a:gd name="csX117" fmla="*/ 7155 w 426192"/>
              <a:gd name="csY117" fmla="*/ 569569 h 634463"/>
              <a:gd name="csX118" fmla="*/ 14339 w 426192"/>
              <a:gd name="csY118" fmla="*/ 586330 h 634463"/>
              <a:gd name="csX119" fmla="*/ 7155 w 426192"/>
              <a:gd name="csY119" fmla="*/ 586330 h 634463"/>
              <a:gd name="csX120" fmla="*/ 8353 w 426192"/>
              <a:gd name="csY120" fmla="*/ 595908 h 634463"/>
              <a:gd name="csX121" fmla="*/ 14339 w 426192"/>
              <a:gd name="csY121" fmla="*/ 592317 h 634463"/>
              <a:gd name="csX122" fmla="*/ 11944 w 426192"/>
              <a:gd name="csY122" fmla="*/ 600697 h 634463"/>
              <a:gd name="csX123" fmla="*/ 19128 w 426192"/>
              <a:gd name="csY123" fmla="*/ 606684 h 634463"/>
              <a:gd name="csX124" fmla="*/ 16733 w 426192"/>
              <a:gd name="csY124" fmla="*/ 609078 h 634463"/>
              <a:gd name="csX125" fmla="*/ 25114 w 426192"/>
              <a:gd name="csY125" fmla="*/ 619853 h 634463"/>
              <a:gd name="csX126" fmla="*/ 27509 w 426192"/>
              <a:gd name="csY126" fmla="*/ 615064 h 634463"/>
              <a:gd name="csX127" fmla="*/ 34692 w 426192"/>
              <a:gd name="csY127" fmla="*/ 617459 h 634463"/>
              <a:gd name="csX128" fmla="*/ 50256 w 426192"/>
              <a:gd name="csY128" fmla="*/ 621051 h 634463"/>
              <a:gd name="csX129" fmla="*/ 55045 w 426192"/>
              <a:gd name="csY129" fmla="*/ 629431 h 634463"/>
              <a:gd name="csX130" fmla="*/ 26311 w 426192"/>
              <a:gd name="csY130" fmla="*/ 634220 h 634463"/>
              <a:gd name="csX131" fmla="*/ 1169 w 426192"/>
              <a:gd name="csY131" fmla="*/ 631826 h 634463"/>
              <a:gd name="csX132" fmla="*/ 2366 w 426192"/>
              <a:gd name="csY132" fmla="*/ 509706 h 634463"/>
              <a:gd name="csX133" fmla="*/ 11944 w 426192"/>
              <a:gd name="csY133" fmla="*/ 440266 h 634463"/>
              <a:gd name="csX134" fmla="*/ 175968 w 426192"/>
              <a:gd name="csY134" fmla="*/ 95457 h 634463"/>
              <a:gd name="csX135" fmla="*/ 272944 w 426192"/>
              <a:gd name="csY135" fmla="*/ 875 h 634463"/>
              <a:gd name="csX136" fmla="*/ 278931 w 426192"/>
              <a:gd name="csY136" fmla="*/ 2073 h 634463"/>
              <a:gd name="csX137" fmla="*/ 405839 w 426192"/>
              <a:gd name="csY137" fmla="*/ 164898 h 634463"/>
              <a:gd name="csX138" fmla="*/ 426193 w 426192"/>
              <a:gd name="csY138" fmla="*/ 196026 h 634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</a:cxnLst>
            <a:rect l="l" t="t" r="r" b="b"/>
            <a:pathLst>
              <a:path w="426192" h="634463">
                <a:moveTo>
                  <a:pt x="426193" y="196026"/>
                </a:moveTo>
                <a:cubicBezTo>
                  <a:pt x="413574" y="242599"/>
                  <a:pt x="399207" y="288095"/>
                  <a:pt x="383092" y="332513"/>
                </a:cubicBezTo>
                <a:cubicBezTo>
                  <a:pt x="382182" y="329089"/>
                  <a:pt x="379787" y="327101"/>
                  <a:pt x="375908" y="326527"/>
                </a:cubicBezTo>
                <a:cubicBezTo>
                  <a:pt x="378853" y="322719"/>
                  <a:pt x="378039" y="319535"/>
                  <a:pt x="373514" y="316949"/>
                </a:cubicBezTo>
                <a:cubicBezTo>
                  <a:pt x="375022" y="315153"/>
                  <a:pt x="376219" y="313165"/>
                  <a:pt x="377105" y="310962"/>
                </a:cubicBezTo>
                <a:cubicBezTo>
                  <a:pt x="379620" y="313405"/>
                  <a:pt x="382421" y="313788"/>
                  <a:pt x="385486" y="312160"/>
                </a:cubicBezTo>
                <a:cubicBezTo>
                  <a:pt x="382301" y="310555"/>
                  <a:pt x="382301" y="308975"/>
                  <a:pt x="385486" y="307371"/>
                </a:cubicBezTo>
                <a:cubicBezTo>
                  <a:pt x="382301" y="307371"/>
                  <a:pt x="379093" y="307371"/>
                  <a:pt x="375908" y="307371"/>
                </a:cubicBezTo>
                <a:cubicBezTo>
                  <a:pt x="376698" y="306580"/>
                  <a:pt x="377512" y="305766"/>
                  <a:pt x="378303" y="304976"/>
                </a:cubicBezTo>
                <a:cubicBezTo>
                  <a:pt x="374615" y="302318"/>
                  <a:pt x="373035" y="298726"/>
                  <a:pt x="373514" y="294201"/>
                </a:cubicBezTo>
                <a:cubicBezTo>
                  <a:pt x="377058" y="294823"/>
                  <a:pt x="380242" y="294033"/>
                  <a:pt x="383092" y="291806"/>
                </a:cubicBezTo>
                <a:cubicBezTo>
                  <a:pt x="380625" y="292285"/>
                  <a:pt x="378231" y="291088"/>
                  <a:pt x="375908" y="288215"/>
                </a:cubicBezTo>
                <a:cubicBezTo>
                  <a:pt x="379093" y="285030"/>
                  <a:pt x="379093" y="281821"/>
                  <a:pt x="375908" y="278637"/>
                </a:cubicBezTo>
                <a:cubicBezTo>
                  <a:pt x="380721" y="276529"/>
                  <a:pt x="380721" y="273345"/>
                  <a:pt x="375908" y="269059"/>
                </a:cubicBezTo>
                <a:cubicBezTo>
                  <a:pt x="379093" y="266664"/>
                  <a:pt x="382301" y="264270"/>
                  <a:pt x="385486" y="261875"/>
                </a:cubicBezTo>
                <a:cubicBezTo>
                  <a:pt x="383882" y="260271"/>
                  <a:pt x="382301" y="258690"/>
                  <a:pt x="380697" y="257086"/>
                </a:cubicBezTo>
                <a:cubicBezTo>
                  <a:pt x="386923" y="255218"/>
                  <a:pt x="386923" y="254021"/>
                  <a:pt x="380697" y="253494"/>
                </a:cubicBezTo>
                <a:cubicBezTo>
                  <a:pt x="380362" y="249615"/>
                  <a:pt x="381966" y="246814"/>
                  <a:pt x="385486" y="245114"/>
                </a:cubicBezTo>
                <a:cubicBezTo>
                  <a:pt x="380673" y="243006"/>
                  <a:pt x="380673" y="239822"/>
                  <a:pt x="385486" y="235535"/>
                </a:cubicBezTo>
                <a:cubicBezTo>
                  <a:pt x="380146" y="234171"/>
                  <a:pt x="374567" y="231369"/>
                  <a:pt x="368725" y="227155"/>
                </a:cubicBezTo>
                <a:cubicBezTo>
                  <a:pt x="368749" y="229406"/>
                  <a:pt x="367551" y="231010"/>
                  <a:pt x="365133" y="231944"/>
                </a:cubicBezTo>
                <a:cubicBezTo>
                  <a:pt x="362595" y="231632"/>
                  <a:pt x="360607" y="230435"/>
                  <a:pt x="359147" y="228352"/>
                </a:cubicBezTo>
                <a:cubicBezTo>
                  <a:pt x="360895" y="225000"/>
                  <a:pt x="362092" y="221408"/>
                  <a:pt x="362738" y="217577"/>
                </a:cubicBezTo>
                <a:cubicBezTo>
                  <a:pt x="363529" y="218367"/>
                  <a:pt x="364343" y="219181"/>
                  <a:pt x="365133" y="219971"/>
                </a:cubicBezTo>
                <a:cubicBezTo>
                  <a:pt x="370329" y="213291"/>
                  <a:pt x="377105" y="211303"/>
                  <a:pt x="385486" y="213985"/>
                </a:cubicBezTo>
                <a:cubicBezTo>
                  <a:pt x="382733" y="216164"/>
                  <a:pt x="383116" y="218175"/>
                  <a:pt x="386683" y="219971"/>
                </a:cubicBezTo>
                <a:cubicBezTo>
                  <a:pt x="389461" y="218774"/>
                  <a:pt x="391448" y="216787"/>
                  <a:pt x="392670" y="213985"/>
                </a:cubicBezTo>
                <a:cubicBezTo>
                  <a:pt x="390610" y="208645"/>
                  <a:pt x="388216" y="203473"/>
                  <a:pt x="385486" y="198421"/>
                </a:cubicBezTo>
                <a:cubicBezTo>
                  <a:pt x="391664" y="195116"/>
                  <a:pt x="390850" y="193105"/>
                  <a:pt x="383092" y="192434"/>
                </a:cubicBezTo>
                <a:cubicBezTo>
                  <a:pt x="386228" y="189106"/>
                  <a:pt x="385438" y="186712"/>
                  <a:pt x="380697" y="185251"/>
                </a:cubicBezTo>
                <a:cubicBezTo>
                  <a:pt x="382565" y="182689"/>
                  <a:pt x="382158" y="179887"/>
                  <a:pt x="379500" y="176870"/>
                </a:cubicBezTo>
                <a:cubicBezTo>
                  <a:pt x="378710" y="177660"/>
                  <a:pt x="377896" y="178474"/>
                  <a:pt x="377105" y="179265"/>
                </a:cubicBezTo>
                <a:cubicBezTo>
                  <a:pt x="375908" y="176463"/>
                  <a:pt x="373921" y="174476"/>
                  <a:pt x="371119" y="173278"/>
                </a:cubicBezTo>
                <a:cubicBezTo>
                  <a:pt x="372723" y="172488"/>
                  <a:pt x="374304" y="171674"/>
                  <a:pt x="375908" y="170884"/>
                </a:cubicBezTo>
                <a:cubicBezTo>
                  <a:pt x="355459" y="141192"/>
                  <a:pt x="332711" y="112051"/>
                  <a:pt x="307665" y="83484"/>
                </a:cubicBezTo>
                <a:cubicBezTo>
                  <a:pt x="301607" y="71033"/>
                  <a:pt x="294830" y="60642"/>
                  <a:pt x="287311" y="52357"/>
                </a:cubicBezTo>
                <a:cubicBezTo>
                  <a:pt x="288102" y="50753"/>
                  <a:pt x="288916" y="49172"/>
                  <a:pt x="289706" y="47568"/>
                </a:cubicBezTo>
                <a:cubicBezTo>
                  <a:pt x="287886" y="46586"/>
                  <a:pt x="285492" y="46179"/>
                  <a:pt x="282522" y="46371"/>
                </a:cubicBezTo>
                <a:cubicBezTo>
                  <a:pt x="285228" y="43928"/>
                  <a:pt x="284438" y="42348"/>
                  <a:pt x="280128" y="41582"/>
                </a:cubicBezTo>
                <a:cubicBezTo>
                  <a:pt x="282882" y="39403"/>
                  <a:pt x="282499" y="37391"/>
                  <a:pt x="278931" y="35596"/>
                </a:cubicBezTo>
                <a:cubicBezTo>
                  <a:pt x="275123" y="38541"/>
                  <a:pt x="271939" y="37727"/>
                  <a:pt x="269353" y="33201"/>
                </a:cubicBezTo>
                <a:cubicBezTo>
                  <a:pt x="265354" y="34566"/>
                  <a:pt x="260948" y="34949"/>
                  <a:pt x="256183" y="34398"/>
                </a:cubicBezTo>
                <a:cubicBezTo>
                  <a:pt x="257787" y="36003"/>
                  <a:pt x="259368" y="37583"/>
                  <a:pt x="260972" y="39187"/>
                </a:cubicBezTo>
                <a:cubicBezTo>
                  <a:pt x="255800" y="45892"/>
                  <a:pt x="250221" y="52285"/>
                  <a:pt x="244210" y="58343"/>
                </a:cubicBezTo>
                <a:cubicBezTo>
                  <a:pt x="250125" y="64161"/>
                  <a:pt x="248928" y="65358"/>
                  <a:pt x="240619" y="61935"/>
                </a:cubicBezTo>
                <a:cubicBezTo>
                  <a:pt x="239757" y="66986"/>
                  <a:pt x="238152" y="71775"/>
                  <a:pt x="235830" y="76301"/>
                </a:cubicBezTo>
                <a:cubicBezTo>
                  <a:pt x="235039" y="75511"/>
                  <a:pt x="234225" y="74697"/>
                  <a:pt x="233435" y="73906"/>
                </a:cubicBezTo>
                <a:cubicBezTo>
                  <a:pt x="229221" y="79917"/>
                  <a:pt x="225629" y="86310"/>
                  <a:pt x="222661" y="93063"/>
                </a:cubicBezTo>
                <a:cubicBezTo>
                  <a:pt x="220506" y="90644"/>
                  <a:pt x="218925" y="90644"/>
                  <a:pt x="217872" y="93063"/>
                </a:cubicBezTo>
                <a:cubicBezTo>
                  <a:pt x="219979" y="94858"/>
                  <a:pt x="222373" y="96056"/>
                  <a:pt x="225054" y="96654"/>
                </a:cubicBezTo>
                <a:cubicBezTo>
                  <a:pt x="219189" y="98402"/>
                  <a:pt x="213586" y="100797"/>
                  <a:pt x="208294" y="103838"/>
                </a:cubicBezTo>
                <a:cubicBezTo>
                  <a:pt x="212293" y="104628"/>
                  <a:pt x="216267" y="105442"/>
                  <a:pt x="220266" y="106232"/>
                </a:cubicBezTo>
                <a:cubicBezTo>
                  <a:pt x="215381" y="108459"/>
                  <a:pt x="210976" y="109656"/>
                  <a:pt x="207097" y="109824"/>
                </a:cubicBezTo>
                <a:cubicBezTo>
                  <a:pt x="209252" y="111404"/>
                  <a:pt x="210042" y="114589"/>
                  <a:pt x="209491" y="119402"/>
                </a:cubicBezTo>
                <a:cubicBezTo>
                  <a:pt x="208509" y="118301"/>
                  <a:pt x="207312" y="117510"/>
                  <a:pt x="205899" y="117008"/>
                </a:cubicBezTo>
                <a:cubicBezTo>
                  <a:pt x="203672" y="120863"/>
                  <a:pt x="201685" y="124862"/>
                  <a:pt x="199913" y="128980"/>
                </a:cubicBezTo>
                <a:cubicBezTo>
                  <a:pt x="198931" y="127879"/>
                  <a:pt x="197734" y="127088"/>
                  <a:pt x="196321" y="126586"/>
                </a:cubicBezTo>
                <a:cubicBezTo>
                  <a:pt x="194094" y="129435"/>
                  <a:pt x="193304" y="132620"/>
                  <a:pt x="193927" y="136164"/>
                </a:cubicBezTo>
                <a:cubicBezTo>
                  <a:pt x="190000" y="136116"/>
                  <a:pt x="186791" y="137720"/>
                  <a:pt x="184349" y="140953"/>
                </a:cubicBezTo>
                <a:cubicBezTo>
                  <a:pt x="182194" y="138534"/>
                  <a:pt x="180613" y="138534"/>
                  <a:pt x="179560" y="140953"/>
                </a:cubicBezTo>
                <a:cubicBezTo>
                  <a:pt x="182361" y="143539"/>
                  <a:pt x="185546" y="145550"/>
                  <a:pt x="189138" y="146939"/>
                </a:cubicBezTo>
                <a:cubicBezTo>
                  <a:pt x="183726" y="145263"/>
                  <a:pt x="179320" y="146460"/>
                  <a:pt x="175968" y="150531"/>
                </a:cubicBezTo>
                <a:cubicBezTo>
                  <a:pt x="175226" y="155344"/>
                  <a:pt x="176830" y="156158"/>
                  <a:pt x="180757" y="152925"/>
                </a:cubicBezTo>
                <a:cubicBezTo>
                  <a:pt x="182361" y="155320"/>
                  <a:pt x="182361" y="157714"/>
                  <a:pt x="180757" y="160109"/>
                </a:cubicBezTo>
                <a:cubicBezTo>
                  <a:pt x="178362" y="156924"/>
                  <a:pt x="175968" y="156924"/>
                  <a:pt x="173573" y="160109"/>
                </a:cubicBezTo>
                <a:cubicBezTo>
                  <a:pt x="171275" y="154817"/>
                  <a:pt x="168497" y="155224"/>
                  <a:pt x="165193" y="161306"/>
                </a:cubicBezTo>
                <a:cubicBezTo>
                  <a:pt x="168377" y="162096"/>
                  <a:pt x="171586" y="162910"/>
                  <a:pt x="174771" y="163700"/>
                </a:cubicBezTo>
                <a:cubicBezTo>
                  <a:pt x="173981" y="164491"/>
                  <a:pt x="173166" y="165305"/>
                  <a:pt x="172376" y="166095"/>
                </a:cubicBezTo>
                <a:cubicBezTo>
                  <a:pt x="168473" y="165065"/>
                  <a:pt x="164881" y="164658"/>
                  <a:pt x="161601" y="164898"/>
                </a:cubicBezTo>
                <a:cubicBezTo>
                  <a:pt x="159039" y="166550"/>
                  <a:pt x="156261" y="167747"/>
                  <a:pt x="153220" y="168489"/>
                </a:cubicBezTo>
                <a:cubicBezTo>
                  <a:pt x="154824" y="169280"/>
                  <a:pt x="156405" y="170094"/>
                  <a:pt x="158009" y="170884"/>
                </a:cubicBezTo>
                <a:cubicBezTo>
                  <a:pt x="152214" y="173614"/>
                  <a:pt x="150634" y="177612"/>
                  <a:pt x="153220" y="182856"/>
                </a:cubicBezTo>
                <a:cubicBezTo>
                  <a:pt x="150035" y="182856"/>
                  <a:pt x="146827" y="182856"/>
                  <a:pt x="143642" y="182856"/>
                </a:cubicBezTo>
                <a:cubicBezTo>
                  <a:pt x="144432" y="183647"/>
                  <a:pt x="145246" y="184461"/>
                  <a:pt x="146037" y="185251"/>
                </a:cubicBezTo>
                <a:cubicBezTo>
                  <a:pt x="142804" y="187095"/>
                  <a:pt x="140817" y="189896"/>
                  <a:pt x="140050" y="193632"/>
                </a:cubicBezTo>
                <a:cubicBezTo>
                  <a:pt x="138326" y="191357"/>
                  <a:pt x="136339" y="190950"/>
                  <a:pt x="134064" y="192434"/>
                </a:cubicBezTo>
                <a:cubicBezTo>
                  <a:pt x="136938" y="197104"/>
                  <a:pt x="135740" y="200695"/>
                  <a:pt x="130472" y="203210"/>
                </a:cubicBezTo>
                <a:cubicBezTo>
                  <a:pt x="129682" y="202420"/>
                  <a:pt x="128868" y="201605"/>
                  <a:pt x="128078" y="200815"/>
                </a:cubicBezTo>
                <a:cubicBezTo>
                  <a:pt x="126881" y="203210"/>
                  <a:pt x="125683" y="205604"/>
                  <a:pt x="124486" y="207999"/>
                </a:cubicBezTo>
                <a:cubicBezTo>
                  <a:pt x="119553" y="210561"/>
                  <a:pt x="115171" y="213746"/>
                  <a:pt x="111316" y="217577"/>
                </a:cubicBezTo>
                <a:cubicBezTo>
                  <a:pt x="110526" y="216787"/>
                  <a:pt x="109712" y="215972"/>
                  <a:pt x="108922" y="215182"/>
                </a:cubicBezTo>
                <a:cubicBezTo>
                  <a:pt x="107820" y="218151"/>
                  <a:pt x="109018" y="220163"/>
                  <a:pt x="112514" y="221168"/>
                </a:cubicBezTo>
                <a:cubicBezTo>
                  <a:pt x="110718" y="222773"/>
                  <a:pt x="109904" y="224760"/>
                  <a:pt x="110119" y="227155"/>
                </a:cubicBezTo>
                <a:cubicBezTo>
                  <a:pt x="108634" y="226891"/>
                  <a:pt x="107437" y="226101"/>
                  <a:pt x="106527" y="224760"/>
                </a:cubicBezTo>
                <a:cubicBezTo>
                  <a:pt x="98793" y="234075"/>
                  <a:pt x="92017" y="244060"/>
                  <a:pt x="86174" y="254692"/>
                </a:cubicBezTo>
                <a:cubicBezTo>
                  <a:pt x="87778" y="255482"/>
                  <a:pt x="89359" y="256296"/>
                  <a:pt x="90963" y="257086"/>
                </a:cubicBezTo>
                <a:cubicBezTo>
                  <a:pt x="87922" y="257828"/>
                  <a:pt x="85144" y="259026"/>
                  <a:pt x="82582" y="260678"/>
                </a:cubicBezTo>
                <a:cubicBezTo>
                  <a:pt x="79685" y="268987"/>
                  <a:pt x="76093" y="276960"/>
                  <a:pt x="71807" y="284623"/>
                </a:cubicBezTo>
                <a:cubicBezTo>
                  <a:pt x="72070" y="286874"/>
                  <a:pt x="72861" y="288885"/>
                  <a:pt x="74201" y="290609"/>
                </a:cubicBezTo>
                <a:cubicBezTo>
                  <a:pt x="71017" y="292213"/>
                  <a:pt x="68622" y="294608"/>
                  <a:pt x="67018" y="297793"/>
                </a:cubicBezTo>
                <a:cubicBezTo>
                  <a:pt x="72717" y="300115"/>
                  <a:pt x="71903" y="301720"/>
                  <a:pt x="64623" y="302582"/>
                </a:cubicBezTo>
                <a:cubicBezTo>
                  <a:pt x="63091" y="310100"/>
                  <a:pt x="64695" y="317284"/>
                  <a:pt x="69412" y="324132"/>
                </a:cubicBezTo>
                <a:cubicBezTo>
                  <a:pt x="66228" y="325736"/>
                  <a:pt x="63833" y="328131"/>
                  <a:pt x="62229" y="331316"/>
                </a:cubicBezTo>
                <a:cubicBezTo>
                  <a:pt x="62229" y="334668"/>
                  <a:pt x="63019" y="338260"/>
                  <a:pt x="64623" y="342091"/>
                </a:cubicBezTo>
                <a:cubicBezTo>
                  <a:pt x="62373" y="342067"/>
                  <a:pt x="60768" y="343264"/>
                  <a:pt x="59834" y="345683"/>
                </a:cubicBezTo>
                <a:cubicBezTo>
                  <a:pt x="60816" y="347957"/>
                  <a:pt x="62397" y="349538"/>
                  <a:pt x="64623" y="350472"/>
                </a:cubicBezTo>
                <a:cubicBezTo>
                  <a:pt x="61678" y="352339"/>
                  <a:pt x="59284" y="354734"/>
                  <a:pt x="57440" y="357655"/>
                </a:cubicBezTo>
                <a:cubicBezTo>
                  <a:pt x="61367" y="361606"/>
                  <a:pt x="60577" y="364001"/>
                  <a:pt x="55045" y="364839"/>
                </a:cubicBezTo>
                <a:cubicBezTo>
                  <a:pt x="54710" y="369724"/>
                  <a:pt x="55500" y="374920"/>
                  <a:pt x="57440" y="380403"/>
                </a:cubicBezTo>
                <a:cubicBezTo>
                  <a:pt x="54974" y="379924"/>
                  <a:pt x="52579" y="381121"/>
                  <a:pt x="50256" y="383995"/>
                </a:cubicBezTo>
                <a:cubicBezTo>
                  <a:pt x="52364" y="390197"/>
                  <a:pt x="52364" y="395776"/>
                  <a:pt x="50256" y="400756"/>
                </a:cubicBezTo>
                <a:cubicBezTo>
                  <a:pt x="48317" y="401499"/>
                  <a:pt x="46737" y="402696"/>
                  <a:pt x="45467" y="404348"/>
                </a:cubicBezTo>
                <a:cubicBezTo>
                  <a:pt x="47072" y="406743"/>
                  <a:pt x="48652" y="409137"/>
                  <a:pt x="50256" y="411532"/>
                </a:cubicBezTo>
                <a:cubicBezTo>
                  <a:pt x="49418" y="414405"/>
                  <a:pt x="48221" y="414405"/>
                  <a:pt x="46665" y="411532"/>
                </a:cubicBezTo>
                <a:cubicBezTo>
                  <a:pt x="46186" y="416081"/>
                  <a:pt x="44198" y="419673"/>
                  <a:pt x="40678" y="422307"/>
                </a:cubicBezTo>
                <a:cubicBezTo>
                  <a:pt x="41780" y="423289"/>
                  <a:pt x="42570" y="424486"/>
                  <a:pt x="43073" y="425899"/>
                </a:cubicBezTo>
                <a:cubicBezTo>
                  <a:pt x="38811" y="435596"/>
                  <a:pt x="35626" y="445581"/>
                  <a:pt x="33495" y="455830"/>
                </a:cubicBezTo>
                <a:cubicBezTo>
                  <a:pt x="35171" y="461433"/>
                  <a:pt x="33567" y="466629"/>
                  <a:pt x="28706" y="471394"/>
                </a:cubicBezTo>
                <a:cubicBezTo>
                  <a:pt x="31627" y="474507"/>
                  <a:pt x="30813" y="476901"/>
                  <a:pt x="26311" y="478578"/>
                </a:cubicBezTo>
                <a:cubicBezTo>
                  <a:pt x="29664" y="481786"/>
                  <a:pt x="28874" y="483798"/>
                  <a:pt x="23917" y="484564"/>
                </a:cubicBezTo>
                <a:cubicBezTo>
                  <a:pt x="27485" y="489401"/>
                  <a:pt x="26695" y="493400"/>
                  <a:pt x="21522" y="496536"/>
                </a:cubicBezTo>
                <a:cubicBezTo>
                  <a:pt x="23127" y="497327"/>
                  <a:pt x="24707" y="498141"/>
                  <a:pt x="26311" y="498931"/>
                </a:cubicBezTo>
                <a:cubicBezTo>
                  <a:pt x="22791" y="502642"/>
                  <a:pt x="20397" y="507048"/>
                  <a:pt x="19128" y="512101"/>
                </a:cubicBezTo>
                <a:cubicBezTo>
                  <a:pt x="22624" y="520122"/>
                  <a:pt x="21020" y="526899"/>
                  <a:pt x="14339" y="532454"/>
                </a:cubicBezTo>
                <a:cubicBezTo>
                  <a:pt x="15943" y="534058"/>
                  <a:pt x="17524" y="535639"/>
                  <a:pt x="19128" y="537243"/>
                </a:cubicBezTo>
                <a:cubicBezTo>
                  <a:pt x="16135" y="540739"/>
                  <a:pt x="16135" y="544331"/>
                  <a:pt x="19128" y="548018"/>
                </a:cubicBezTo>
                <a:cubicBezTo>
                  <a:pt x="15488" y="555537"/>
                  <a:pt x="13477" y="563511"/>
                  <a:pt x="13142" y="571963"/>
                </a:cubicBezTo>
                <a:cubicBezTo>
                  <a:pt x="11202" y="568467"/>
                  <a:pt x="9215" y="567677"/>
                  <a:pt x="7155" y="569569"/>
                </a:cubicBezTo>
                <a:cubicBezTo>
                  <a:pt x="8017" y="576776"/>
                  <a:pt x="10412" y="582355"/>
                  <a:pt x="14339" y="586330"/>
                </a:cubicBezTo>
                <a:cubicBezTo>
                  <a:pt x="11944" y="586330"/>
                  <a:pt x="9550" y="586330"/>
                  <a:pt x="7155" y="586330"/>
                </a:cubicBezTo>
                <a:cubicBezTo>
                  <a:pt x="6772" y="589611"/>
                  <a:pt x="7179" y="592819"/>
                  <a:pt x="8353" y="595908"/>
                </a:cubicBezTo>
                <a:cubicBezTo>
                  <a:pt x="8712" y="589252"/>
                  <a:pt x="10699" y="588054"/>
                  <a:pt x="14339" y="592317"/>
                </a:cubicBezTo>
                <a:cubicBezTo>
                  <a:pt x="13932" y="594998"/>
                  <a:pt x="13142" y="597776"/>
                  <a:pt x="11944" y="600697"/>
                </a:cubicBezTo>
                <a:cubicBezTo>
                  <a:pt x="13357" y="603810"/>
                  <a:pt x="15752" y="605798"/>
                  <a:pt x="19128" y="606684"/>
                </a:cubicBezTo>
                <a:cubicBezTo>
                  <a:pt x="18338" y="607474"/>
                  <a:pt x="17524" y="608288"/>
                  <a:pt x="16733" y="609078"/>
                </a:cubicBezTo>
                <a:cubicBezTo>
                  <a:pt x="20948" y="611497"/>
                  <a:pt x="23749" y="615088"/>
                  <a:pt x="25114" y="619853"/>
                </a:cubicBezTo>
                <a:cubicBezTo>
                  <a:pt x="25904" y="618249"/>
                  <a:pt x="26718" y="616669"/>
                  <a:pt x="27509" y="615064"/>
                </a:cubicBezTo>
                <a:cubicBezTo>
                  <a:pt x="29544" y="618943"/>
                  <a:pt x="31938" y="619758"/>
                  <a:pt x="34692" y="617459"/>
                </a:cubicBezTo>
                <a:cubicBezTo>
                  <a:pt x="39649" y="619279"/>
                  <a:pt x="44845" y="620476"/>
                  <a:pt x="50256" y="621051"/>
                </a:cubicBezTo>
                <a:cubicBezTo>
                  <a:pt x="53417" y="623014"/>
                  <a:pt x="55021" y="625792"/>
                  <a:pt x="55045" y="629431"/>
                </a:cubicBezTo>
                <a:cubicBezTo>
                  <a:pt x="45036" y="630270"/>
                  <a:pt x="35458" y="631874"/>
                  <a:pt x="26311" y="634220"/>
                </a:cubicBezTo>
                <a:cubicBezTo>
                  <a:pt x="17667" y="634915"/>
                  <a:pt x="9286" y="634125"/>
                  <a:pt x="1169" y="631826"/>
                </a:cubicBezTo>
                <a:cubicBezTo>
                  <a:pt x="-722" y="591048"/>
                  <a:pt x="-315" y="550341"/>
                  <a:pt x="2366" y="509706"/>
                </a:cubicBezTo>
                <a:cubicBezTo>
                  <a:pt x="6796" y="487054"/>
                  <a:pt x="9981" y="463899"/>
                  <a:pt x="11944" y="440266"/>
                </a:cubicBezTo>
                <a:cubicBezTo>
                  <a:pt x="36440" y="310699"/>
                  <a:pt x="91107" y="195763"/>
                  <a:pt x="175968" y="95457"/>
                </a:cubicBezTo>
                <a:cubicBezTo>
                  <a:pt x="206761" y="62270"/>
                  <a:pt x="239086" y="30735"/>
                  <a:pt x="272944" y="875"/>
                </a:cubicBezTo>
                <a:cubicBezTo>
                  <a:pt x="275219" y="-609"/>
                  <a:pt x="277207" y="-202"/>
                  <a:pt x="278931" y="2073"/>
                </a:cubicBezTo>
                <a:cubicBezTo>
                  <a:pt x="320308" y="57026"/>
                  <a:pt x="362619" y="111309"/>
                  <a:pt x="405839" y="164898"/>
                </a:cubicBezTo>
                <a:cubicBezTo>
                  <a:pt x="413215" y="175026"/>
                  <a:pt x="420015" y="185419"/>
                  <a:pt x="426193" y="196026"/>
                </a:cubicBezTo>
                <a:close/>
              </a:path>
            </a:pathLst>
          </a:custGeom>
          <a:solidFill>
            <a:srgbClr val="D2DFD2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89D059B-66DE-D63B-BEFF-61E790B3B452}"/>
              </a:ext>
            </a:extLst>
          </p:cNvPr>
          <p:cNvSpPr/>
          <p:nvPr/>
        </p:nvSpPr>
        <p:spPr>
          <a:xfrm>
            <a:off x="8471194" y="4006243"/>
            <a:ext cx="1420372" cy="1487409"/>
          </a:xfrm>
          <a:custGeom>
            <a:avLst/>
            <a:gdLst>
              <a:gd name="csX0" fmla="*/ 776251 w 1420372"/>
              <a:gd name="csY0" fmla="*/ 310 h 1487409"/>
              <a:gd name="csX1" fmla="*/ 845691 w 1420372"/>
              <a:gd name="csY1" fmla="*/ 7494 h 1487409"/>
              <a:gd name="csX2" fmla="*/ 1106692 w 1420372"/>
              <a:gd name="csY2" fmla="*/ 93696 h 1487409"/>
              <a:gd name="csX3" fmla="*/ 1396427 w 1420372"/>
              <a:gd name="csY3" fmla="*/ 385824 h 1487409"/>
              <a:gd name="csX4" fmla="*/ 1408400 w 1420372"/>
              <a:gd name="csY4" fmla="*/ 412164 h 1487409"/>
              <a:gd name="csX5" fmla="*/ 1403611 w 1420372"/>
              <a:gd name="csY5" fmla="*/ 418150 h 1487409"/>
              <a:gd name="csX6" fmla="*/ 1420372 w 1420372"/>
              <a:gd name="csY6" fmla="*/ 456462 h 1487409"/>
              <a:gd name="csX7" fmla="*/ 1415583 w 1420372"/>
              <a:gd name="csY7" fmla="*/ 462448 h 1487409"/>
              <a:gd name="csX8" fmla="*/ 1245574 w 1420372"/>
              <a:gd name="csY8" fmla="*/ 219407 h 1487409"/>
              <a:gd name="csX9" fmla="*/ 1233601 w 1420372"/>
              <a:gd name="csY9" fmla="*/ 222999 h 1487409"/>
              <a:gd name="csX10" fmla="*/ 1220431 w 1420372"/>
              <a:gd name="csY10" fmla="*/ 227788 h 1487409"/>
              <a:gd name="csX11" fmla="*/ 1219234 w 1420372"/>
              <a:gd name="csY11" fmla="*/ 222999 h 1487409"/>
              <a:gd name="csX12" fmla="*/ 1230009 w 1420372"/>
              <a:gd name="csY12" fmla="*/ 211026 h 1487409"/>
              <a:gd name="csX13" fmla="*/ 1230009 w 1420372"/>
              <a:gd name="csY13" fmla="*/ 203843 h 1487409"/>
              <a:gd name="csX14" fmla="*/ 1166555 w 1420372"/>
              <a:gd name="csY14" fmla="*/ 153558 h 1487409"/>
              <a:gd name="csX15" fmla="*/ 840902 w 1420372"/>
              <a:gd name="csY15" fmla="*/ 24255 h 1487409"/>
              <a:gd name="csX16" fmla="*/ 778645 w 1420372"/>
              <a:gd name="csY16" fmla="*/ 19466 h 1487409"/>
              <a:gd name="csX17" fmla="*/ 749911 w 1420372"/>
              <a:gd name="csY17" fmla="*/ 17072 h 1487409"/>
              <a:gd name="csX18" fmla="*/ 752306 w 1420372"/>
              <a:gd name="csY18" fmla="*/ 311594 h 1487409"/>
              <a:gd name="csX19" fmla="*/ 759489 w 1420372"/>
              <a:gd name="csY19" fmla="*/ 323567 h 1487409"/>
              <a:gd name="csX20" fmla="*/ 749911 w 1420372"/>
              <a:gd name="csY20" fmla="*/ 330750 h 1487409"/>
              <a:gd name="csX21" fmla="*/ 742728 w 1420372"/>
              <a:gd name="csY21" fmla="*/ 321172 h 1487409"/>
              <a:gd name="csX22" fmla="*/ 735544 w 1420372"/>
              <a:gd name="csY22" fmla="*/ 319975 h 1487409"/>
              <a:gd name="csX23" fmla="*/ 546378 w 1420372"/>
              <a:gd name="csY23" fmla="*/ 404980 h 1487409"/>
              <a:gd name="csX24" fmla="*/ 534406 w 1420372"/>
              <a:gd name="csY24" fmla="*/ 401388 h 1487409"/>
              <a:gd name="csX25" fmla="*/ 546378 w 1420372"/>
              <a:gd name="csY25" fmla="*/ 396599 h 1487409"/>
              <a:gd name="csX26" fmla="*/ 551167 w 1420372"/>
              <a:gd name="csY26" fmla="*/ 390613 h 1487409"/>
              <a:gd name="csX27" fmla="*/ 734347 w 1420372"/>
              <a:gd name="csY27" fmla="*/ 306805 h 1487409"/>
              <a:gd name="csX28" fmla="*/ 735544 w 1420372"/>
              <a:gd name="csY28" fmla="*/ 17072 h 1487409"/>
              <a:gd name="csX29" fmla="*/ 373974 w 1420372"/>
              <a:gd name="csY29" fmla="*/ 116444 h 1487409"/>
              <a:gd name="csX30" fmla="*/ 321295 w 1420372"/>
              <a:gd name="csY30" fmla="*/ 153558 h 1487409"/>
              <a:gd name="csX31" fmla="*/ 302139 w 1420372"/>
              <a:gd name="csY31" fmla="*/ 166728 h 1487409"/>
              <a:gd name="csX32" fmla="*/ 450598 w 1420372"/>
              <a:gd name="csY32" fmla="*/ 357090 h 1487409"/>
              <a:gd name="csX33" fmla="*/ 452992 w 1420372"/>
              <a:gd name="csY33" fmla="*/ 363076 h 1487409"/>
              <a:gd name="csX34" fmla="*/ 449401 w 1420372"/>
              <a:gd name="csY34" fmla="*/ 376246 h 1487409"/>
              <a:gd name="csX35" fmla="*/ 441020 w 1420372"/>
              <a:gd name="csY35" fmla="*/ 371457 h 1487409"/>
              <a:gd name="csX36" fmla="*/ 420667 w 1420372"/>
              <a:gd name="csY36" fmla="*/ 340328 h 1487409"/>
              <a:gd name="csX37" fmla="*/ 293758 w 1420372"/>
              <a:gd name="csY37" fmla="*/ 177503 h 1487409"/>
              <a:gd name="csX38" fmla="*/ 287772 w 1420372"/>
              <a:gd name="csY38" fmla="*/ 176306 h 1487409"/>
              <a:gd name="csX39" fmla="*/ 190793 w 1420372"/>
              <a:gd name="csY39" fmla="*/ 270888 h 1487409"/>
              <a:gd name="csX40" fmla="*/ 26769 w 1420372"/>
              <a:gd name="csY40" fmla="*/ 615696 h 1487409"/>
              <a:gd name="csX41" fmla="*/ 17191 w 1420372"/>
              <a:gd name="csY41" fmla="*/ 685137 h 1487409"/>
              <a:gd name="csX42" fmla="*/ 15994 w 1420372"/>
              <a:gd name="csY42" fmla="*/ 807257 h 1487409"/>
              <a:gd name="csX43" fmla="*/ 41136 w 1420372"/>
              <a:gd name="csY43" fmla="*/ 809651 h 1487409"/>
              <a:gd name="csX44" fmla="*/ 151284 w 1420372"/>
              <a:gd name="csY44" fmla="*/ 800073 h 1487409"/>
              <a:gd name="csX45" fmla="*/ 189596 w 1420372"/>
              <a:gd name="csY45" fmla="*/ 797679 h 1487409"/>
              <a:gd name="csX46" fmla="*/ 215935 w 1420372"/>
              <a:gd name="csY46" fmla="*/ 797679 h 1487409"/>
              <a:gd name="csX47" fmla="*/ 280588 w 1420372"/>
              <a:gd name="csY47" fmla="*/ 798876 h 1487409"/>
              <a:gd name="csX48" fmla="*/ 223119 w 1420372"/>
              <a:gd name="csY48" fmla="*/ 807257 h 1487409"/>
              <a:gd name="csX49" fmla="*/ 218330 w 1420372"/>
              <a:gd name="csY49" fmla="*/ 807257 h 1487409"/>
              <a:gd name="csX50" fmla="*/ 81843 w 1420372"/>
              <a:gd name="csY50" fmla="*/ 819229 h 1487409"/>
              <a:gd name="csX51" fmla="*/ 79449 w 1420372"/>
              <a:gd name="csY51" fmla="*/ 819229 h 1487409"/>
              <a:gd name="csX52" fmla="*/ 31558 w 1420372"/>
              <a:gd name="csY52" fmla="*/ 824018 h 1487409"/>
              <a:gd name="csX53" fmla="*/ 19586 w 1420372"/>
              <a:gd name="csY53" fmla="*/ 824018 h 1487409"/>
              <a:gd name="csX54" fmla="*/ 213541 w 1420372"/>
              <a:gd name="csY54" fmla="*/ 1243057 h 1487409"/>
              <a:gd name="csX55" fmla="*/ 254249 w 1420372"/>
              <a:gd name="csY55" fmla="*/ 1284960 h 1487409"/>
              <a:gd name="csX56" fmla="*/ 268616 w 1420372"/>
              <a:gd name="csY56" fmla="*/ 1289749 h 1487409"/>
              <a:gd name="csX57" fmla="*/ 500883 w 1420372"/>
              <a:gd name="csY57" fmla="*/ 1015579 h 1487409"/>
              <a:gd name="csX58" fmla="*/ 510461 w 1420372"/>
              <a:gd name="csY58" fmla="*/ 1013184 h 1487409"/>
              <a:gd name="csX59" fmla="*/ 522433 w 1420372"/>
              <a:gd name="csY59" fmla="*/ 1017973 h 1487409"/>
              <a:gd name="csX60" fmla="*/ 627791 w 1420372"/>
              <a:gd name="csY60" fmla="*/ 1088611 h 1487409"/>
              <a:gd name="csX61" fmla="*/ 673287 w 1420372"/>
              <a:gd name="csY61" fmla="*/ 1104175 h 1487409"/>
              <a:gd name="csX62" fmla="*/ 749911 w 1420372"/>
              <a:gd name="csY62" fmla="*/ 1123331 h 1487409"/>
              <a:gd name="csX63" fmla="*/ 721177 w 1420372"/>
              <a:gd name="csY63" fmla="*/ 1128120 h 1487409"/>
              <a:gd name="csX64" fmla="*/ 704415 w 1420372"/>
              <a:gd name="csY64" fmla="*/ 1125726 h 1487409"/>
              <a:gd name="csX65" fmla="*/ 687654 w 1420372"/>
              <a:gd name="csY65" fmla="*/ 1120937 h 1487409"/>
              <a:gd name="csX66" fmla="*/ 623002 w 1420372"/>
              <a:gd name="csY66" fmla="*/ 1098189 h 1487409"/>
              <a:gd name="csX67" fmla="*/ 517644 w 1420372"/>
              <a:gd name="csY67" fmla="*/ 1028748 h 1487409"/>
              <a:gd name="csX68" fmla="*/ 508066 w 1420372"/>
              <a:gd name="csY68" fmla="*/ 1028748 h 1487409"/>
              <a:gd name="csX69" fmla="*/ 278194 w 1420372"/>
              <a:gd name="csY69" fmla="*/ 1301722 h 1487409"/>
              <a:gd name="csX70" fmla="*/ 527222 w 1420372"/>
              <a:gd name="csY70" fmla="*/ 1442998 h 1487409"/>
              <a:gd name="csX71" fmla="*/ 606241 w 1420372"/>
              <a:gd name="csY71" fmla="*/ 1460956 h 1487409"/>
              <a:gd name="csX72" fmla="*/ 675681 w 1420372"/>
              <a:gd name="csY72" fmla="*/ 1470534 h 1487409"/>
              <a:gd name="csX73" fmla="*/ 828930 w 1420372"/>
              <a:gd name="csY73" fmla="*/ 1469337 h 1487409"/>
              <a:gd name="csX74" fmla="*/ 831324 w 1420372"/>
              <a:gd name="csY74" fmla="*/ 1448984 h 1487409"/>
              <a:gd name="csX75" fmla="*/ 821746 w 1420372"/>
              <a:gd name="csY75" fmla="*/ 1336442 h 1487409"/>
              <a:gd name="csX76" fmla="*/ 816957 w 1420372"/>
              <a:gd name="csY76" fmla="*/ 1300525 h 1487409"/>
              <a:gd name="csX77" fmla="*/ 812168 w 1420372"/>
              <a:gd name="csY77" fmla="*/ 1283763 h 1487409"/>
              <a:gd name="csX78" fmla="*/ 809774 w 1420372"/>
              <a:gd name="csY78" fmla="*/ 1267002 h 1487409"/>
              <a:gd name="csX79" fmla="*/ 816957 w 1420372"/>
              <a:gd name="csY79" fmla="*/ 1262213 h 1487409"/>
              <a:gd name="csX80" fmla="*/ 828930 w 1420372"/>
              <a:gd name="csY80" fmla="*/ 1295736 h 1487409"/>
              <a:gd name="csX81" fmla="*/ 833719 w 1420372"/>
              <a:gd name="csY81" fmla="*/ 1331653 h 1487409"/>
              <a:gd name="csX82" fmla="*/ 838508 w 1420372"/>
              <a:gd name="csY82" fmla="*/ 1381938 h 1487409"/>
              <a:gd name="csX83" fmla="*/ 840902 w 1420372"/>
              <a:gd name="csY83" fmla="*/ 1417855 h 1487409"/>
              <a:gd name="csX84" fmla="*/ 843297 w 1420372"/>
              <a:gd name="csY84" fmla="*/ 1465745 h 1487409"/>
              <a:gd name="csX85" fmla="*/ 903159 w 1420372"/>
              <a:gd name="csY85" fmla="*/ 1457365 h 1487409"/>
              <a:gd name="csX86" fmla="*/ 917526 w 1420372"/>
              <a:gd name="csY86" fmla="*/ 1451378 h 1487409"/>
              <a:gd name="csX87" fmla="*/ 972600 w 1420372"/>
              <a:gd name="csY87" fmla="*/ 1438209 h 1487409"/>
              <a:gd name="csX88" fmla="*/ 1054013 w 1420372"/>
              <a:gd name="csY88" fmla="*/ 1405883 h 1487409"/>
              <a:gd name="csX89" fmla="*/ 1054013 w 1420372"/>
              <a:gd name="csY89" fmla="*/ 1420250 h 1487409"/>
              <a:gd name="csX90" fmla="*/ 1054013 w 1420372"/>
              <a:gd name="csY90" fmla="*/ 1422644 h 1487409"/>
              <a:gd name="csX91" fmla="*/ 888792 w 1420372"/>
              <a:gd name="csY91" fmla="*/ 1475323 h 1487409"/>
              <a:gd name="csX92" fmla="*/ 783434 w 1420372"/>
              <a:gd name="csY92" fmla="*/ 1487296 h 1487409"/>
              <a:gd name="csX93" fmla="*/ 654131 w 1420372"/>
              <a:gd name="csY93" fmla="*/ 1484902 h 1487409"/>
              <a:gd name="csX94" fmla="*/ 584690 w 1420372"/>
              <a:gd name="csY94" fmla="*/ 1474126 h 1487409"/>
              <a:gd name="csX95" fmla="*/ 553562 w 1420372"/>
              <a:gd name="csY95" fmla="*/ 1465745 h 1487409"/>
              <a:gd name="csX96" fmla="*/ 536800 w 1420372"/>
              <a:gd name="csY96" fmla="*/ 1460956 h 1487409"/>
              <a:gd name="csX97" fmla="*/ 44728 w 1420372"/>
              <a:gd name="csY97" fmla="*/ 1003606 h 1487409"/>
              <a:gd name="csX98" fmla="*/ 14797 w 1420372"/>
              <a:gd name="csY98" fmla="*/ 898248 h 1487409"/>
              <a:gd name="csX99" fmla="*/ 7613 w 1420372"/>
              <a:gd name="csY99" fmla="*/ 864725 h 1487409"/>
              <a:gd name="csX100" fmla="*/ 292561 w 1420372"/>
              <a:gd name="csY100" fmla="*/ 152361 h 1487409"/>
              <a:gd name="csX101" fmla="*/ 776251 w 1420372"/>
              <a:gd name="csY101" fmla="*/ 310 h 1487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</a:cxnLst>
            <a:rect l="l" t="t" r="r" b="b"/>
            <a:pathLst>
              <a:path w="1420372" h="1487409">
                <a:moveTo>
                  <a:pt x="776251" y="310"/>
                </a:moveTo>
                <a:cubicBezTo>
                  <a:pt x="798903" y="4261"/>
                  <a:pt x="822034" y="6655"/>
                  <a:pt x="845691" y="7494"/>
                </a:cubicBezTo>
                <a:cubicBezTo>
                  <a:pt x="937233" y="21765"/>
                  <a:pt x="1024226" y="50499"/>
                  <a:pt x="1106692" y="93696"/>
                </a:cubicBezTo>
                <a:cubicBezTo>
                  <a:pt x="1230536" y="164046"/>
                  <a:pt x="1327106" y="261430"/>
                  <a:pt x="1396427" y="385824"/>
                </a:cubicBezTo>
                <a:cubicBezTo>
                  <a:pt x="1401049" y="394253"/>
                  <a:pt x="1405024" y="403041"/>
                  <a:pt x="1408400" y="412164"/>
                </a:cubicBezTo>
                <a:cubicBezTo>
                  <a:pt x="1405646" y="412858"/>
                  <a:pt x="1404042" y="414845"/>
                  <a:pt x="1403611" y="418150"/>
                </a:cubicBezTo>
                <a:cubicBezTo>
                  <a:pt x="1408544" y="431224"/>
                  <a:pt x="1414147" y="443987"/>
                  <a:pt x="1420372" y="456462"/>
                </a:cubicBezTo>
                <a:cubicBezTo>
                  <a:pt x="1419008" y="458832"/>
                  <a:pt x="1417427" y="460844"/>
                  <a:pt x="1415583" y="462448"/>
                </a:cubicBezTo>
                <a:cubicBezTo>
                  <a:pt x="1376361" y="369326"/>
                  <a:pt x="1319684" y="288320"/>
                  <a:pt x="1245574" y="219407"/>
                </a:cubicBezTo>
                <a:cubicBezTo>
                  <a:pt x="1240785" y="217947"/>
                  <a:pt x="1236810" y="219144"/>
                  <a:pt x="1233601" y="222999"/>
                </a:cubicBezTo>
                <a:cubicBezTo>
                  <a:pt x="1228022" y="220006"/>
                  <a:pt x="1223640" y="221610"/>
                  <a:pt x="1220431" y="227788"/>
                </a:cubicBezTo>
                <a:cubicBezTo>
                  <a:pt x="1219330" y="226375"/>
                  <a:pt x="1218923" y="224771"/>
                  <a:pt x="1219234" y="222999"/>
                </a:cubicBezTo>
                <a:cubicBezTo>
                  <a:pt x="1222323" y="218689"/>
                  <a:pt x="1225915" y="214714"/>
                  <a:pt x="1230009" y="211026"/>
                </a:cubicBezTo>
                <a:cubicBezTo>
                  <a:pt x="1231614" y="208632"/>
                  <a:pt x="1231614" y="206237"/>
                  <a:pt x="1230009" y="203843"/>
                </a:cubicBezTo>
                <a:cubicBezTo>
                  <a:pt x="1209800" y="185597"/>
                  <a:pt x="1188656" y="168835"/>
                  <a:pt x="1166555" y="153558"/>
                </a:cubicBezTo>
                <a:cubicBezTo>
                  <a:pt x="1069793" y="81915"/>
                  <a:pt x="961250" y="38814"/>
                  <a:pt x="840902" y="24255"/>
                </a:cubicBezTo>
                <a:cubicBezTo>
                  <a:pt x="820262" y="21597"/>
                  <a:pt x="799501" y="20017"/>
                  <a:pt x="778645" y="19466"/>
                </a:cubicBezTo>
                <a:cubicBezTo>
                  <a:pt x="769546" y="17119"/>
                  <a:pt x="759968" y="16305"/>
                  <a:pt x="749911" y="17072"/>
                </a:cubicBezTo>
                <a:cubicBezTo>
                  <a:pt x="749121" y="115653"/>
                  <a:pt x="749911" y="213828"/>
                  <a:pt x="752306" y="311594"/>
                </a:cubicBezTo>
                <a:cubicBezTo>
                  <a:pt x="755706" y="314995"/>
                  <a:pt x="758100" y="318993"/>
                  <a:pt x="759489" y="323567"/>
                </a:cubicBezTo>
                <a:cubicBezTo>
                  <a:pt x="757669" y="327781"/>
                  <a:pt x="754461" y="330176"/>
                  <a:pt x="749911" y="330750"/>
                </a:cubicBezTo>
                <a:cubicBezTo>
                  <a:pt x="747564" y="327709"/>
                  <a:pt x="745170" y="324525"/>
                  <a:pt x="742728" y="321172"/>
                </a:cubicBezTo>
                <a:cubicBezTo>
                  <a:pt x="740668" y="318586"/>
                  <a:pt x="738274" y="318179"/>
                  <a:pt x="735544" y="319975"/>
                </a:cubicBezTo>
                <a:cubicBezTo>
                  <a:pt x="673239" y="349523"/>
                  <a:pt x="610192" y="377850"/>
                  <a:pt x="546378" y="404980"/>
                </a:cubicBezTo>
                <a:cubicBezTo>
                  <a:pt x="542355" y="404046"/>
                  <a:pt x="538357" y="402849"/>
                  <a:pt x="534406" y="401388"/>
                </a:cubicBezTo>
                <a:cubicBezTo>
                  <a:pt x="538165" y="400550"/>
                  <a:pt x="542164" y="398946"/>
                  <a:pt x="546378" y="396599"/>
                </a:cubicBezTo>
                <a:cubicBezTo>
                  <a:pt x="548485" y="394899"/>
                  <a:pt x="550090" y="392912"/>
                  <a:pt x="551167" y="390613"/>
                </a:cubicBezTo>
                <a:cubicBezTo>
                  <a:pt x="612538" y="363723"/>
                  <a:pt x="673598" y="335779"/>
                  <a:pt x="734347" y="306805"/>
                </a:cubicBezTo>
                <a:cubicBezTo>
                  <a:pt x="735544" y="210236"/>
                  <a:pt x="735951" y="113642"/>
                  <a:pt x="735544" y="17072"/>
                </a:cubicBezTo>
                <a:cubicBezTo>
                  <a:pt x="606504" y="19322"/>
                  <a:pt x="485989" y="52462"/>
                  <a:pt x="373974" y="116444"/>
                </a:cubicBezTo>
                <a:cubicBezTo>
                  <a:pt x="355823" y="128272"/>
                  <a:pt x="338272" y="140652"/>
                  <a:pt x="321295" y="153558"/>
                </a:cubicBezTo>
                <a:cubicBezTo>
                  <a:pt x="314566" y="157342"/>
                  <a:pt x="308173" y="161724"/>
                  <a:pt x="302139" y="166728"/>
                </a:cubicBezTo>
                <a:cubicBezTo>
                  <a:pt x="351944" y="230063"/>
                  <a:pt x="401415" y="293516"/>
                  <a:pt x="450598" y="357090"/>
                </a:cubicBezTo>
                <a:cubicBezTo>
                  <a:pt x="450382" y="359485"/>
                  <a:pt x="451197" y="361472"/>
                  <a:pt x="452992" y="363076"/>
                </a:cubicBezTo>
                <a:cubicBezTo>
                  <a:pt x="447940" y="366668"/>
                  <a:pt x="446743" y="371050"/>
                  <a:pt x="449401" y="376246"/>
                </a:cubicBezTo>
                <a:cubicBezTo>
                  <a:pt x="447437" y="373085"/>
                  <a:pt x="444660" y="371481"/>
                  <a:pt x="441020" y="371457"/>
                </a:cubicBezTo>
                <a:cubicBezTo>
                  <a:pt x="434842" y="360849"/>
                  <a:pt x="428042" y="350457"/>
                  <a:pt x="420667" y="340328"/>
                </a:cubicBezTo>
                <a:cubicBezTo>
                  <a:pt x="377446" y="286739"/>
                  <a:pt x="335135" y="232457"/>
                  <a:pt x="293758" y="177503"/>
                </a:cubicBezTo>
                <a:cubicBezTo>
                  <a:pt x="292034" y="175229"/>
                  <a:pt x="290046" y="174822"/>
                  <a:pt x="287772" y="176306"/>
                </a:cubicBezTo>
                <a:cubicBezTo>
                  <a:pt x="253913" y="206166"/>
                  <a:pt x="221586" y="237701"/>
                  <a:pt x="190793" y="270888"/>
                </a:cubicBezTo>
                <a:cubicBezTo>
                  <a:pt x="105932" y="371194"/>
                  <a:pt x="51265" y="486130"/>
                  <a:pt x="26769" y="615696"/>
                </a:cubicBezTo>
                <a:cubicBezTo>
                  <a:pt x="20927" y="638157"/>
                  <a:pt x="17742" y="661312"/>
                  <a:pt x="17191" y="685137"/>
                </a:cubicBezTo>
                <a:cubicBezTo>
                  <a:pt x="14510" y="725772"/>
                  <a:pt x="14103" y="766478"/>
                  <a:pt x="15994" y="807257"/>
                </a:cubicBezTo>
                <a:cubicBezTo>
                  <a:pt x="24112" y="809555"/>
                  <a:pt x="32492" y="810346"/>
                  <a:pt x="41136" y="809651"/>
                </a:cubicBezTo>
                <a:cubicBezTo>
                  <a:pt x="78419" y="808670"/>
                  <a:pt x="115127" y="805461"/>
                  <a:pt x="151284" y="800073"/>
                </a:cubicBezTo>
                <a:cubicBezTo>
                  <a:pt x="163591" y="797703"/>
                  <a:pt x="176354" y="796912"/>
                  <a:pt x="189596" y="797679"/>
                </a:cubicBezTo>
                <a:cubicBezTo>
                  <a:pt x="198384" y="797679"/>
                  <a:pt x="207147" y="797679"/>
                  <a:pt x="215935" y="797679"/>
                </a:cubicBezTo>
                <a:cubicBezTo>
                  <a:pt x="237558" y="794374"/>
                  <a:pt x="259109" y="794757"/>
                  <a:pt x="280588" y="798876"/>
                </a:cubicBezTo>
                <a:cubicBezTo>
                  <a:pt x="261001" y="801151"/>
                  <a:pt x="241845" y="803952"/>
                  <a:pt x="223119" y="807257"/>
                </a:cubicBezTo>
                <a:cubicBezTo>
                  <a:pt x="221514" y="807257"/>
                  <a:pt x="219934" y="807257"/>
                  <a:pt x="218330" y="807257"/>
                </a:cubicBezTo>
                <a:cubicBezTo>
                  <a:pt x="172475" y="811088"/>
                  <a:pt x="126979" y="815087"/>
                  <a:pt x="81843" y="819229"/>
                </a:cubicBezTo>
                <a:cubicBezTo>
                  <a:pt x="81053" y="819229"/>
                  <a:pt x="80239" y="819229"/>
                  <a:pt x="79449" y="819229"/>
                </a:cubicBezTo>
                <a:cubicBezTo>
                  <a:pt x="62926" y="818726"/>
                  <a:pt x="46979" y="820331"/>
                  <a:pt x="31558" y="824018"/>
                </a:cubicBezTo>
                <a:cubicBezTo>
                  <a:pt x="27560" y="824018"/>
                  <a:pt x="23585" y="824018"/>
                  <a:pt x="19586" y="824018"/>
                </a:cubicBezTo>
                <a:cubicBezTo>
                  <a:pt x="38359" y="985264"/>
                  <a:pt x="103010" y="1124936"/>
                  <a:pt x="213541" y="1243057"/>
                </a:cubicBezTo>
                <a:cubicBezTo>
                  <a:pt x="226615" y="1257328"/>
                  <a:pt x="240193" y="1271312"/>
                  <a:pt x="254249" y="1284960"/>
                </a:cubicBezTo>
                <a:cubicBezTo>
                  <a:pt x="258343" y="1289151"/>
                  <a:pt x="263132" y="1290755"/>
                  <a:pt x="268616" y="1289749"/>
                </a:cubicBezTo>
                <a:cubicBezTo>
                  <a:pt x="343923" y="1196507"/>
                  <a:pt x="421337" y="1105109"/>
                  <a:pt x="500883" y="1015579"/>
                </a:cubicBezTo>
                <a:cubicBezTo>
                  <a:pt x="504307" y="1015770"/>
                  <a:pt x="507491" y="1014980"/>
                  <a:pt x="510461" y="1013184"/>
                </a:cubicBezTo>
                <a:cubicBezTo>
                  <a:pt x="513693" y="1016656"/>
                  <a:pt x="517692" y="1018260"/>
                  <a:pt x="522433" y="1017973"/>
                </a:cubicBezTo>
                <a:cubicBezTo>
                  <a:pt x="558734" y="1039715"/>
                  <a:pt x="593837" y="1063253"/>
                  <a:pt x="627791" y="1088611"/>
                </a:cubicBezTo>
                <a:cubicBezTo>
                  <a:pt x="641775" y="1097399"/>
                  <a:pt x="656932" y="1102571"/>
                  <a:pt x="673287" y="1104175"/>
                </a:cubicBezTo>
                <a:cubicBezTo>
                  <a:pt x="698357" y="1112029"/>
                  <a:pt x="723883" y="1118423"/>
                  <a:pt x="749911" y="1123331"/>
                </a:cubicBezTo>
                <a:cubicBezTo>
                  <a:pt x="741458" y="1127929"/>
                  <a:pt x="731880" y="1129533"/>
                  <a:pt x="721177" y="1128120"/>
                </a:cubicBezTo>
                <a:cubicBezTo>
                  <a:pt x="715765" y="1126396"/>
                  <a:pt x="710162" y="1125606"/>
                  <a:pt x="704415" y="1125726"/>
                </a:cubicBezTo>
                <a:cubicBezTo>
                  <a:pt x="699603" y="1122326"/>
                  <a:pt x="693999" y="1120721"/>
                  <a:pt x="687654" y="1120937"/>
                </a:cubicBezTo>
                <a:cubicBezTo>
                  <a:pt x="664739" y="1117465"/>
                  <a:pt x="643188" y="1109874"/>
                  <a:pt x="623002" y="1098189"/>
                </a:cubicBezTo>
                <a:cubicBezTo>
                  <a:pt x="588713" y="1073861"/>
                  <a:pt x="553586" y="1050706"/>
                  <a:pt x="517644" y="1028748"/>
                </a:cubicBezTo>
                <a:cubicBezTo>
                  <a:pt x="514459" y="1027144"/>
                  <a:pt x="511251" y="1027144"/>
                  <a:pt x="508066" y="1028748"/>
                </a:cubicBezTo>
                <a:cubicBezTo>
                  <a:pt x="428592" y="1117561"/>
                  <a:pt x="351968" y="1208552"/>
                  <a:pt x="278194" y="1301722"/>
                </a:cubicBezTo>
                <a:cubicBezTo>
                  <a:pt x="350819" y="1365990"/>
                  <a:pt x="433836" y="1413090"/>
                  <a:pt x="527222" y="1442998"/>
                </a:cubicBezTo>
                <a:cubicBezTo>
                  <a:pt x="553155" y="1450876"/>
                  <a:pt x="579494" y="1456862"/>
                  <a:pt x="606241" y="1460956"/>
                </a:cubicBezTo>
                <a:cubicBezTo>
                  <a:pt x="628653" y="1467110"/>
                  <a:pt x="651784" y="1470319"/>
                  <a:pt x="675681" y="1470534"/>
                </a:cubicBezTo>
                <a:cubicBezTo>
                  <a:pt x="726708" y="1473815"/>
                  <a:pt x="777807" y="1473408"/>
                  <a:pt x="828930" y="1469337"/>
                </a:cubicBezTo>
                <a:cubicBezTo>
                  <a:pt x="830462" y="1462752"/>
                  <a:pt x="831276" y="1455976"/>
                  <a:pt x="831324" y="1448984"/>
                </a:cubicBezTo>
                <a:cubicBezTo>
                  <a:pt x="827230" y="1411534"/>
                  <a:pt x="824045" y="1374012"/>
                  <a:pt x="821746" y="1336442"/>
                </a:cubicBezTo>
                <a:cubicBezTo>
                  <a:pt x="822225" y="1323871"/>
                  <a:pt x="820621" y="1311899"/>
                  <a:pt x="816957" y="1300525"/>
                </a:cubicBezTo>
                <a:cubicBezTo>
                  <a:pt x="814658" y="1295137"/>
                  <a:pt x="813078" y="1289558"/>
                  <a:pt x="812168" y="1283763"/>
                </a:cubicBezTo>
                <a:cubicBezTo>
                  <a:pt x="812312" y="1278064"/>
                  <a:pt x="811498" y="1272461"/>
                  <a:pt x="809774" y="1267002"/>
                </a:cubicBezTo>
                <a:cubicBezTo>
                  <a:pt x="810133" y="1260943"/>
                  <a:pt x="812527" y="1259339"/>
                  <a:pt x="816957" y="1262213"/>
                </a:cubicBezTo>
                <a:cubicBezTo>
                  <a:pt x="820956" y="1273395"/>
                  <a:pt x="824931" y="1284553"/>
                  <a:pt x="828930" y="1295736"/>
                </a:cubicBezTo>
                <a:cubicBezTo>
                  <a:pt x="828786" y="1308259"/>
                  <a:pt x="830390" y="1320231"/>
                  <a:pt x="833719" y="1331653"/>
                </a:cubicBezTo>
                <a:cubicBezTo>
                  <a:pt x="834365" y="1348846"/>
                  <a:pt x="835946" y="1365607"/>
                  <a:pt x="838508" y="1381938"/>
                </a:cubicBezTo>
                <a:cubicBezTo>
                  <a:pt x="838125" y="1394030"/>
                  <a:pt x="838915" y="1406003"/>
                  <a:pt x="840902" y="1417855"/>
                </a:cubicBezTo>
                <a:cubicBezTo>
                  <a:pt x="841405" y="1433827"/>
                  <a:pt x="842219" y="1449798"/>
                  <a:pt x="843297" y="1465745"/>
                </a:cubicBezTo>
                <a:cubicBezTo>
                  <a:pt x="863291" y="1463423"/>
                  <a:pt x="883261" y="1460621"/>
                  <a:pt x="903159" y="1457365"/>
                </a:cubicBezTo>
                <a:cubicBezTo>
                  <a:pt x="909074" y="1457269"/>
                  <a:pt x="913863" y="1455281"/>
                  <a:pt x="917526" y="1451378"/>
                </a:cubicBezTo>
                <a:cubicBezTo>
                  <a:pt x="936275" y="1448673"/>
                  <a:pt x="954641" y="1444267"/>
                  <a:pt x="972600" y="1438209"/>
                </a:cubicBezTo>
                <a:cubicBezTo>
                  <a:pt x="999442" y="1427002"/>
                  <a:pt x="1026572" y="1416227"/>
                  <a:pt x="1054013" y="1405883"/>
                </a:cubicBezTo>
                <a:cubicBezTo>
                  <a:pt x="1052984" y="1410193"/>
                  <a:pt x="1052984" y="1414982"/>
                  <a:pt x="1054013" y="1420250"/>
                </a:cubicBezTo>
                <a:cubicBezTo>
                  <a:pt x="1054013" y="1421040"/>
                  <a:pt x="1054013" y="1421854"/>
                  <a:pt x="1054013" y="1422644"/>
                </a:cubicBezTo>
                <a:cubicBezTo>
                  <a:pt x="1001023" y="1446326"/>
                  <a:pt x="945949" y="1463878"/>
                  <a:pt x="888792" y="1475323"/>
                </a:cubicBezTo>
                <a:cubicBezTo>
                  <a:pt x="853737" y="1481142"/>
                  <a:pt x="818633" y="1485117"/>
                  <a:pt x="783434" y="1487296"/>
                </a:cubicBezTo>
                <a:cubicBezTo>
                  <a:pt x="740309" y="1487727"/>
                  <a:pt x="697208" y="1486937"/>
                  <a:pt x="654131" y="1484902"/>
                </a:cubicBezTo>
                <a:cubicBezTo>
                  <a:pt x="631287" y="1479873"/>
                  <a:pt x="608132" y="1476281"/>
                  <a:pt x="584690" y="1474126"/>
                </a:cubicBezTo>
                <a:cubicBezTo>
                  <a:pt x="574130" y="1471684"/>
                  <a:pt x="563762" y="1468882"/>
                  <a:pt x="553562" y="1465745"/>
                </a:cubicBezTo>
                <a:cubicBezTo>
                  <a:pt x="548749" y="1462345"/>
                  <a:pt x="543146" y="1460741"/>
                  <a:pt x="536800" y="1460956"/>
                </a:cubicBezTo>
                <a:cubicBezTo>
                  <a:pt x="301947" y="1385362"/>
                  <a:pt x="137922" y="1232928"/>
                  <a:pt x="44728" y="1003606"/>
                </a:cubicBezTo>
                <a:cubicBezTo>
                  <a:pt x="33259" y="968862"/>
                  <a:pt x="23274" y="933734"/>
                  <a:pt x="14797" y="898248"/>
                </a:cubicBezTo>
                <a:cubicBezTo>
                  <a:pt x="13911" y="886467"/>
                  <a:pt x="11516" y="875285"/>
                  <a:pt x="7613" y="864725"/>
                </a:cubicBezTo>
                <a:cubicBezTo>
                  <a:pt x="-28927" y="573912"/>
                  <a:pt x="66063" y="336473"/>
                  <a:pt x="292561" y="152361"/>
                </a:cubicBezTo>
                <a:cubicBezTo>
                  <a:pt x="435824" y="46213"/>
                  <a:pt x="597046" y="-4479"/>
                  <a:pt x="776251" y="310"/>
                </a:cubicBezTo>
                <a:close/>
              </a:path>
            </a:pathLst>
          </a:custGeom>
          <a:solidFill>
            <a:srgbClr val="10100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F2838CDA-17FC-28DB-3136-4B9A63E84B13}"/>
              </a:ext>
            </a:extLst>
          </p:cNvPr>
          <p:cNvSpPr/>
          <p:nvPr/>
        </p:nvSpPr>
        <p:spPr>
          <a:xfrm>
            <a:off x="8594545" y="4214874"/>
            <a:ext cx="284143" cy="227476"/>
          </a:xfrm>
          <a:custGeom>
            <a:avLst/>
            <a:gdLst>
              <a:gd name="csX0" fmla="*/ 272171 w 284143"/>
              <a:gd name="csY0" fmla="*/ 220293 h 227476"/>
              <a:gd name="csX1" fmla="*/ 257804 w 284143"/>
              <a:gd name="csY1" fmla="*/ 203532 h 227476"/>
              <a:gd name="csX2" fmla="*/ 250620 w 284143"/>
              <a:gd name="csY2" fmla="*/ 205926 h 227476"/>
              <a:gd name="csX3" fmla="*/ 247029 w 284143"/>
              <a:gd name="csY3" fmla="*/ 198743 h 227476"/>
              <a:gd name="csX4" fmla="*/ 241042 w 284143"/>
              <a:gd name="csY4" fmla="*/ 196348 h 227476"/>
              <a:gd name="csX5" fmla="*/ 247029 w 284143"/>
              <a:gd name="csY5" fmla="*/ 181981 h 227476"/>
              <a:gd name="csX6" fmla="*/ 253015 w 284143"/>
              <a:gd name="csY6" fmla="*/ 180784 h 227476"/>
              <a:gd name="csX7" fmla="*/ 238648 w 284143"/>
              <a:gd name="csY7" fmla="*/ 153247 h 227476"/>
              <a:gd name="csX8" fmla="*/ 242240 w 284143"/>
              <a:gd name="csY8" fmla="*/ 143669 h 227476"/>
              <a:gd name="csX9" fmla="*/ 255409 w 284143"/>
              <a:gd name="csY9" fmla="*/ 143669 h 227476"/>
              <a:gd name="csX10" fmla="*/ 244634 w 284143"/>
              <a:gd name="csY10" fmla="*/ 141275 h 227476"/>
              <a:gd name="csX11" fmla="*/ 236253 w 284143"/>
              <a:gd name="csY11" fmla="*/ 138880 h 227476"/>
              <a:gd name="csX12" fmla="*/ 232662 w 284143"/>
              <a:gd name="csY12" fmla="*/ 129302 h 227476"/>
              <a:gd name="csX13" fmla="*/ 205125 w 284143"/>
              <a:gd name="csY13" fmla="*/ 134091 h 227476"/>
              <a:gd name="csX14" fmla="*/ 203928 w 284143"/>
              <a:gd name="csY14" fmla="*/ 141275 h 227476"/>
              <a:gd name="csX15" fmla="*/ 182377 w 284143"/>
              <a:gd name="csY15" fmla="*/ 141275 h 227476"/>
              <a:gd name="csX16" fmla="*/ 178785 w 284143"/>
              <a:gd name="csY16" fmla="*/ 148458 h 227476"/>
              <a:gd name="csX17" fmla="*/ 171602 w 284143"/>
              <a:gd name="csY17" fmla="*/ 148458 h 227476"/>
              <a:gd name="csX18" fmla="*/ 166813 w 284143"/>
              <a:gd name="csY18" fmla="*/ 170009 h 227476"/>
              <a:gd name="csX19" fmla="*/ 154840 w 284143"/>
              <a:gd name="csY19" fmla="*/ 170009 h 227476"/>
              <a:gd name="csX20" fmla="*/ 153643 w 284143"/>
              <a:gd name="csY20" fmla="*/ 177192 h 227476"/>
              <a:gd name="csX21" fmla="*/ 145262 w 284143"/>
              <a:gd name="csY21" fmla="*/ 185573 h 227476"/>
              <a:gd name="csX22" fmla="*/ 148854 w 284143"/>
              <a:gd name="csY22" fmla="*/ 193954 h 227476"/>
              <a:gd name="csX23" fmla="*/ 146459 w 284143"/>
              <a:gd name="csY23" fmla="*/ 191559 h 227476"/>
              <a:gd name="csX24" fmla="*/ 128501 w 284143"/>
              <a:gd name="csY24" fmla="*/ 198743 h 227476"/>
              <a:gd name="csX25" fmla="*/ 121317 w 284143"/>
              <a:gd name="csY25" fmla="*/ 204729 h 227476"/>
              <a:gd name="csX26" fmla="*/ 120120 w 284143"/>
              <a:gd name="csY26" fmla="*/ 198743 h 227476"/>
              <a:gd name="csX27" fmla="*/ 115332 w 284143"/>
              <a:gd name="csY27" fmla="*/ 208321 h 227476"/>
              <a:gd name="csX28" fmla="*/ 104557 w 284143"/>
              <a:gd name="csY28" fmla="*/ 208321 h 227476"/>
              <a:gd name="csX29" fmla="*/ 99768 w 284143"/>
              <a:gd name="csY29" fmla="*/ 211913 h 227476"/>
              <a:gd name="csX30" fmla="*/ 105754 w 284143"/>
              <a:gd name="csY30" fmla="*/ 227477 h 227476"/>
              <a:gd name="csX31" fmla="*/ 98571 w 284143"/>
              <a:gd name="csY31" fmla="*/ 222688 h 227476"/>
              <a:gd name="csX32" fmla="*/ 90190 w 284143"/>
              <a:gd name="csY32" fmla="*/ 211913 h 227476"/>
              <a:gd name="csX33" fmla="*/ 90190 w 284143"/>
              <a:gd name="csY33" fmla="*/ 199940 h 227476"/>
              <a:gd name="csX34" fmla="*/ 85401 w 284143"/>
              <a:gd name="csY34" fmla="*/ 179587 h 227476"/>
              <a:gd name="csX35" fmla="*/ 79414 w 284143"/>
              <a:gd name="csY35" fmla="*/ 193954 h 227476"/>
              <a:gd name="csX36" fmla="*/ 71034 w 284143"/>
              <a:gd name="csY36" fmla="*/ 183179 h 227476"/>
              <a:gd name="csX37" fmla="*/ 80612 w 284143"/>
              <a:gd name="csY37" fmla="*/ 173601 h 227476"/>
              <a:gd name="csX38" fmla="*/ 80612 w 284143"/>
              <a:gd name="csY38" fmla="*/ 167614 h 227476"/>
              <a:gd name="csX39" fmla="*/ 97373 w 284143"/>
              <a:gd name="csY39" fmla="*/ 165220 h 227476"/>
              <a:gd name="csX40" fmla="*/ 100965 w 284143"/>
              <a:gd name="csY40" fmla="*/ 162825 h 227476"/>
              <a:gd name="csX41" fmla="*/ 98571 w 284143"/>
              <a:gd name="csY41" fmla="*/ 153247 h 227476"/>
              <a:gd name="csX42" fmla="*/ 86598 w 284143"/>
              <a:gd name="csY42" fmla="*/ 150853 h 227476"/>
              <a:gd name="csX43" fmla="*/ 77020 w 284143"/>
              <a:gd name="csY43" fmla="*/ 167614 h 227476"/>
              <a:gd name="csX44" fmla="*/ 69836 w 284143"/>
              <a:gd name="csY44" fmla="*/ 170009 h 227476"/>
              <a:gd name="csX45" fmla="*/ 66245 w 284143"/>
              <a:gd name="csY45" fmla="*/ 184376 h 227476"/>
              <a:gd name="csX46" fmla="*/ 56667 w 284143"/>
              <a:gd name="csY46" fmla="*/ 185573 h 227476"/>
              <a:gd name="csX47" fmla="*/ 36313 w 284143"/>
              <a:gd name="csY47" fmla="*/ 203532 h 227476"/>
              <a:gd name="csX48" fmla="*/ 29130 w 284143"/>
              <a:gd name="csY48" fmla="*/ 189165 h 227476"/>
              <a:gd name="csX49" fmla="*/ 25538 w 284143"/>
              <a:gd name="csY49" fmla="*/ 201137 h 227476"/>
              <a:gd name="csX50" fmla="*/ 18355 w 284143"/>
              <a:gd name="csY50" fmla="*/ 186770 h 227476"/>
              <a:gd name="csX51" fmla="*/ 6382 w 284143"/>
              <a:gd name="csY51" fmla="*/ 187968 h 227476"/>
              <a:gd name="csX52" fmla="*/ 8777 w 284143"/>
              <a:gd name="csY52" fmla="*/ 190362 h 227476"/>
              <a:gd name="csX53" fmla="*/ 5185 w 284143"/>
              <a:gd name="csY53" fmla="*/ 198743 h 227476"/>
              <a:gd name="csX54" fmla="*/ 1593 w 284143"/>
              <a:gd name="csY54" fmla="*/ 193954 h 227476"/>
              <a:gd name="csX55" fmla="*/ 3988 w 284143"/>
              <a:gd name="csY55" fmla="*/ 187968 h 227476"/>
              <a:gd name="csX56" fmla="*/ 396 w 284143"/>
              <a:gd name="csY56" fmla="*/ 181981 h 227476"/>
              <a:gd name="csX57" fmla="*/ 2790 w 284143"/>
              <a:gd name="csY57" fmla="*/ 184376 h 227476"/>
              <a:gd name="csX58" fmla="*/ 15960 w 284143"/>
              <a:gd name="csY58" fmla="*/ 174798 h 227476"/>
              <a:gd name="csX59" fmla="*/ 19552 w 284143"/>
              <a:gd name="csY59" fmla="*/ 167614 h 227476"/>
              <a:gd name="csX60" fmla="*/ 21946 w 284143"/>
              <a:gd name="csY60" fmla="*/ 170009 h 227476"/>
              <a:gd name="csX61" fmla="*/ 25538 w 284143"/>
              <a:gd name="csY61" fmla="*/ 159234 h 227476"/>
              <a:gd name="csX62" fmla="*/ 31524 w 284143"/>
              <a:gd name="csY62" fmla="*/ 160431 h 227476"/>
              <a:gd name="csX63" fmla="*/ 37511 w 284143"/>
              <a:gd name="csY63" fmla="*/ 152050 h 227476"/>
              <a:gd name="csX64" fmla="*/ 35116 w 284143"/>
              <a:gd name="csY64" fmla="*/ 149656 h 227476"/>
              <a:gd name="csX65" fmla="*/ 44694 w 284143"/>
              <a:gd name="csY65" fmla="*/ 149656 h 227476"/>
              <a:gd name="csX66" fmla="*/ 49483 w 284143"/>
              <a:gd name="csY66" fmla="*/ 137683 h 227476"/>
              <a:gd name="csX67" fmla="*/ 44694 w 284143"/>
              <a:gd name="csY67" fmla="*/ 135289 h 227476"/>
              <a:gd name="csX68" fmla="*/ 53075 w 284143"/>
              <a:gd name="csY68" fmla="*/ 131697 h 227476"/>
              <a:gd name="csX69" fmla="*/ 63850 w 284143"/>
              <a:gd name="csY69" fmla="*/ 132894 h 227476"/>
              <a:gd name="csX70" fmla="*/ 66245 w 284143"/>
              <a:gd name="csY70" fmla="*/ 130500 h 227476"/>
              <a:gd name="csX71" fmla="*/ 56667 w 284143"/>
              <a:gd name="csY71" fmla="*/ 128105 h 227476"/>
              <a:gd name="csX72" fmla="*/ 65047 w 284143"/>
              <a:gd name="csY72" fmla="*/ 126908 h 227476"/>
              <a:gd name="csX73" fmla="*/ 72231 w 284143"/>
              <a:gd name="csY73" fmla="*/ 126908 h 227476"/>
              <a:gd name="csX74" fmla="*/ 72231 w 284143"/>
              <a:gd name="csY74" fmla="*/ 119724 h 227476"/>
              <a:gd name="csX75" fmla="*/ 67442 w 284143"/>
              <a:gd name="csY75" fmla="*/ 117330 h 227476"/>
              <a:gd name="csX76" fmla="*/ 80612 w 284143"/>
              <a:gd name="csY76" fmla="*/ 113738 h 227476"/>
              <a:gd name="csX77" fmla="*/ 71034 w 284143"/>
              <a:gd name="csY77" fmla="*/ 107752 h 227476"/>
              <a:gd name="csX78" fmla="*/ 75823 w 284143"/>
              <a:gd name="csY78" fmla="*/ 107752 h 227476"/>
              <a:gd name="csX79" fmla="*/ 85401 w 284143"/>
              <a:gd name="csY79" fmla="*/ 102963 h 227476"/>
              <a:gd name="csX80" fmla="*/ 87795 w 284143"/>
              <a:gd name="csY80" fmla="*/ 93385 h 227476"/>
              <a:gd name="csX81" fmla="*/ 91387 w 284143"/>
              <a:gd name="csY81" fmla="*/ 95779 h 227476"/>
              <a:gd name="csX82" fmla="*/ 97373 w 284143"/>
              <a:gd name="csY82" fmla="*/ 83807 h 227476"/>
              <a:gd name="csX83" fmla="*/ 100965 w 284143"/>
              <a:gd name="csY83" fmla="*/ 86201 h 227476"/>
              <a:gd name="csX84" fmla="*/ 98571 w 284143"/>
              <a:gd name="csY84" fmla="*/ 76623 h 227476"/>
              <a:gd name="csX85" fmla="*/ 111740 w 284143"/>
              <a:gd name="csY85" fmla="*/ 73031 h 227476"/>
              <a:gd name="csX86" fmla="*/ 99768 w 284143"/>
              <a:gd name="csY86" fmla="*/ 70637 h 227476"/>
              <a:gd name="csX87" fmla="*/ 116528 w 284143"/>
              <a:gd name="csY87" fmla="*/ 63453 h 227476"/>
              <a:gd name="csX88" fmla="*/ 109346 w 284143"/>
              <a:gd name="csY88" fmla="*/ 59862 h 227476"/>
              <a:gd name="csX89" fmla="*/ 114135 w 284143"/>
              <a:gd name="csY89" fmla="*/ 59862 h 227476"/>
              <a:gd name="csX90" fmla="*/ 124909 w 284143"/>
              <a:gd name="csY90" fmla="*/ 40706 h 227476"/>
              <a:gd name="csX91" fmla="*/ 127303 w 284143"/>
              <a:gd name="csY91" fmla="*/ 43100 h 227476"/>
              <a:gd name="csX92" fmla="*/ 132092 w 284143"/>
              <a:gd name="csY92" fmla="*/ 28734 h 227476"/>
              <a:gd name="csX93" fmla="*/ 135684 w 284143"/>
              <a:gd name="csY93" fmla="*/ 25142 h 227476"/>
              <a:gd name="csX94" fmla="*/ 152446 w 284143"/>
              <a:gd name="csY94" fmla="*/ 5986 h 227476"/>
              <a:gd name="csX95" fmla="*/ 147657 w 284143"/>
              <a:gd name="csY95" fmla="*/ 1197 h 227476"/>
              <a:gd name="csX96" fmla="*/ 160826 w 284143"/>
              <a:gd name="csY96" fmla="*/ 0 h 227476"/>
              <a:gd name="csX97" fmla="*/ 170404 w 284143"/>
              <a:gd name="csY97" fmla="*/ 2395 h 227476"/>
              <a:gd name="csX98" fmla="*/ 171602 w 284143"/>
              <a:gd name="csY98" fmla="*/ 8381 h 227476"/>
              <a:gd name="csX99" fmla="*/ 173996 w 284143"/>
              <a:gd name="csY99" fmla="*/ 13170 h 227476"/>
              <a:gd name="csX100" fmla="*/ 181180 w 284143"/>
              <a:gd name="csY100" fmla="*/ 14367 h 227476"/>
              <a:gd name="csX101" fmla="*/ 178785 w 284143"/>
              <a:gd name="csY101" fmla="*/ 19156 h 227476"/>
              <a:gd name="csX102" fmla="*/ 199139 w 284143"/>
              <a:gd name="csY102" fmla="*/ 50284 h 227476"/>
              <a:gd name="csX103" fmla="*/ 267382 w 284143"/>
              <a:gd name="csY103" fmla="*/ 137683 h 227476"/>
              <a:gd name="csX104" fmla="*/ 262593 w 284143"/>
              <a:gd name="csY104" fmla="*/ 140078 h 227476"/>
              <a:gd name="csX105" fmla="*/ 268579 w 284143"/>
              <a:gd name="csY105" fmla="*/ 146064 h 227476"/>
              <a:gd name="csX106" fmla="*/ 270974 w 284143"/>
              <a:gd name="csY106" fmla="*/ 143669 h 227476"/>
              <a:gd name="csX107" fmla="*/ 272171 w 284143"/>
              <a:gd name="csY107" fmla="*/ 152050 h 227476"/>
              <a:gd name="csX108" fmla="*/ 274565 w 284143"/>
              <a:gd name="csY108" fmla="*/ 159234 h 227476"/>
              <a:gd name="csX109" fmla="*/ 276960 w 284143"/>
              <a:gd name="csY109" fmla="*/ 165220 h 227476"/>
              <a:gd name="csX110" fmla="*/ 284143 w 284143"/>
              <a:gd name="csY110" fmla="*/ 180784 h 227476"/>
              <a:gd name="csX111" fmla="*/ 278157 w 284143"/>
              <a:gd name="csY111" fmla="*/ 186770 h 227476"/>
              <a:gd name="csX112" fmla="*/ 276960 w 284143"/>
              <a:gd name="csY112" fmla="*/ 180784 h 227476"/>
              <a:gd name="csX113" fmla="*/ 256607 w 284143"/>
              <a:gd name="csY113" fmla="*/ 186770 h 227476"/>
              <a:gd name="csX114" fmla="*/ 254212 w 284143"/>
              <a:gd name="csY114" fmla="*/ 184376 h 227476"/>
              <a:gd name="csX115" fmla="*/ 250620 w 284143"/>
              <a:gd name="csY115" fmla="*/ 195151 h 227476"/>
              <a:gd name="csX116" fmla="*/ 256607 w 284143"/>
              <a:gd name="csY116" fmla="*/ 198743 h 227476"/>
              <a:gd name="csX117" fmla="*/ 260198 w 284143"/>
              <a:gd name="csY117" fmla="*/ 193954 h 227476"/>
              <a:gd name="csX118" fmla="*/ 276960 w 284143"/>
              <a:gd name="csY118" fmla="*/ 202335 h 227476"/>
              <a:gd name="csX119" fmla="*/ 276960 w 284143"/>
              <a:gd name="csY119" fmla="*/ 211913 h 227476"/>
              <a:gd name="csX120" fmla="*/ 272171 w 284143"/>
              <a:gd name="csY120" fmla="*/ 220293 h 227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</a:cxnLst>
            <a:rect l="l" t="t" r="r" b="b"/>
            <a:pathLst>
              <a:path w="284143" h="227476">
                <a:moveTo>
                  <a:pt x="272171" y="220293"/>
                </a:moveTo>
                <a:cubicBezTo>
                  <a:pt x="268124" y="214259"/>
                  <a:pt x="263335" y="208656"/>
                  <a:pt x="257804" y="203532"/>
                </a:cubicBezTo>
                <a:cubicBezTo>
                  <a:pt x="254691" y="200611"/>
                  <a:pt x="252297" y="201425"/>
                  <a:pt x="250620" y="205926"/>
                </a:cubicBezTo>
                <a:cubicBezTo>
                  <a:pt x="251099" y="203460"/>
                  <a:pt x="249902" y="201066"/>
                  <a:pt x="247029" y="198743"/>
                </a:cubicBezTo>
                <a:cubicBezTo>
                  <a:pt x="244323" y="201377"/>
                  <a:pt x="242335" y="200587"/>
                  <a:pt x="241042" y="196348"/>
                </a:cubicBezTo>
                <a:cubicBezTo>
                  <a:pt x="244514" y="192230"/>
                  <a:pt x="246526" y="187441"/>
                  <a:pt x="247029" y="181981"/>
                </a:cubicBezTo>
                <a:cubicBezTo>
                  <a:pt x="249208" y="184735"/>
                  <a:pt x="251219" y="184352"/>
                  <a:pt x="253015" y="180784"/>
                </a:cubicBezTo>
                <a:cubicBezTo>
                  <a:pt x="246789" y="172499"/>
                  <a:pt x="242000" y="163328"/>
                  <a:pt x="238648" y="153247"/>
                </a:cubicBezTo>
                <a:cubicBezTo>
                  <a:pt x="240085" y="150158"/>
                  <a:pt x="241282" y="146950"/>
                  <a:pt x="242240" y="143669"/>
                </a:cubicBezTo>
                <a:cubicBezTo>
                  <a:pt x="246334" y="145202"/>
                  <a:pt x="250716" y="145202"/>
                  <a:pt x="255409" y="143669"/>
                </a:cubicBezTo>
                <a:cubicBezTo>
                  <a:pt x="254499" y="126213"/>
                  <a:pt x="250908" y="125423"/>
                  <a:pt x="244634" y="141275"/>
                </a:cubicBezTo>
                <a:cubicBezTo>
                  <a:pt x="242216" y="139263"/>
                  <a:pt x="239414" y="138473"/>
                  <a:pt x="236253" y="138880"/>
                </a:cubicBezTo>
                <a:cubicBezTo>
                  <a:pt x="236708" y="135049"/>
                  <a:pt x="235511" y="131840"/>
                  <a:pt x="232662" y="129302"/>
                </a:cubicBezTo>
                <a:cubicBezTo>
                  <a:pt x="224041" y="132535"/>
                  <a:pt x="214846" y="134139"/>
                  <a:pt x="205125" y="134091"/>
                </a:cubicBezTo>
                <a:cubicBezTo>
                  <a:pt x="205484" y="136606"/>
                  <a:pt x="205077" y="139000"/>
                  <a:pt x="203928" y="141275"/>
                </a:cubicBezTo>
                <a:cubicBezTo>
                  <a:pt x="196600" y="141011"/>
                  <a:pt x="189417" y="141011"/>
                  <a:pt x="182377" y="141275"/>
                </a:cubicBezTo>
                <a:cubicBezTo>
                  <a:pt x="181778" y="143957"/>
                  <a:pt x="180581" y="146351"/>
                  <a:pt x="178785" y="148458"/>
                </a:cubicBezTo>
                <a:cubicBezTo>
                  <a:pt x="176391" y="145274"/>
                  <a:pt x="173996" y="145274"/>
                  <a:pt x="171602" y="148458"/>
                </a:cubicBezTo>
                <a:cubicBezTo>
                  <a:pt x="169231" y="155498"/>
                  <a:pt x="167627" y="162682"/>
                  <a:pt x="166813" y="170009"/>
                </a:cubicBezTo>
                <a:cubicBezTo>
                  <a:pt x="162814" y="170009"/>
                  <a:pt x="158839" y="170009"/>
                  <a:pt x="154840" y="170009"/>
                </a:cubicBezTo>
                <a:cubicBezTo>
                  <a:pt x="155199" y="172523"/>
                  <a:pt x="154792" y="174918"/>
                  <a:pt x="153643" y="177192"/>
                </a:cubicBezTo>
                <a:cubicBezTo>
                  <a:pt x="149429" y="178677"/>
                  <a:pt x="146651" y="181479"/>
                  <a:pt x="145262" y="185573"/>
                </a:cubicBezTo>
                <a:cubicBezTo>
                  <a:pt x="147968" y="188111"/>
                  <a:pt x="149165" y="190889"/>
                  <a:pt x="148854" y="193954"/>
                </a:cubicBezTo>
                <a:cubicBezTo>
                  <a:pt x="148064" y="193164"/>
                  <a:pt x="147250" y="192350"/>
                  <a:pt x="146459" y="191559"/>
                </a:cubicBezTo>
                <a:cubicBezTo>
                  <a:pt x="142125" y="197641"/>
                  <a:pt x="136139" y="200036"/>
                  <a:pt x="128501" y="198743"/>
                </a:cubicBezTo>
                <a:cubicBezTo>
                  <a:pt x="130153" y="210093"/>
                  <a:pt x="127758" y="212104"/>
                  <a:pt x="121317" y="204729"/>
                </a:cubicBezTo>
                <a:cubicBezTo>
                  <a:pt x="127064" y="202790"/>
                  <a:pt x="126657" y="200802"/>
                  <a:pt x="120120" y="198743"/>
                </a:cubicBezTo>
                <a:cubicBezTo>
                  <a:pt x="118611" y="202023"/>
                  <a:pt x="117007" y="205232"/>
                  <a:pt x="115332" y="208321"/>
                </a:cubicBezTo>
                <a:cubicBezTo>
                  <a:pt x="111668" y="211194"/>
                  <a:pt x="108077" y="211194"/>
                  <a:pt x="104557" y="208321"/>
                </a:cubicBezTo>
                <a:cubicBezTo>
                  <a:pt x="102617" y="209063"/>
                  <a:pt x="101037" y="210260"/>
                  <a:pt x="99768" y="211913"/>
                </a:cubicBezTo>
                <a:cubicBezTo>
                  <a:pt x="102330" y="217252"/>
                  <a:pt x="104317" y="222448"/>
                  <a:pt x="105754" y="227477"/>
                </a:cubicBezTo>
                <a:cubicBezTo>
                  <a:pt x="103360" y="225873"/>
                  <a:pt x="100965" y="224292"/>
                  <a:pt x="98571" y="222688"/>
                </a:cubicBezTo>
                <a:cubicBezTo>
                  <a:pt x="100869" y="216103"/>
                  <a:pt x="98068" y="212511"/>
                  <a:pt x="90190" y="211913"/>
                </a:cubicBezTo>
                <a:cubicBezTo>
                  <a:pt x="97900" y="209590"/>
                  <a:pt x="97900" y="205591"/>
                  <a:pt x="90190" y="199940"/>
                </a:cubicBezTo>
                <a:cubicBezTo>
                  <a:pt x="98020" y="188854"/>
                  <a:pt x="96439" y="182053"/>
                  <a:pt x="85401" y="179587"/>
                </a:cubicBezTo>
                <a:cubicBezTo>
                  <a:pt x="83413" y="184376"/>
                  <a:pt x="81402" y="189165"/>
                  <a:pt x="79414" y="193954"/>
                </a:cubicBezTo>
                <a:cubicBezTo>
                  <a:pt x="75009" y="193307"/>
                  <a:pt x="72207" y="189716"/>
                  <a:pt x="71034" y="183179"/>
                </a:cubicBezTo>
                <a:cubicBezTo>
                  <a:pt x="74147" y="179994"/>
                  <a:pt x="77331" y="176809"/>
                  <a:pt x="80612" y="173601"/>
                </a:cubicBezTo>
                <a:cubicBezTo>
                  <a:pt x="77882" y="171829"/>
                  <a:pt x="77882" y="169841"/>
                  <a:pt x="80612" y="167614"/>
                </a:cubicBezTo>
                <a:cubicBezTo>
                  <a:pt x="85975" y="165292"/>
                  <a:pt x="91579" y="164478"/>
                  <a:pt x="97373" y="165220"/>
                </a:cubicBezTo>
                <a:cubicBezTo>
                  <a:pt x="97158" y="157797"/>
                  <a:pt x="98355" y="157007"/>
                  <a:pt x="100965" y="162825"/>
                </a:cubicBezTo>
                <a:cubicBezTo>
                  <a:pt x="106496" y="157988"/>
                  <a:pt x="105706" y="154804"/>
                  <a:pt x="98571" y="153247"/>
                </a:cubicBezTo>
                <a:cubicBezTo>
                  <a:pt x="93303" y="159808"/>
                  <a:pt x="89304" y="159018"/>
                  <a:pt x="86598" y="150853"/>
                </a:cubicBezTo>
                <a:cubicBezTo>
                  <a:pt x="82791" y="156049"/>
                  <a:pt x="79606" y="161628"/>
                  <a:pt x="77020" y="167614"/>
                </a:cubicBezTo>
                <a:cubicBezTo>
                  <a:pt x="74985" y="171493"/>
                  <a:pt x="72590" y="172308"/>
                  <a:pt x="69836" y="170009"/>
                </a:cubicBezTo>
                <a:cubicBezTo>
                  <a:pt x="67897" y="174654"/>
                  <a:pt x="66700" y="179443"/>
                  <a:pt x="66245" y="184376"/>
                </a:cubicBezTo>
                <a:cubicBezTo>
                  <a:pt x="62964" y="183993"/>
                  <a:pt x="59756" y="184400"/>
                  <a:pt x="56667" y="185573"/>
                </a:cubicBezTo>
                <a:cubicBezTo>
                  <a:pt x="49172" y="190745"/>
                  <a:pt x="42395" y="196731"/>
                  <a:pt x="36313" y="203532"/>
                </a:cubicBezTo>
                <a:cubicBezTo>
                  <a:pt x="32650" y="199389"/>
                  <a:pt x="30255" y="194600"/>
                  <a:pt x="29130" y="189165"/>
                </a:cubicBezTo>
                <a:cubicBezTo>
                  <a:pt x="26041" y="193451"/>
                  <a:pt x="24844" y="197426"/>
                  <a:pt x="25538" y="201137"/>
                </a:cubicBezTo>
                <a:cubicBezTo>
                  <a:pt x="23862" y="195941"/>
                  <a:pt x="21467" y="191152"/>
                  <a:pt x="18355" y="186770"/>
                </a:cubicBezTo>
                <a:cubicBezTo>
                  <a:pt x="14452" y="188758"/>
                  <a:pt x="10453" y="189165"/>
                  <a:pt x="6382" y="187968"/>
                </a:cubicBezTo>
                <a:cubicBezTo>
                  <a:pt x="7172" y="188758"/>
                  <a:pt x="7986" y="189572"/>
                  <a:pt x="8777" y="190362"/>
                </a:cubicBezTo>
                <a:cubicBezTo>
                  <a:pt x="7124" y="192924"/>
                  <a:pt x="5927" y="195702"/>
                  <a:pt x="5185" y="198743"/>
                </a:cubicBezTo>
                <a:cubicBezTo>
                  <a:pt x="4514" y="196540"/>
                  <a:pt x="3317" y="194960"/>
                  <a:pt x="1593" y="193954"/>
                </a:cubicBezTo>
                <a:cubicBezTo>
                  <a:pt x="1378" y="191559"/>
                  <a:pt x="2192" y="189572"/>
                  <a:pt x="3988" y="187968"/>
                </a:cubicBezTo>
                <a:cubicBezTo>
                  <a:pt x="492" y="186962"/>
                  <a:pt x="-706" y="184951"/>
                  <a:pt x="396" y="181981"/>
                </a:cubicBezTo>
                <a:cubicBezTo>
                  <a:pt x="1186" y="182772"/>
                  <a:pt x="2000" y="183586"/>
                  <a:pt x="2790" y="184376"/>
                </a:cubicBezTo>
                <a:cubicBezTo>
                  <a:pt x="6645" y="180545"/>
                  <a:pt x="11027" y="177360"/>
                  <a:pt x="15960" y="174798"/>
                </a:cubicBezTo>
                <a:cubicBezTo>
                  <a:pt x="17157" y="172403"/>
                  <a:pt x="18355" y="170009"/>
                  <a:pt x="19552" y="167614"/>
                </a:cubicBezTo>
                <a:cubicBezTo>
                  <a:pt x="20342" y="168405"/>
                  <a:pt x="21156" y="169219"/>
                  <a:pt x="21946" y="170009"/>
                </a:cubicBezTo>
                <a:cubicBezTo>
                  <a:pt x="27214" y="167495"/>
                  <a:pt x="28412" y="163903"/>
                  <a:pt x="25538" y="159234"/>
                </a:cubicBezTo>
                <a:cubicBezTo>
                  <a:pt x="27813" y="157749"/>
                  <a:pt x="29800" y="158156"/>
                  <a:pt x="31524" y="160431"/>
                </a:cubicBezTo>
                <a:cubicBezTo>
                  <a:pt x="32291" y="156695"/>
                  <a:pt x="34278" y="153894"/>
                  <a:pt x="37511" y="152050"/>
                </a:cubicBezTo>
                <a:cubicBezTo>
                  <a:pt x="36720" y="151260"/>
                  <a:pt x="35906" y="150446"/>
                  <a:pt x="35116" y="149656"/>
                </a:cubicBezTo>
                <a:cubicBezTo>
                  <a:pt x="38301" y="149656"/>
                  <a:pt x="41509" y="149656"/>
                  <a:pt x="44694" y="149656"/>
                </a:cubicBezTo>
                <a:cubicBezTo>
                  <a:pt x="42108" y="144412"/>
                  <a:pt x="43688" y="140413"/>
                  <a:pt x="49483" y="137683"/>
                </a:cubicBezTo>
                <a:cubicBezTo>
                  <a:pt x="47879" y="136893"/>
                  <a:pt x="46299" y="136079"/>
                  <a:pt x="44694" y="135289"/>
                </a:cubicBezTo>
                <a:cubicBezTo>
                  <a:pt x="47735" y="134546"/>
                  <a:pt x="50513" y="133349"/>
                  <a:pt x="53075" y="131697"/>
                </a:cubicBezTo>
                <a:cubicBezTo>
                  <a:pt x="56355" y="131457"/>
                  <a:pt x="59947" y="131864"/>
                  <a:pt x="63850" y="132894"/>
                </a:cubicBezTo>
                <a:cubicBezTo>
                  <a:pt x="64640" y="132104"/>
                  <a:pt x="65455" y="131290"/>
                  <a:pt x="66245" y="130500"/>
                </a:cubicBezTo>
                <a:cubicBezTo>
                  <a:pt x="63060" y="129709"/>
                  <a:pt x="59851" y="128895"/>
                  <a:pt x="56667" y="128105"/>
                </a:cubicBezTo>
                <a:cubicBezTo>
                  <a:pt x="59971" y="122023"/>
                  <a:pt x="62749" y="121616"/>
                  <a:pt x="65047" y="126908"/>
                </a:cubicBezTo>
                <a:cubicBezTo>
                  <a:pt x="67442" y="123723"/>
                  <a:pt x="69836" y="123723"/>
                  <a:pt x="72231" y="126908"/>
                </a:cubicBezTo>
                <a:cubicBezTo>
                  <a:pt x="73835" y="124513"/>
                  <a:pt x="73835" y="122119"/>
                  <a:pt x="72231" y="119724"/>
                </a:cubicBezTo>
                <a:cubicBezTo>
                  <a:pt x="68304" y="122957"/>
                  <a:pt x="66700" y="122143"/>
                  <a:pt x="67442" y="117330"/>
                </a:cubicBezTo>
                <a:cubicBezTo>
                  <a:pt x="70794" y="113259"/>
                  <a:pt x="75200" y="112062"/>
                  <a:pt x="80612" y="113738"/>
                </a:cubicBezTo>
                <a:cubicBezTo>
                  <a:pt x="77020" y="112349"/>
                  <a:pt x="73835" y="110338"/>
                  <a:pt x="71034" y="107752"/>
                </a:cubicBezTo>
                <a:cubicBezTo>
                  <a:pt x="72087" y="105333"/>
                  <a:pt x="73668" y="105333"/>
                  <a:pt x="75823" y="107752"/>
                </a:cubicBezTo>
                <a:cubicBezTo>
                  <a:pt x="78265" y="104519"/>
                  <a:pt x="81474" y="102915"/>
                  <a:pt x="85401" y="102963"/>
                </a:cubicBezTo>
                <a:cubicBezTo>
                  <a:pt x="84778" y="99419"/>
                  <a:pt x="85568" y="96234"/>
                  <a:pt x="87795" y="93385"/>
                </a:cubicBezTo>
                <a:cubicBezTo>
                  <a:pt x="89208" y="93888"/>
                  <a:pt x="90405" y="94678"/>
                  <a:pt x="91387" y="95779"/>
                </a:cubicBezTo>
                <a:cubicBezTo>
                  <a:pt x="93159" y="91661"/>
                  <a:pt x="95146" y="87662"/>
                  <a:pt x="97373" y="83807"/>
                </a:cubicBezTo>
                <a:cubicBezTo>
                  <a:pt x="98786" y="84310"/>
                  <a:pt x="99983" y="85100"/>
                  <a:pt x="100965" y="86201"/>
                </a:cubicBezTo>
                <a:cubicBezTo>
                  <a:pt x="101516" y="81388"/>
                  <a:pt x="100726" y="78204"/>
                  <a:pt x="98571" y="76623"/>
                </a:cubicBezTo>
                <a:cubicBezTo>
                  <a:pt x="102450" y="76456"/>
                  <a:pt x="106856" y="75258"/>
                  <a:pt x="111740" y="73031"/>
                </a:cubicBezTo>
                <a:cubicBezTo>
                  <a:pt x="107741" y="72241"/>
                  <a:pt x="103767" y="71427"/>
                  <a:pt x="99768" y="70637"/>
                </a:cubicBezTo>
                <a:cubicBezTo>
                  <a:pt x="105060" y="67596"/>
                  <a:pt x="110663" y="65201"/>
                  <a:pt x="116528" y="63453"/>
                </a:cubicBezTo>
                <a:cubicBezTo>
                  <a:pt x="113847" y="62855"/>
                  <a:pt x="111453" y="61658"/>
                  <a:pt x="109346" y="59862"/>
                </a:cubicBezTo>
                <a:cubicBezTo>
                  <a:pt x="110399" y="57443"/>
                  <a:pt x="111980" y="57443"/>
                  <a:pt x="114135" y="59862"/>
                </a:cubicBezTo>
                <a:cubicBezTo>
                  <a:pt x="117103" y="53109"/>
                  <a:pt x="120695" y="46716"/>
                  <a:pt x="124909" y="40706"/>
                </a:cubicBezTo>
                <a:cubicBezTo>
                  <a:pt x="125699" y="41496"/>
                  <a:pt x="126513" y="42310"/>
                  <a:pt x="127303" y="43100"/>
                </a:cubicBezTo>
                <a:cubicBezTo>
                  <a:pt x="129626" y="38574"/>
                  <a:pt x="131230" y="33785"/>
                  <a:pt x="132092" y="28734"/>
                </a:cubicBezTo>
                <a:cubicBezTo>
                  <a:pt x="140401" y="32157"/>
                  <a:pt x="141599" y="30960"/>
                  <a:pt x="135684" y="25142"/>
                </a:cubicBezTo>
                <a:cubicBezTo>
                  <a:pt x="141694" y="19084"/>
                  <a:pt x="147274" y="12691"/>
                  <a:pt x="152446" y="5986"/>
                </a:cubicBezTo>
                <a:cubicBezTo>
                  <a:pt x="150841" y="4382"/>
                  <a:pt x="149261" y="2802"/>
                  <a:pt x="147657" y="1197"/>
                </a:cubicBezTo>
                <a:cubicBezTo>
                  <a:pt x="152422" y="1748"/>
                  <a:pt x="156828" y="1365"/>
                  <a:pt x="160826" y="0"/>
                </a:cubicBezTo>
                <a:cubicBezTo>
                  <a:pt x="163413" y="4526"/>
                  <a:pt x="166597" y="5340"/>
                  <a:pt x="170404" y="2395"/>
                </a:cubicBezTo>
                <a:cubicBezTo>
                  <a:pt x="173972" y="4190"/>
                  <a:pt x="174355" y="6202"/>
                  <a:pt x="171602" y="8381"/>
                </a:cubicBezTo>
                <a:cubicBezTo>
                  <a:pt x="175912" y="9147"/>
                  <a:pt x="176702" y="10727"/>
                  <a:pt x="173996" y="13170"/>
                </a:cubicBezTo>
                <a:cubicBezTo>
                  <a:pt x="176965" y="12978"/>
                  <a:pt x="179360" y="13385"/>
                  <a:pt x="181180" y="14367"/>
                </a:cubicBezTo>
                <a:cubicBezTo>
                  <a:pt x="180390" y="15971"/>
                  <a:pt x="179575" y="17552"/>
                  <a:pt x="178785" y="19156"/>
                </a:cubicBezTo>
                <a:cubicBezTo>
                  <a:pt x="186304" y="27441"/>
                  <a:pt x="193080" y="37832"/>
                  <a:pt x="199139" y="50284"/>
                </a:cubicBezTo>
                <a:cubicBezTo>
                  <a:pt x="224185" y="78850"/>
                  <a:pt x="246933" y="107991"/>
                  <a:pt x="267382" y="137683"/>
                </a:cubicBezTo>
                <a:cubicBezTo>
                  <a:pt x="265778" y="138473"/>
                  <a:pt x="264197" y="139287"/>
                  <a:pt x="262593" y="140078"/>
                </a:cubicBezTo>
                <a:cubicBezTo>
                  <a:pt x="265395" y="141275"/>
                  <a:pt x="267382" y="143262"/>
                  <a:pt x="268579" y="146064"/>
                </a:cubicBezTo>
                <a:cubicBezTo>
                  <a:pt x="269369" y="145274"/>
                  <a:pt x="270184" y="144459"/>
                  <a:pt x="270974" y="143669"/>
                </a:cubicBezTo>
                <a:cubicBezTo>
                  <a:pt x="273632" y="146686"/>
                  <a:pt x="274039" y="149488"/>
                  <a:pt x="272171" y="152050"/>
                </a:cubicBezTo>
                <a:cubicBezTo>
                  <a:pt x="276912" y="153511"/>
                  <a:pt x="277702" y="155905"/>
                  <a:pt x="274565" y="159234"/>
                </a:cubicBezTo>
                <a:cubicBezTo>
                  <a:pt x="282324" y="159904"/>
                  <a:pt x="283138" y="161915"/>
                  <a:pt x="276960" y="165220"/>
                </a:cubicBezTo>
                <a:cubicBezTo>
                  <a:pt x="279690" y="170272"/>
                  <a:pt x="282084" y="175444"/>
                  <a:pt x="284143" y="180784"/>
                </a:cubicBezTo>
                <a:cubicBezTo>
                  <a:pt x="282922" y="183586"/>
                  <a:pt x="280935" y="185573"/>
                  <a:pt x="278157" y="186770"/>
                </a:cubicBezTo>
                <a:cubicBezTo>
                  <a:pt x="274589" y="184974"/>
                  <a:pt x="274206" y="182963"/>
                  <a:pt x="276960" y="180784"/>
                </a:cubicBezTo>
                <a:cubicBezTo>
                  <a:pt x="268579" y="178102"/>
                  <a:pt x="261803" y="180090"/>
                  <a:pt x="256607" y="186770"/>
                </a:cubicBezTo>
                <a:cubicBezTo>
                  <a:pt x="255816" y="185980"/>
                  <a:pt x="255002" y="185166"/>
                  <a:pt x="254212" y="184376"/>
                </a:cubicBezTo>
                <a:cubicBezTo>
                  <a:pt x="253566" y="188207"/>
                  <a:pt x="252368" y="191799"/>
                  <a:pt x="250620" y="195151"/>
                </a:cubicBezTo>
                <a:cubicBezTo>
                  <a:pt x="252081" y="197234"/>
                  <a:pt x="254068" y="198432"/>
                  <a:pt x="256607" y="198743"/>
                </a:cubicBezTo>
                <a:cubicBezTo>
                  <a:pt x="259025" y="197809"/>
                  <a:pt x="260222" y="196205"/>
                  <a:pt x="260198" y="193954"/>
                </a:cubicBezTo>
                <a:cubicBezTo>
                  <a:pt x="266041" y="198168"/>
                  <a:pt x="271620" y="200970"/>
                  <a:pt x="276960" y="202335"/>
                </a:cubicBezTo>
                <a:cubicBezTo>
                  <a:pt x="272147" y="206621"/>
                  <a:pt x="272147" y="209805"/>
                  <a:pt x="276960" y="211913"/>
                </a:cubicBezTo>
                <a:cubicBezTo>
                  <a:pt x="273440" y="213613"/>
                  <a:pt x="271836" y="216414"/>
                  <a:pt x="272171" y="220293"/>
                </a:cubicBezTo>
                <a:close/>
              </a:path>
            </a:pathLst>
          </a:custGeom>
          <a:solidFill>
            <a:srgbClr val="CEDAD2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94367C1-A0D9-21E7-AC7E-5790A0B4BF30}"/>
              </a:ext>
            </a:extLst>
          </p:cNvPr>
          <p:cNvSpPr/>
          <p:nvPr/>
        </p:nvSpPr>
        <p:spPr>
          <a:xfrm>
            <a:off x="8773331" y="4159801"/>
            <a:ext cx="198743" cy="251421"/>
          </a:xfrm>
          <a:custGeom>
            <a:avLst/>
            <a:gdLst>
              <a:gd name="csX0" fmla="*/ 19156 w 198743"/>
              <a:gd name="csY0" fmla="*/ 0 h 251421"/>
              <a:gd name="csX1" fmla="*/ 22748 w 198743"/>
              <a:gd name="csY1" fmla="*/ 14367 h 251421"/>
              <a:gd name="csX2" fmla="*/ 19156 w 198743"/>
              <a:gd name="csY2" fmla="*/ 14367 h 251421"/>
              <a:gd name="csX3" fmla="*/ 27537 w 198743"/>
              <a:gd name="csY3" fmla="*/ 26340 h 251421"/>
              <a:gd name="csX4" fmla="*/ 28734 w 198743"/>
              <a:gd name="csY4" fmla="*/ 16762 h 251421"/>
              <a:gd name="csX5" fmla="*/ 40707 w 198743"/>
              <a:gd name="csY5" fmla="*/ 32326 h 251421"/>
              <a:gd name="csX6" fmla="*/ 38312 w 198743"/>
              <a:gd name="csY6" fmla="*/ 38312 h 251421"/>
              <a:gd name="csX7" fmla="*/ 50285 w 198743"/>
              <a:gd name="csY7" fmla="*/ 45496 h 251421"/>
              <a:gd name="csX8" fmla="*/ 52679 w 198743"/>
              <a:gd name="csY8" fmla="*/ 55074 h 251421"/>
              <a:gd name="csX9" fmla="*/ 61060 w 198743"/>
              <a:gd name="csY9" fmla="*/ 64652 h 251421"/>
              <a:gd name="csX10" fmla="*/ 63454 w 198743"/>
              <a:gd name="csY10" fmla="*/ 62257 h 251421"/>
              <a:gd name="csX11" fmla="*/ 59863 w 198743"/>
              <a:gd name="csY11" fmla="*/ 68243 h 251421"/>
              <a:gd name="csX12" fmla="*/ 70638 w 198743"/>
              <a:gd name="csY12" fmla="*/ 86201 h 251421"/>
              <a:gd name="csX13" fmla="*/ 76624 w 198743"/>
              <a:gd name="csY13" fmla="*/ 87398 h 251421"/>
              <a:gd name="csX14" fmla="*/ 74230 w 198743"/>
              <a:gd name="csY14" fmla="*/ 89793 h 251421"/>
              <a:gd name="csX15" fmla="*/ 82610 w 198743"/>
              <a:gd name="csY15" fmla="*/ 98174 h 251421"/>
              <a:gd name="csX16" fmla="*/ 85005 w 198743"/>
              <a:gd name="csY16" fmla="*/ 95779 h 251421"/>
              <a:gd name="csX17" fmla="*/ 105358 w 198743"/>
              <a:gd name="csY17" fmla="*/ 124513 h 251421"/>
              <a:gd name="csX18" fmla="*/ 124514 w 198743"/>
              <a:gd name="csY18" fmla="*/ 158036 h 251421"/>
              <a:gd name="csX19" fmla="*/ 122120 w 198743"/>
              <a:gd name="csY19" fmla="*/ 161628 h 251421"/>
              <a:gd name="csX20" fmla="*/ 137684 w 198743"/>
              <a:gd name="csY20" fmla="*/ 167614 h 251421"/>
              <a:gd name="csX21" fmla="*/ 149657 w 198743"/>
              <a:gd name="csY21" fmla="*/ 186770 h 251421"/>
              <a:gd name="csX22" fmla="*/ 198744 w 198743"/>
              <a:gd name="csY22" fmla="*/ 245436 h 251421"/>
              <a:gd name="csX23" fmla="*/ 195152 w 198743"/>
              <a:gd name="csY23" fmla="*/ 251422 h 251421"/>
              <a:gd name="csX24" fmla="*/ 186771 w 198743"/>
              <a:gd name="csY24" fmla="*/ 251422 h 251421"/>
              <a:gd name="csX25" fmla="*/ 148459 w 198743"/>
              <a:gd name="csY25" fmla="*/ 203532 h 251421"/>
              <a:gd name="csX26" fmla="*/ 0 w 198743"/>
              <a:gd name="csY26" fmla="*/ 13170 h 251421"/>
              <a:gd name="csX27" fmla="*/ 19156 w 198743"/>
              <a:gd name="csY27" fmla="*/ 0 h 2514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98743" h="251421">
                <a:moveTo>
                  <a:pt x="19156" y="0"/>
                </a:moveTo>
                <a:cubicBezTo>
                  <a:pt x="27154" y="2873"/>
                  <a:pt x="28351" y="7662"/>
                  <a:pt x="22748" y="14367"/>
                </a:cubicBezTo>
                <a:cubicBezTo>
                  <a:pt x="21191" y="11494"/>
                  <a:pt x="19994" y="11494"/>
                  <a:pt x="19156" y="14367"/>
                </a:cubicBezTo>
                <a:cubicBezTo>
                  <a:pt x="21479" y="18677"/>
                  <a:pt x="24280" y="22676"/>
                  <a:pt x="27537" y="26340"/>
                </a:cubicBezTo>
                <a:cubicBezTo>
                  <a:pt x="27728" y="22556"/>
                  <a:pt x="28135" y="19348"/>
                  <a:pt x="28734" y="16762"/>
                </a:cubicBezTo>
                <a:cubicBezTo>
                  <a:pt x="31871" y="22700"/>
                  <a:pt x="35870" y="27872"/>
                  <a:pt x="40707" y="32326"/>
                </a:cubicBezTo>
                <a:cubicBezTo>
                  <a:pt x="35750" y="33092"/>
                  <a:pt x="34960" y="35103"/>
                  <a:pt x="38312" y="38312"/>
                </a:cubicBezTo>
                <a:cubicBezTo>
                  <a:pt x="41257" y="42670"/>
                  <a:pt x="45232" y="45065"/>
                  <a:pt x="50285" y="45496"/>
                </a:cubicBezTo>
                <a:cubicBezTo>
                  <a:pt x="49662" y="49039"/>
                  <a:pt x="50452" y="52224"/>
                  <a:pt x="52679" y="55074"/>
                </a:cubicBezTo>
                <a:cubicBezTo>
                  <a:pt x="57300" y="56630"/>
                  <a:pt x="60102" y="59815"/>
                  <a:pt x="61060" y="64652"/>
                </a:cubicBezTo>
                <a:cubicBezTo>
                  <a:pt x="61850" y="63861"/>
                  <a:pt x="62664" y="63047"/>
                  <a:pt x="63454" y="62257"/>
                </a:cubicBezTo>
                <a:cubicBezTo>
                  <a:pt x="64556" y="65226"/>
                  <a:pt x="63359" y="67238"/>
                  <a:pt x="59863" y="68243"/>
                </a:cubicBezTo>
                <a:cubicBezTo>
                  <a:pt x="64771" y="73415"/>
                  <a:pt x="68363" y="79402"/>
                  <a:pt x="70638" y="86201"/>
                </a:cubicBezTo>
                <a:cubicBezTo>
                  <a:pt x="72817" y="83448"/>
                  <a:pt x="74828" y="83832"/>
                  <a:pt x="76624" y="87398"/>
                </a:cubicBezTo>
                <a:cubicBezTo>
                  <a:pt x="75834" y="88189"/>
                  <a:pt x="75020" y="89003"/>
                  <a:pt x="74230" y="89793"/>
                </a:cubicBezTo>
                <a:cubicBezTo>
                  <a:pt x="77031" y="92595"/>
                  <a:pt x="79809" y="95372"/>
                  <a:pt x="82610" y="98174"/>
                </a:cubicBezTo>
                <a:cubicBezTo>
                  <a:pt x="83401" y="97384"/>
                  <a:pt x="84215" y="96569"/>
                  <a:pt x="85005" y="95779"/>
                </a:cubicBezTo>
                <a:cubicBezTo>
                  <a:pt x="90033" y="106626"/>
                  <a:pt x="96810" y="116204"/>
                  <a:pt x="105358" y="124513"/>
                </a:cubicBezTo>
                <a:cubicBezTo>
                  <a:pt x="109237" y="137060"/>
                  <a:pt x="115631" y="148243"/>
                  <a:pt x="124514" y="158036"/>
                </a:cubicBezTo>
                <a:cubicBezTo>
                  <a:pt x="124011" y="159449"/>
                  <a:pt x="123221" y="160646"/>
                  <a:pt x="122120" y="161628"/>
                </a:cubicBezTo>
                <a:cubicBezTo>
                  <a:pt x="126981" y="166321"/>
                  <a:pt x="132153" y="168309"/>
                  <a:pt x="137684" y="167614"/>
                </a:cubicBezTo>
                <a:cubicBezTo>
                  <a:pt x="141228" y="174247"/>
                  <a:pt x="145227" y="180640"/>
                  <a:pt x="149657" y="186770"/>
                </a:cubicBezTo>
                <a:cubicBezTo>
                  <a:pt x="170608" y="207243"/>
                  <a:pt x="186963" y="226806"/>
                  <a:pt x="198744" y="245436"/>
                </a:cubicBezTo>
                <a:cubicBezTo>
                  <a:pt x="197235" y="247232"/>
                  <a:pt x="196038" y="249219"/>
                  <a:pt x="195152" y="251422"/>
                </a:cubicBezTo>
                <a:cubicBezTo>
                  <a:pt x="191441" y="245603"/>
                  <a:pt x="188639" y="245603"/>
                  <a:pt x="186771" y="251422"/>
                </a:cubicBezTo>
                <a:cubicBezTo>
                  <a:pt x="174919" y="234756"/>
                  <a:pt x="162132" y="218809"/>
                  <a:pt x="148459" y="203532"/>
                </a:cubicBezTo>
                <a:cubicBezTo>
                  <a:pt x="99276" y="139958"/>
                  <a:pt x="49806" y="76504"/>
                  <a:pt x="0" y="13170"/>
                </a:cubicBezTo>
                <a:cubicBezTo>
                  <a:pt x="6034" y="8165"/>
                  <a:pt x="12427" y="3783"/>
                  <a:pt x="19156" y="0"/>
                </a:cubicBezTo>
                <a:close/>
              </a:path>
            </a:pathLst>
          </a:custGeom>
          <a:solidFill>
            <a:srgbClr val="D7DDD7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CCE9AC2A-BD1C-A1E5-5E25-657D50338CA4}"/>
              </a:ext>
            </a:extLst>
          </p:cNvPr>
          <p:cNvSpPr/>
          <p:nvPr/>
        </p:nvSpPr>
        <p:spPr>
          <a:xfrm>
            <a:off x="9561123" y="4127738"/>
            <a:ext cx="141281" cy="235596"/>
          </a:xfrm>
          <a:custGeom>
            <a:avLst/>
            <a:gdLst>
              <a:gd name="csX0" fmla="*/ 76624 w 141281"/>
              <a:gd name="csY0" fmla="*/ 32062 h 235596"/>
              <a:gd name="csX1" fmla="*/ 140079 w 141281"/>
              <a:gd name="csY1" fmla="*/ 82347 h 235596"/>
              <a:gd name="csX2" fmla="*/ 140079 w 141281"/>
              <a:gd name="csY2" fmla="*/ 89531 h 235596"/>
              <a:gd name="csX3" fmla="*/ 129303 w 141281"/>
              <a:gd name="csY3" fmla="*/ 101503 h 235596"/>
              <a:gd name="csX4" fmla="*/ 7184 w 141281"/>
              <a:gd name="csY4" fmla="*/ 235596 h 235596"/>
              <a:gd name="csX5" fmla="*/ 10775 w 141281"/>
              <a:gd name="csY5" fmla="*/ 214046 h 235596"/>
              <a:gd name="csX6" fmla="*/ 31129 w 141281"/>
              <a:gd name="csY6" fmla="*/ 184115 h 235596"/>
              <a:gd name="csX7" fmla="*/ 33523 w 141281"/>
              <a:gd name="csY7" fmla="*/ 172142 h 235596"/>
              <a:gd name="csX8" fmla="*/ 31129 w 141281"/>
              <a:gd name="csY8" fmla="*/ 166156 h 235596"/>
              <a:gd name="csX9" fmla="*/ 40707 w 141281"/>
              <a:gd name="csY9" fmla="*/ 157775 h 235596"/>
              <a:gd name="csX10" fmla="*/ 43101 w 141281"/>
              <a:gd name="csY10" fmla="*/ 152986 h 235596"/>
              <a:gd name="csX11" fmla="*/ 50285 w 141281"/>
              <a:gd name="csY11" fmla="*/ 143408 h 235596"/>
              <a:gd name="csX12" fmla="*/ 49087 w 141281"/>
              <a:gd name="csY12" fmla="*/ 135027 h 235596"/>
              <a:gd name="csX13" fmla="*/ 51482 w 141281"/>
              <a:gd name="csY13" fmla="*/ 137422 h 235596"/>
              <a:gd name="csX14" fmla="*/ 57468 w 141281"/>
              <a:gd name="csY14" fmla="*/ 127844 h 235596"/>
              <a:gd name="csX15" fmla="*/ 59863 w 141281"/>
              <a:gd name="csY15" fmla="*/ 114673 h 235596"/>
              <a:gd name="csX16" fmla="*/ 45496 w 141281"/>
              <a:gd name="csY16" fmla="*/ 112278 h 235596"/>
              <a:gd name="csX17" fmla="*/ 51482 w 141281"/>
              <a:gd name="csY17" fmla="*/ 108687 h 235596"/>
              <a:gd name="csX18" fmla="*/ 62257 w 141281"/>
              <a:gd name="csY18" fmla="*/ 109884 h 235596"/>
              <a:gd name="csX19" fmla="*/ 64652 w 141281"/>
              <a:gd name="csY19" fmla="*/ 102700 h 235596"/>
              <a:gd name="csX20" fmla="*/ 35918 w 141281"/>
              <a:gd name="csY20" fmla="*/ 97911 h 235596"/>
              <a:gd name="csX21" fmla="*/ 45496 w 141281"/>
              <a:gd name="csY21" fmla="*/ 91925 h 235596"/>
              <a:gd name="csX22" fmla="*/ 46693 w 141281"/>
              <a:gd name="csY22" fmla="*/ 99109 h 235596"/>
              <a:gd name="csX23" fmla="*/ 57468 w 141281"/>
              <a:gd name="csY23" fmla="*/ 89531 h 235596"/>
              <a:gd name="csX24" fmla="*/ 43101 w 141281"/>
              <a:gd name="csY24" fmla="*/ 83544 h 235596"/>
              <a:gd name="csX25" fmla="*/ 57468 w 141281"/>
              <a:gd name="csY25" fmla="*/ 73966 h 235596"/>
              <a:gd name="csX26" fmla="*/ 52679 w 141281"/>
              <a:gd name="csY26" fmla="*/ 61994 h 235596"/>
              <a:gd name="csX27" fmla="*/ 47890 w 141281"/>
              <a:gd name="csY27" fmla="*/ 60796 h 235596"/>
              <a:gd name="csX28" fmla="*/ 41904 w 141281"/>
              <a:gd name="csY28" fmla="*/ 75163 h 235596"/>
              <a:gd name="csX29" fmla="*/ 35918 w 141281"/>
              <a:gd name="csY29" fmla="*/ 69177 h 235596"/>
              <a:gd name="csX30" fmla="*/ 38312 w 141281"/>
              <a:gd name="csY30" fmla="*/ 58402 h 235596"/>
              <a:gd name="csX31" fmla="*/ 39509 w 141281"/>
              <a:gd name="csY31" fmla="*/ 46429 h 235596"/>
              <a:gd name="csX32" fmla="*/ 33523 w 141281"/>
              <a:gd name="csY32" fmla="*/ 44035 h 235596"/>
              <a:gd name="csX33" fmla="*/ 35918 w 141281"/>
              <a:gd name="csY33" fmla="*/ 38049 h 235596"/>
              <a:gd name="csX34" fmla="*/ 16762 w 141281"/>
              <a:gd name="csY34" fmla="*/ 22484 h 235596"/>
              <a:gd name="csX35" fmla="*/ 0 w 141281"/>
              <a:gd name="csY35" fmla="*/ 934 h 235596"/>
              <a:gd name="csX36" fmla="*/ 19156 w 141281"/>
              <a:gd name="csY36" fmla="*/ 934 h 235596"/>
              <a:gd name="csX37" fmla="*/ 27537 w 141281"/>
              <a:gd name="csY37" fmla="*/ 10512 h 235596"/>
              <a:gd name="csX38" fmla="*/ 37115 w 141281"/>
              <a:gd name="csY38" fmla="*/ 10512 h 235596"/>
              <a:gd name="csX39" fmla="*/ 43101 w 141281"/>
              <a:gd name="csY39" fmla="*/ 16498 h 235596"/>
              <a:gd name="csX40" fmla="*/ 38312 w 141281"/>
              <a:gd name="csY40" fmla="*/ 18893 h 235596"/>
              <a:gd name="csX41" fmla="*/ 49087 w 141281"/>
              <a:gd name="csY41" fmla="*/ 17695 h 235596"/>
              <a:gd name="csX42" fmla="*/ 57468 w 141281"/>
              <a:gd name="csY42" fmla="*/ 21287 h 235596"/>
              <a:gd name="csX43" fmla="*/ 52679 w 141281"/>
              <a:gd name="csY43" fmla="*/ 23682 h 235596"/>
              <a:gd name="csX44" fmla="*/ 61060 w 141281"/>
              <a:gd name="csY44" fmla="*/ 32062 h 235596"/>
              <a:gd name="csX45" fmla="*/ 76624 w 141281"/>
              <a:gd name="csY45" fmla="*/ 32062 h 235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41281" h="235596">
                <a:moveTo>
                  <a:pt x="76624" y="32062"/>
                </a:moveTo>
                <a:cubicBezTo>
                  <a:pt x="98725" y="47339"/>
                  <a:pt x="119869" y="64101"/>
                  <a:pt x="140079" y="82347"/>
                </a:cubicBezTo>
                <a:cubicBezTo>
                  <a:pt x="141683" y="84742"/>
                  <a:pt x="141683" y="87136"/>
                  <a:pt x="140079" y="89531"/>
                </a:cubicBezTo>
                <a:cubicBezTo>
                  <a:pt x="135984" y="93218"/>
                  <a:pt x="132392" y="97193"/>
                  <a:pt x="129303" y="101503"/>
                </a:cubicBezTo>
                <a:cubicBezTo>
                  <a:pt x="88597" y="146207"/>
                  <a:pt x="47890" y="190891"/>
                  <a:pt x="7184" y="235596"/>
                </a:cubicBezTo>
                <a:cubicBezTo>
                  <a:pt x="6872" y="228341"/>
                  <a:pt x="8070" y="221158"/>
                  <a:pt x="10775" y="214046"/>
                </a:cubicBezTo>
                <a:cubicBezTo>
                  <a:pt x="19324" y="205019"/>
                  <a:pt x="26100" y="195031"/>
                  <a:pt x="31129" y="184115"/>
                </a:cubicBezTo>
                <a:cubicBezTo>
                  <a:pt x="28782" y="179852"/>
                  <a:pt x="29572" y="175854"/>
                  <a:pt x="33523" y="172142"/>
                </a:cubicBezTo>
                <a:cubicBezTo>
                  <a:pt x="28447" y="171328"/>
                  <a:pt x="27657" y="169317"/>
                  <a:pt x="31129" y="166156"/>
                </a:cubicBezTo>
                <a:cubicBezTo>
                  <a:pt x="34912" y="164288"/>
                  <a:pt x="38097" y="161487"/>
                  <a:pt x="40707" y="157775"/>
                </a:cubicBezTo>
                <a:cubicBezTo>
                  <a:pt x="35008" y="155452"/>
                  <a:pt x="35822" y="153848"/>
                  <a:pt x="43101" y="152986"/>
                </a:cubicBezTo>
                <a:cubicBezTo>
                  <a:pt x="40347" y="146854"/>
                  <a:pt x="42742" y="143671"/>
                  <a:pt x="50285" y="143408"/>
                </a:cubicBezTo>
                <a:cubicBezTo>
                  <a:pt x="47842" y="140894"/>
                  <a:pt x="47459" y="138092"/>
                  <a:pt x="49087" y="135027"/>
                </a:cubicBezTo>
                <a:cubicBezTo>
                  <a:pt x="49878" y="135817"/>
                  <a:pt x="50692" y="136629"/>
                  <a:pt x="51482" y="137422"/>
                </a:cubicBezTo>
                <a:cubicBezTo>
                  <a:pt x="54068" y="134620"/>
                  <a:pt x="56079" y="131436"/>
                  <a:pt x="57468" y="127844"/>
                </a:cubicBezTo>
                <a:cubicBezTo>
                  <a:pt x="68794" y="124970"/>
                  <a:pt x="69584" y="120588"/>
                  <a:pt x="59863" y="114673"/>
                </a:cubicBezTo>
                <a:cubicBezTo>
                  <a:pt x="55074" y="113883"/>
                  <a:pt x="50285" y="113068"/>
                  <a:pt x="45496" y="112278"/>
                </a:cubicBezTo>
                <a:cubicBezTo>
                  <a:pt x="46956" y="110195"/>
                  <a:pt x="48944" y="108998"/>
                  <a:pt x="51482" y="108687"/>
                </a:cubicBezTo>
                <a:cubicBezTo>
                  <a:pt x="55002" y="110674"/>
                  <a:pt x="58594" y="111081"/>
                  <a:pt x="62257" y="109884"/>
                </a:cubicBezTo>
                <a:cubicBezTo>
                  <a:pt x="59958" y="107130"/>
                  <a:pt x="60773" y="104736"/>
                  <a:pt x="64652" y="102700"/>
                </a:cubicBezTo>
                <a:cubicBezTo>
                  <a:pt x="55337" y="102748"/>
                  <a:pt x="45759" y="101144"/>
                  <a:pt x="35918" y="97911"/>
                </a:cubicBezTo>
                <a:cubicBezTo>
                  <a:pt x="37857" y="93817"/>
                  <a:pt x="41042" y="91829"/>
                  <a:pt x="45496" y="91925"/>
                </a:cubicBezTo>
                <a:cubicBezTo>
                  <a:pt x="45136" y="94439"/>
                  <a:pt x="45544" y="96834"/>
                  <a:pt x="46693" y="99109"/>
                </a:cubicBezTo>
                <a:cubicBezTo>
                  <a:pt x="49925" y="95469"/>
                  <a:pt x="53517" y="92284"/>
                  <a:pt x="57468" y="89531"/>
                </a:cubicBezTo>
                <a:cubicBezTo>
                  <a:pt x="53062" y="86418"/>
                  <a:pt x="48273" y="84430"/>
                  <a:pt x="43101" y="83544"/>
                </a:cubicBezTo>
                <a:cubicBezTo>
                  <a:pt x="47890" y="80360"/>
                  <a:pt x="52679" y="77151"/>
                  <a:pt x="57468" y="73966"/>
                </a:cubicBezTo>
                <a:cubicBezTo>
                  <a:pt x="48154" y="72051"/>
                  <a:pt x="46573" y="68052"/>
                  <a:pt x="52679" y="61994"/>
                </a:cubicBezTo>
                <a:cubicBezTo>
                  <a:pt x="51554" y="58139"/>
                  <a:pt x="49949" y="57755"/>
                  <a:pt x="47890" y="60796"/>
                </a:cubicBezTo>
                <a:cubicBezTo>
                  <a:pt x="46597" y="65969"/>
                  <a:pt x="44610" y="70758"/>
                  <a:pt x="41904" y="75163"/>
                </a:cubicBezTo>
                <a:cubicBezTo>
                  <a:pt x="39916" y="73176"/>
                  <a:pt x="37905" y="71165"/>
                  <a:pt x="35918" y="69177"/>
                </a:cubicBezTo>
                <a:cubicBezTo>
                  <a:pt x="44203" y="66950"/>
                  <a:pt x="45017" y="63359"/>
                  <a:pt x="38312" y="58402"/>
                </a:cubicBezTo>
                <a:cubicBezTo>
                  <a:pt x="43484" y="54595"/>
                  <a:pt x="43891" y="50596"/>
                  <a:pt x="39509" y="46429"/>
                </a:cubicBezTo>
                <a:cubicBezTo>
                  <a:pt x="37211" y="55121"/>
                  <a:pt x="35223" y="54331"/>
                  <a:pt x="33523" y="44035"/>
                </a:cubicBezTo>
                <a:cubicBezTo>
                  <a:pt x="33787" y="41784"/>
                  <a:pt x="34577" y="39773"/>
                  <a:pt x="35918" y="38049"/>
                </a:cubicBezTo>
                <a:cubicBezTo>
                  <a:pt x="30602" y="31536"/>
                  <a:pt x="24208" y="26340"/>
                  <a:pt x="16762" y="22484"/>
                </a:cubicBezTo>
                <a:cubicBezTo>
                  <a:pt x="9434" y="16738"/>
                  <a:pt x="3855" y="9554"/>
                  <a:pt x="0" y="934"/>
                </a:cubicBezTo>
                <a:cubicBezTo>
                  <a:pt x="6441" y="-311"/>
                  <a:pt x="12811" y="-311"/>
                  <a:pt x="19156" y="934"/>
                </a:cubicBezTo>
                <a:cubicBezTo>
                  <a:pt x="21144" y="4909"/>
                  <a:pt x="23921" y="8117"/>
                  <a:pt x="27537" y="10512"/>
                </a:cubicBezTo>
                <a:cubicBezTo>
                  <a:pt x="30314" y="11302"/>
                  <a:pt x="33523" y="11302"/>
                  <a:pt x="37115" y="10512"/>
                </a:cubicBezTo>
                <a:cubicBezTo>
                  <a:pt x="38312" y="13313"/>
                  <a:pt x="40300" y="15301"/>
                  <a:pt x="43101" y="16498"/>
                </a:cubicBezTo>
                <a:cubicBezTo>
                  <a:pt x="41497" y="17288"/>
                  <a:pt x="39916" y="18102"/>
                  <a:pt x="38312" y="18893"/>
                </a:cubicBezTo>
                <a:cubicBezTo>
                  <a:pt x="41976" y="20090"/>
                  <a:pt x="45567" y="19683"/>
                  <a:pt x="49087" y="17695"/>
                </a:cubicBezTo>
                <a:cubicBezTo>
                  <a:pt x="52009" y="18557"/>
                  <a:pt x="54810" y="19755"/>
                  <a:pt x="57468" y="21287"/>
                </a:cubicBezTo>
                <a:cubicBezTo>
                  <a:pt x="55864" y="22077"/>
                  <a:pt x="54283" y="22891"/>
                  <a:pt x="52679" y="23682"/>
                </a:cubicBezTo>
                <a:cubicBezTo>
                  <a:pt x="55481" y="26483"/>
                  <a:pt x="58258" y="29261"/>
                  <a:pt x="61060" y="32062"/>
                </a:cubicBezTo>
                <a:cubicBezTo>
                  <a:pt x="66136" y="29405"/>
                  <a:pt x="71332" y="29405"/>
                  <a:pt x="76624" y="32062"/>
                </a:cubicBezTo>
                <a:close/>
              </a:path>
            </a:pathLst>
          </a:custGeom>
          <a:solidFill>
            <a:srgbClr val="D5E2D7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8830342B-D366-BC98-83E8-2441951D56DF}"/>
              </a:ext>
            </a:extLst>
          </p:cNvPr>
          <p:cNvSpPr/>
          <p:nvPr/>
        </p:nvSpPr>
        <p:spPr>
          <a:xfrm>
            <a:off x="9535980" y="4150223"/>
            <a:ext cx="91745" cy="143712"/>
          </a:xfrm>
          <a:custGeom>
            <a:avLst/>
            <a:gdLst>
              <a:gd name="csX0" fmla="*/ 41904 w 91745"/>
              <a:gd name="csY0" fmla="*/ 0 h 143712"/>
              <a:gd name="csX1" fmla="*/ 61060 w 91745"/>
              <a:gd name="csY1" fmla="*/ 15564 h 143712"/>
              <a:gd name="csX2" fmla="*/ 58665 w 91745"/>
              <a:gd name="csY2" fmla="*/ 21551 h 143712"/>
              <a:gd name="csX3" fmla="*/ 64652 w 91745"/>
              <a:gd name="csY3" fmla="*/ 23945 h 143712"/>
              <a:gd name="csX4" fmla="*/ 63454 w 91745"/>
              <a:gd name="csY4" fmla="*/ 35918 h 143712"/>
              <a:gd name="csX5" fmla="*/ 61060 w 91745"/>
              <a:gd name="csY5" fmla="*/ 46693 h 143712"/>
              <a:gd name="csX6" fmla="*/ 67046 w 91745"/>
              <a:gd name="csY6" fmla="*/ 52679 h 143712"/>
              <a:gd name="csX7" fmla="*/ 73032 w 91745"/>
              <a:gd name="csY7" fmla="*/ 38312 h 143712"/>
              <a:gd name="csX8" fmla="*/ 77821 w 91745"/>
              <a:gd name="csY8" fmla="*/ 39509 h 143712"/>
              <a:gd name="csX9" fmla="*/ 82610 w 91745"/>
              <a:gd name="csY9" fmla="*/ 51482 h 143712"/>
              <a:gd name="csX10" fmla="*/ 68243 w 91745"/>
              <a:gd name="csY10" fmla="*/ 61060 h 143712"/>
              <a:gd name="csX11" fmla="*/ 82610 w 91745"/>
              <a:gd name="csY11" fmla="*/ 67046 h 143712"/>
              <a:gd name="csX12" fmla="*/ 71835 w 91745"/>
              <a:gd name="csY12" fmla="*/ 76624 h 143712"/>
              <a:gd name="csX13" fmla="*/ 70638 w 91745"/>
              <a:gd name="csY13" fmla="*/ 69441 h 143712"/>
              <a:gd name="csX14" fmla="*/ 61060 w 91745"/>
              <a:gd name="csY14" fmla="*/ 75427 h 143712"/>
              <a:gd name="csX15" fmla="*/ 89794 w 91745"/>
              <a:gd name="csY15" fmla="*/ 80216 h 143712"/>
              <a:gd name="csX16" fmla="*/ 87399 w 91745"/>
              <a:gd name="csY16" fmla="*/ 87399 h 143712"/>
              <a:gd name="csX17" fmla="*/ 76624 w 91745"/>
              <a:gd name="csY17" fmla="*/ 86202 h 143712"/>
              <a:gd name="csX18" fmla="*/ 70638 w 91745"/>
              <a:gd name="csY18" fmla="*/ 89794 h 143712"/>
              <a:gd name="csX19" fmla="*/ 85005 w 91745"/>
              <a:gd name="csY19" fmla="*/ 92188 h 143712"/>
              <a:gd name="csX20" fmla="*/ 82610 w 91745"/>
              <a:gd name="csY20" fmla="*/ 105357 h 143712"/>
              <a:gd name="csX21" fmla="*/ 76624 w 91745"/>
              <a:gd name="csY21" fmla="*/ 114935 h 143712"/>
              <a:gd name="csX22" fmla="*/ 74230 w 91745"/>
              <a:gd name="csY22" fmla="*/ 112541 h 143712"/>
              <a:gd name="csX23" fmla="*/ 75427 w 91745"/>
              <a:gd name="csY23" fmla="*/ 120921 h 143712"/>
              <a:gd name="csX24" fmla="*/ 68243 w 91745"/>
              <a:gd name="csY24" fmla="*/ 130500 h 143712"/>
              <a:gd name="csX25" fmla="*/ 65849 w 91745"/>
              <a:gd name="csY25" fmla="*/ 135289 h 143712"/>
              <a:gd name="csX26" fmla="*/ 56271 w 91745"/>
              <a:gd name="csY26" fmla="*/ 143669 h 143712"/>
              <a:gd name="csX27" fmla="*/ 47890 w 91745"/>
              <a:gd name="csY27" fmla="*/ 138880 h 143712"/>
              <a:gd name="csX28" fmla="*/ 41904 w 91745"/>
              <a:gd name="csY28" fmla="*/ 140078 h 143712"/>
              <a:gd name="csX29" fmla="*/ 49087 w 91745"/>
              <a:gd name="csY29" fmla="*/ 120921 h 143712"/>
              <a:gd name="csX30" fmla="*/ 39509 w 91745"/>
              <a:gd name="csY30" fmla="*/ 110146 h 143712"/>
              <a:gd name="csX31" fmla="*/ 44298 w 91745"/>
              <a:gd name="csY31" fmla="*/ 106554 h 143712"/>
              <a:gd name="csX32" fmla="*/ 40707 w 91745"/>
              <a:gd name="csY32" fmla="*/ 100568 h 143712"/>
              <a:gd name="csX33" fmla="*/ 33523 w 91745"/>
              <a:gd name="csY33" fmla="*/ 100568 h 143712"/>
              <a:gd name="csX34" fmla="*/ 31129 w 91745"/>
              <a:gd name="csY34" fmla="*/ 107752 h 143712"/>
              <a:gd name="csX35" fmla="*/ 20353 w 91745"/>
              <a:gd name="csY35" fmla="*/ 98174 h 143712"/>
              <a:gd name="csX36" fmla="*/ 9578 w 91745"/>
              <a:gd name="csY36" fmla="*/ 117330 h 143712"/>
              <a:gd name="csX37" fmla="*/ 1197 w 91745"/>
              <a:gd name="csY37" fmla="*/ 114935 h 143712"/>
              <a:gd name="csX38" fmla="*/ 0 w 91745"/>
              <a:gd name="csY38" fmla="*/ 102963 h 143712"/>
              <a:gd name="csX39" fmla="*/ 10775 w 91745"/>
              <a:gd name="csY39" fmla="*/ 93386 h 143712"/>
              <a:gd name="csX40" fmla="*/ 29931 w 91745"/>
              <a:gd name="csY40" fmla="*/ 80216 h 143712"/>
              <a:gd name="csX41" fmla="*/ 25142 w 91745"/>
              <a:gd name="csY41" fmla="*/ 80216 h 143712"/>
              <a:gd name="csX42" fmla="*/ 10775 w 91745"/>
              <a:gd name="csY42" fmla="*/ 80216 h 143712"/>
              <a:gd name="csX43" fmla="*/ 17959 w 91745"/>
              <a:gd name="csY43" fmla="*/ 75427 h 143712"/>
              <a:gd name="csX44" fmla="*/ 14367 w 91745"/>
              <a:gd name="csY44" fmla="*/ 59863 h 143712"/>
              <a:gd name="csX45" fmla="*/ 20353 w 91745"/>
              <a:gd name="csY45" fmla="*/ 62257 h 143712"/>
              <a:gd name="csX46" fmla="*/ 13170 w 91745"/>
              <a:gd name="csY46" fmla="*/ 51482 h 143712"/>
              <a:gd name="csX47" fmla="*/ 20353 w 91745"/>
              <a:gd name="csY47" fmla="*/ 50285 h 143712"/>
              <a:gd name="csX48" fmla="*/ 22748 w 91745"/>
              <a:gd name="csY48" fmla="*/ 41904 h 143712"/>
              <a:gd name="csX49" fmla="*/ 14367 w 91745"/>
              <a:gd name="csY49" fmla="*/ 45496 h 143712"/>
              <a:gd name="csX50" fmla="*/ 13170 w 91745"/>
              <a:gd name="csY50" fmla="*/ 43101 h 143712"/>
              <a:gd name="csX51" fmla="*/ 32326 w 91745"/>
              <a:gd name="csY51" fmla="*/ 34720 h 143712"/>
              <a:gd name="csX52" fmla="*/ 26340 w 91745"/>
              <a:gd name="csY52" fmla="*/ 16762 h 143712"/>
              <a:gd name="csX53" fmla="*/ 32326 w 91745"/>
              <a:gd name="csY53" fmla="*/ 23945 h 143712"/>
              <a:gd name="csX54" fmla="*/ 44298 w 91745"/>
              <a:gd name="csY54" fmla="*/ 13170 h 143712"/>
              <a:gd name="csX55" fmla="*/ 37115 w 91745"/>
              <a:gd name="csY55" fmla="*/ 3592 h 143712"/>
              <a:gd name="csX56" fmla="*/ 41904 w 91745"/>
              <a:gd name="csY56" fmla="*/ 0 h 1437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91745" h="143712">
                <a:moveTo>
                  <a:pt x="41904" y="0"/>
                </a:moveTo>
                <a:cubicBezTo>
                  <a:pt x="49351" y="3855"/>
                  <a:pt x="55744" y="9051"/>
                  <a:pt x="61060" y="15564"/>
                </a:cubicBezTo>
                <a:cubicBezTo>
                  <a:pt x="59719" y="17288"/>
                  <a:pt x="58929" y="19300"/>
                  <a:pt x="58665" y="21551"/>
                </a:cubicBezTo>
                <a:cubicBezTo>
                  <a:pt x="60366" y="31847"/>
                  <a:pt x="62353" y="32637"/>
                  <a:pt x="64652" y="23945"/>
                </a:cubicBezTo>
                <a:cubicBezTo>
                  <a:pt x="69034" y="28111"/>
                  <a:pt x="68627" y="32110"/>
                  <a:pt x="63454" y="35918"/>
                </a:cubicBezTo>
                <a:cubicBezTo>
                  <a:pt x="70159" y="40874"/>
                  <a:pt x="69345" y="44466"/>
                  <a:pt x="61060" y="46693"/>
                </a:cubicBezTo>
                <a:cubicBezTo>
                  <a:pt x="63047" y="48680"/>
                  <a:pt x="65059" y="50692"/>
                  <a:pt x="67046" y="52679"/>
                </a:cubicBezTo>
                <a:cubicBezTo>
                  <a:pt x="69752" y="48273"/>
                  <a:pt x="71739" y="43484"/>
                  <a:pt x="73032" y="38312"/>
                </a:cubicBezTo>
                <a:cubicBezTo>
                  <a:pt x="75092" y="35271"/>
                  <a:pt x="76696" y="35654"/>
                  <a:pt x="77821" y="39509"/>
                </a:cubicBezTo>
                <a:cubicBezTo>
                  <a:pt x="71715" y="45567"/>
                  <a:pt x="73296" y="49566"/>
                  <a:pt x="82610" y="51482"/>
                </a:cubicBezTo>
                <a:cubicBezTo>
                  <a:pt x="77821" y="54667"/>
                  <a:pt x="73032" y="57875"/>
                  <a:pt x="68243" y="61060"/>
                </a:cubicBezTo>
                <a:cubicBezTo>
                  <a:pt x="73416" y="61946"/>
                  <a:pt x="78205" y="63933"/>
                  <a:pt x="82610" y="67046"/>
                </a:cubicBezTo>
                <a:cubicBezTo>
                  <a:pt x="78660" y="69800"/>
                  <a:pt x="75068" y="72984"/>
                  <a:pt x="71835" y="76624"/>
                </a:cubicBezTo>
                <a:cubicBezTo>
                  <a:pt x="70686" y="74349"/>
                  <a:pt x="70279" y="71955"/>
                  <a:pt x="70638" y="69441"/>
                </a:cubicBezTo>
                <a:cubicBezTo>
                  <a:pt x="66184" y="69345"/>
                  <a:pt x="62999" y="71332"/>
                  <a:pt x="61060" y="75427"/>
                </a:cubicBezTo>
                <a:cubicBezTo>
                  <a:pt x="70901" y="78659"/>
                  <a:pt x="80479" y="80264"/>
                  <a:pt x="89794" y="80216"/>
                </a:cubicBezTo>
                <a:cubicBezTo>
                  <a:pt x="85915" y="82251"/>
                  <a:pt x="85101" y="84646"/>
                  <a:pt x="87399" y="87399"/>
                </a:cubicBezTo>
                <a:cubicBezTo>
                  <a:pt x="83736" y="88597"/>
                  <a:pt x="80144" y="88190"/>
                  <a:pt x="76624" y="86202"/>
                </a:cubicBezTo>
                <a:cubicBezTo>
                  <a:pt x="74086" y="86513"/>
                  <a:pt x="72099" y="87711"/>
                  <a:pt x="70638" y="89794"/>
                </a:cubicBezTo>
                <a:cubicBezTo>
                  <a:pt x="75427" y="90584"/>
                  <a:pt x="80216" y="91398"/>
                  <a:pt x="85005" y="92188"/>
                </a:cubicBezTo>
                <a:cubicBezTo>
                  <a:pt x="94727" y="98102"/>
                  <a:pt x="93936" y="102484"/>
                  <a:pt x="82610" y="105357"/>
                </a:cubicBezTo>
                <a:cubicBezTo>
                  <a:pt x="81222" y="108949"/>
                  <a:pt x="79210" y="112134"/>
                  <a:pt x="76624" y="114935"/>
                </a:cubicBezTo>
                <a:cubicBezTo>
                  <a:pt x="75834" y="114145"/>
                  <a:pt x="75020" y="113331"/>
                  <a:pt x="74230" y="112541"/>
                </a:cubicBezTo>
                <a:cubicBezTo>
                  <a:pt x="72601" y="115606"/>
                  <a:pt x="72985" y="118407"/>
                  <a:pt x="75427" y="120921"/>
                </a:cubicBezTo>
                <a:cubicBezTo>
                  <a:pt x="67884" y="121185"/>
                  <a:pt x="65490" y="124370"/>
                  <a:pt x="68243" y="130500"/>
                </a:cubicBezTo>
                <a:cubicBezTo>
                  <a:pt x="60964" y="131362"/>
                  <a:pt x="60150" y="132966"/>
                  <a:pt x="65849" y="135289"/>
                </a:cubicBezTo>
                <a:cubicBezTo>
                  <a:pt x="63239" y="139000"/>
                  <a:pt x="60054" y="141802"/>
                  <a:pt x="56271" y="143669"/>
                </a:cubicBezTo>
                <a:cubicBezTo>
                  <a:pt x="52392" y="144005"/>
                  <a:pt x="49590" y="142400"/>
                  <a:pt x="47890" y="138880"/>
                </a:cubicBezTo>
                <a:cubicBezTo>
                  <a:pt x="46166" y="141155"/>
                  <a:pt x="44179" y="141562"/>
                  <a:pt x="41904" y="140078"/>
                </a:cubicBezTo>
                <a:cubicBezTo>
                  <a:pt x="45544" y="134259"/>
                  <a:pt x="47938" y="127866"/>
                  <a:pt x="49087" y="120921"/>
                </a:cubicBezTo>
                <a:cubicBezTo>
                  <a:pt x="45065" y="118096"/>
                  <a:pt x="41880" y="114504"/>
                  <a:pt x="39509" y="110146"/>
                </a:cubicBezTo>
                <a:cubicBezTo>
                  <a:pt x="40778" y="108494"/>
                  <a:pt x="42359" y="107297"/>
                  <a:pt x="44298" y="106554"/>
                </a:cubicBezTo>
                <a:cubicBezTo>
                  <a:pt x="42790" y="104759"/>
                  <a:pt x="41593" y="102771"/>
                  <a:pt x="40707" y="100568"/>
                </a:cubicBezTo>
                <a:cubicBezTo>
                  <a:pt x="38312" y="103753"/>
                  <a:pt x="35918" y="103753"/>
                  <a:pt x="33523" y="100568"/>
                </a:cubicBezTo>
                <a:cubicBezTo>
                  <a:pt x="32733" y="102963"/>
                  <a:pt x="31919" y="105357"/>
                  <a:pt x="31129" y="107752"/>
                </a:cubicBezTo>
                <a:cubicBezTo>
                  <a:pt x="29309" y="102651"/>
                  <a:pt x="25717" y="99443"/>
                  <a:pt x="20353" y="98174"/>
                </a:cubicBezTo>
                <a:cubicBezTo>
                  <a:pt x="17193" y="104639"/>
                  <a:pt x="13601" y="111032"/>
                  <a:pt x="9578" y="117330"/>
                </a:cubicBezTo>
                <a:cubicBezTo>
                  <a:pt x="7160" y="115318"/>
                  <a:pt x="4358" y="114528"/>
                  <a:pt x="1197" y="114935"/>
                </a:cubicBezTo>
                <a:cubicBezTo>
                  <a:pt x="455" y="110793"/>
                  <a:pt x="48" y="106818"/>
                  <a:pt x="0" y="102963"/>
                </a:cubicBezTo>
                <a:cubicBezTo>
                  <a:pt x="4717" y="101023"/>
                  <a:pt x="8309" y="97838"/>
                  <a:pt x="10775" y="93386"/>
                </a:cubicBezTo>
                <a:cubicBezTo>
                  <a:pt x="19946" y="92643"/>
                  <a:pt x="26340" y="88261"/>
                  <a:pt x="29931" y="80216"/>
                </a:cubicBezTo>
                <a:cubicBezTo>
                  <a:pt x="28327" y="78612"/>
                  <a:pt x="26747" y="78612"/>
                  <a:pt x="25142" y="80216"/>
                </a:cubicBezTo>
                <a:cubicBezTo>
                  <a:pt x="19419" y="90416"/>
                  <a:pt x="14630" y="90416"/>
                  <a:pt x="10775" y="80216"/>
                </a:cubicBezTo>
                <a:cubicBezTo>
                  <a:pt x="12763" y="78037"/>
                  <a:pt x="15157" y="76433"/>
                  <a:pt x="17959" y="75427"/>
                </a:cubicBezTo>
                <a:cubicBezTo>
                  <a:pt x="15397" y="70398"/>
                  <a:pt x="14199" y="65226"/>
                  <a:pt x="14367" y="59863"/>
                </a:cubicBezTo>
                <a:cubicBezTo>
                  <a:pt x="16307" y="63359"/>
                  <a:pt x="18294" y="64149"/>
                  <a:pt x="20353" y="62257"/>
                </a:cubicBezTo>
                <a:cubicBezTo>
                  <a:pt x="17671" y="58881"/>
                  <a:pt x="15277" y="55289"/>
                  <a:pt x="13170" y="51482"/>
                </a:cubicBezTo>
                <a:cubicBezTo>
                  <a:pt x="15445" y="50332"/>
                  <a:pt x="17839" y="49925"/>
                  <a:pt x="20353" y="50285"/>
                </a:cubicBezTo>
                <a:cubicBezTo>
                  <a:pt x="19946" y="47124"/>
                  <a:pt x="20736" y="44322"/>
                  <a:pt x="22748" y="41904"/>
                </a:cubicBezTo>
                <a:cubicBezTo>
                  <a:pt x="19156" y="40683"/>
                  <a:pt x="16378" y="41880"/>
                  <a:pt x="14367" y="45496"/>
                </a:cubicBezTo>
                <a:cubicBezTo>
                  <a:pt x="13960" y="44705"/>
                  <a:pt x="13577" y="43891"/>
                  <a:pt x="13170" y="43101"/>
                </a:cubicBezTo>
                <a:cubicBezTo>
                  <a:pt x="19156" y="38025"/>
                  <a:pt x="25549" y="35247"/>
                  <a:pt x="32326" y="34720"/>
                </a:cubicBezTo>
                <a:cubicBezTo>
                  <a:pt x="25430" y="30721"/>
                  <a:pt x="23442" y="24735"/>
                  <a:pt x="26340" y="16762"/>
                </a:cubicBezTo>
                <a:cubicBezTo>
                  <a:pt x="28327" y="19156"/>
                  <a:pt x="30338" y="21551"/>
                  <a:pt x="32326" y="23945"/>
                </a:cubicBezTo>
                <a:cubicBezTo>
                  <a:pt x="35535" y="19539"/>
                  <a:pt x="39533" y="15947"/>
                  <a:pt x="44298" y="13170"/>
                </a:cubicBezTo>
                <a:cubicBezTo>
                  <a:pt x="42479" y="9554"/>
                  <a:pt x="40084" y="6345"/>
                  <a:pt x="37115" y="3592"/>
                </a:cubicBezTo>
                <a:cubicBezTo>
                  <a:pt x="39318" y="2921"/>
                  <a:pt x="40898" y="1724"/>
                  <a:pt x="41904" y="0"/>
                </a:cubicBezTo>
                <a:close/>
              </a:path>
            </a:pathLst>
          </a:custGeom>
          <a:solidFill>
            <a:srgbClr val="CFDAD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C7284203-4FBB-5065-3A48-3BB1AE6DB0C4}"/>
              </a:ext>
            </a:extLst>
          </p:cNvPr>
          <p:cNvSpPr/>
          <p:nvPr/>
        </p:nvSpPr>
        <p:spPr>
          <a:xfrm>
            <a:off x="9309700" y="4030497"/>
            <a:ext cx="328047" cy="129303"/>
          </a:xfrm>
          <a:custGeom>
            <a:avLst/>
            <a:gdLst>
              <a:gd name="csX0" fmla="*/ 2395 w 328047"/>
              <a:gd name="csY0" fmla="*/ 0 h 129303"/>
              <a:gd name="csX1" fmla="*/ 328047 w 328047"/>
              <a:gd name="csY1" fmla="*/ 129303 h 129303"/>
              <a:gd name="csX2" fmla="*/ 312483 w 328047"/>
              <a:gd name="csY2" fmla="*/ 129303 h 129303"/>
              <a:gd name="csX3" fmla="*/ 304102 w 328047"/>
              <a:gd name="csY3" fmla="*/ 120922 h 129303"/>
              <a:gd name="csX4" fmla="*/ 308891 w 328047"/>
              <a:gd name="csY4" fmla="*/ 118528 h 129303"/>
              <a:gd name="csX5" fmla="*/ 300510 w 328047"/>
              <a:gd name="csY5" fmla="*/ 114936 h 129303"/>
              <a:gd name="csX6" fmla="*/ 289735 w 328047"/>
              <a:gd name="csY6" fmla="*/ 116133 h 129303"/>
              <a:gd name="csX7" fmla="*/ 294524 w 328047"/>
              <a:gd name="csY7" fmla="*/ 113739 h 129303"/>
              <a:gd name="csX8" fmla="*/ 288538 w 328047"/>
              <a:gd name="csY8" fmla="*/ 107753 h 129303"/>
              <a:gd name="csX9" fmla="*/ 278960 w 328047"/>
              <a:gd name="csY9" fmla="*/ 107753 h 129303"/>
              <a:gd name="csX10" fmla="*/ 270579 w 328047"/>
              <a:gd name="csY10" fmla="*/ 98175 h 129303"/>
              <a:gd name="csX11" fmla="*/ 251423 w 328047"/>
              <a:gd name="csY11" fmla="*/ 98175 h 129303"/>
              <a:gd name="csX12" fmla="*/ 229872 w 328047"/>
              <a:gd name="csY12" fmla="*/ 88597 h 129303"/>
              <a:gd name="csX13" fmla="*/ 226281 w 328047"/>
              <a:gd name="csY13" fmla="*/ 90991 h 129303"/>
              <a:gd name="csX14" fmla="*/ 219097 w 328047"/>
              <a:gd name="csY14" fmla="*/ 86202 h 129303"/>
              <a:gd name="csX15" fmla="*/ 210716 w 328047"/>
              <a:gd name="csY15" fmla="*/ 79019 h 129303"/>
              <a:gd name="csX16" fmla="*/ 199941 w 328047"/>
              <a:gd name="csY16" fmla="*/ 79019 h 129303"/>
              <a:gd name="csX17" fmla="*/ 187969 w 328047"/>
              <a:gd name="csY17" fmla="*/ 74230 h 129303"/>
              <a:gd name="csX18" fmla="*/ 164024 w 328047"/>
              <a:gd name="csY18" fmla="*/ 62257 h 129303"/>
              <a:gd name="csX19" fmla="*/ 159235 w 328047"/>
              <a:gd name="csY19" fmla="*/ 64652 h 129303"/>
              <a:gd name="csX20" fmla="*/ 155643 w 328047"/>
              <a:gd name="csY20" fmla="*/ 59863 h 129303"/>
              <a:gd name="csX21" fmla="*/ 141276 w 328047"/>
              <a:gd name="csY21" fmla="*/ 59863 h 129303"/>
              <a:gd name="csX22" fmla="*/ 116133 w 328047"/>
              <a:gd name="csY22" fmla="*/ 47890 h 129303"/>
              <a:gd name="csX23" fmla="*/ 111344 w 328047"/>
              <a:gd name="csY23" fmla="*/ 50285 h 129303"/>
              <a:gd name="csX24" fmla="*/ 105358 w 328047"/>
              <a:gd name="csY24" fmla="*/ 44298 h 129303"/>
              <a:gd name="csX25" fmla="*/ 76624 w 328047"/>
              <a:gd name="csY25" fmla="*/ 33523 h 129303"/>
              <a:gd name="csX26" fmla="*/ 27537 w 328047"/>
              <a:gd name="csY26" fmla="*/ 19156 h 129303"/>
              <a:gd name="csX27" fmla="*/ 25142 w 328047"/>
              <a:gd name="csY27" fmla="*/ 21551 h 129303"/>
              <a:gd name="csX28" fmla="*/ 15564 w 328047"/>
              <a:gd name="csY28" fmla="*/ 19156 h 129303"/>
              <a:gd name="csX29" fmla="*/ 14367 w 328047"/>
              <a:gd name="csY29" fmla="*/ 13170 h 129303"/>
              <a:gd name="csX30" fmla="*/ 5986 w 328047"/>
              <a:gd name="csY30" fmla="*/ 16762 h 129303"/>
              <a:gd name="csX31" fmla="*/ 0 w 328047"/>
              <a:gd name="csY31" fmla="*/ 11973 h 129303"/>
              <a:gd name="csX32" fmla="*/ 2395 w 328047"/>
              <a:gd name="csY32" fmla="*/ 0 h 1293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328047" h="129303">
                <a:moveTo>
                  <a:pt x="2395" y="0"/>
                </a:moveTo>
                <a:cubicBezTo>
                  <a:pt x="122742" y="14559"/>
                  <a:pt x="231285" y="57660"/>
                  <a:pt x="328047" y="129303"/>
                </a:cubicBezTo>
                <a:cubicBezTo>
                  <a:pt x="322755" y="126645"/>
                  <a:pt x="317559" y="126645"/>
                  <a:pt x="312483" y="129303"/>
                </a:cubicBezTo>
                <a:cubicBezTo>
                  <a:pt x="309681" y="126502"/>
                  <a:pt x="306904" y="123724"/>
                  <a:pt x="304102" y="120922"/>
                </a:cubicBezTo>
                <a:cubicBezTo>
                  <a:pt x="305706" y="120132"/>
                  <a:pt x="307287" y="119318"/>
                  <a:pt x="308891" y="118528"/>
                </a:cubicBezTo>
                <a:cubicBezTo>
                  <a:pt x="306233" y="116995"/>
                  <a:pt x="303432" y="115798"/>
                  <a:pt x="300510" y="114936"/>
                </a:cubicBezTo>
                <a:cubicBezTo>
                  <a:pt x="296991" y="116924"/>
                  <a:pt x="293399" y="117331"/>
                  <a:pt x="289735" y="116133"/>
                </a:cubicBezTo>
                <a:cubicBezTo>
                  <a:pt x="291339" y="115343"/>
                  <a:pt x="292920" y="114529"/>
                  <a:pt x="294524" y="113739"/>
                </a:cubicBezTo>
                <a:cubicBezTo>
                  <a:pt x="291723" y="112542"/>
                  <a:pt x="289735" y="110554"/>
                  <a:pt x="288538" y="107753"/>
                </a:cubicBezTo>
                <a:cubicBezTo>
                  <a:pt x="284946" y="108543"/>
                  <a:pt x="281737" y="108543"/>
                  <a:pt x="278960" y="107753"/>
                </a:cubicBezTo>
                <a:cubicBezTo>
                  <a:pt x="275344" y="105358"/>
                  <a:pt x="272567" y="102150"/>
                  <a:pt x="270579" y="98175"/>
                </a:cubicBezTo>
                <a:cubicBezTo>
                  <a:pt x="264234" y="96930"/>
                  <a:pt x="257864" y="96930"/>
                  <a:pt x="251423" y="98175"/>
                </a:cubicBezTo>
                <a:cubicBezTo>
                  <a:pt x="244120" y="95732"/>
                  <a:pt x="236936" y="92524"/>
                  <a:pt x="229872" y="88597"/>
                </a:cubicBezTo>
                <a:cubicBezTo>
                  <a:pt x="228460" y="89100"/>
                  <a:pt x="227262" y="89890"/>
                  <a:pt x="226281" y="90991"/>
                </a:cubicBezTo>
                <a:cubicBezTo>
                  <a:pt x="225227" y="85771"/>
                  <a:pt x="222833" y="84167"/>
                  <a:pt x="219097" y="86202"/>
                </a:cubicBezTo>
                <a:cubicBezTo>
                  <a:pt x="217421" y="82539"/>
                  <a:pt x="214619" y="80144"/>
                  <a:pt x="210716" y="79019"/>
                </a:cubicBezTo>
                <a:cubicBezTo>
                  <a:pt x="207364" y="78683"/>
                  <a:pt x="203772" y="78683"/>
                  <a:pt x="199941" y="79019"/>
                </a:cubicBezTo>
                <a:cubicBezTo>
                  <a:pt x="197595" y="70207"/>
                  <a:pt x="193620" y="68603"/>
                  <a:pt x="187969" y="74230"/>
                </a:cubicBezTo>
                <a:cubicBezTo>
                  <a:pt x="179684" y="70877"/>
                  <a:pt x="171710" y="66902"/>
                  <a:pt x="164024" y="62257"/>
                </a:cubicBezTo>
                <a:cubicBezTo>
                  <a:pt x="162180" y="62592"/>
                  <a:pt x="160576" y="63406"/>
                  <a:pt x="159235" y="64652"/>
                </a:cubicBezTo>
                <a:cubicBezTo>
                  <a:pt x="158492" y="62712"/>
                  <a:pt x="157295" y="61132"/>
                  <a:pt x="155643" y="59863"/>
                </a:cubicBezTo>
                <a:cubicBezTo>
                  <a:pt x="150854" y="59863"/>
                  <a:pt x="146065" y="59863"/>
                  <a:pt x="141276" y="59863"/>
                </a:cubicBezTo>
                <a:cubicBezTo>
                  <a:pt x="134835" y="52224"/>
                  <a:pt x="126454" y="48225"/>
                  <a:pt x="116133" y="47890"/>
                </a:cubicBezTo>
                <a:cubicBezTo>
                  <a:pt x="114290" y="48225"/>
                  <a:pt x="112685" y="49039"/>
                  <a:pt x="111344" y="50285"/>
                </a:cubicBezTo>
                <a:cubicBezTo>
                  <a:pt x="110147" y="47483"/>
                  <a:pt x="108160" y="45496"/>
                  <a:pt x="105358" y="44298"/>
                </a:cubicBezTo>
                <a:cubicBezTo>
                  <a:pt x="95469" y="41425"/>
                  <a:pt x="85891" y="37833"/>
                  <a:pt x="76624" y="33523"/>
                </a:cubicBezTo>
                <a:cubicBezTo>
                  <a:pt x="60078" y="30865"/>
                  <a:pt x="43724" y="26076"/>
                  <a:pt x="27537" y="19156"/>
                </a:cubicBezTo>
                <a:cubicBezTo>
                  <a:pt x="26747" y="19946"/>
                  <a:pt x="25933" y="20760"/>
                  <a:pt x="25142" y="21551"/>
                </a:cubicBezTo>
                <a:cubicBezTo>
                  <a:pt x="22868" y="16546"/>
                  <a:pt x="19659" y="15732"/>
                  <a:pt x="15564" y="19156"/>
                </a:cubicBezTo>
                <a:cubicBezTo>
                  <a:pt x="9027" y="17097"/>
                  <a:pt x="8620" y="15109"/>
                  <a:pt x="14367" y="13170"/>
                </a:cubicBezTo>
                <a:cubicBezTo>
                  <a:pt x="10512" y="11589"/>
                  <a:pt x="7734" y="12787"/>
                  <a:pt x="5986" y="16762"/>
                </a:cubicBezTo>
                <a:cubicBezTo>
                  <a:pt x="4286" y="14654"/>
                  <a:pt x="2299" y="13050"/>
                  <a:pt x="0" y="11973"/>
                </a:cubicBezTo>
                <a:cubicBezTo>
                  <a:pt x="1293" y="8093"/>
                  <a:pt x="2083" y="4119"/>
                  <a:pt x="2395" y="0"/>
                </a:cubicBezTo>
                <a:close/>
              </a:path>
            </a:pathLst>
          </a:custGeom>
          <a:solidFill>
            <a:srgbClr val="CDDFCF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D218579F-EB95-C281-CA97-064BDD5EF1C6}"/>
              </a:ext>
            </a:extLst>
          </p:cNvPr>
          <p:cNvSpPr/>
          <p:nvPr/>
        </p:nvSpPr>
        <p:spPr>
          <a:xfrm>
            <a:off x="9220810" y="4023034"/>
            <a:ext cx="29029" cy="294802"/>
          </a:xfrm>
          <a:custGeom>
            <a:avLst/>
            <a:gdLst>
              <a:gd name="csX0" fmla="*/ 29030 w 29029"/>
              <a:gd name="csY0" fmla="*/ 2674 h 294802"/>
              <a:gd name="csX1" fmla="*/ 2690 w 29029"/>
              <a:gd name="csY1" fmla="*/ 2674 h 294802"/>
              <a:gd name="csX2" fmla="*/ 2690 w 29029"/>
              <a:gd name="csY2" fmla="*/ 294802 h 294802"/>
              <a:gd name="csX3" fmla="*/ 296 w 29029"/>
              <a:gd name="csY3" fmla="*/ 279 h 294802"/>
              <a:gd name="csX4" fmla="*/ 29030 w 29029"/>
              <a:gd name="csY4" fmla="*/ 2674 h 2948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029" h="294802">
                <a:moveTo>
                  <a:pt x="29030" y="2674"/>
                </a:moveTo>
                <a:cubicBezTo>
                  <a:pt x="20242" y="2674"/>
                  <a:pt x="11478" y="2674"/>
                  <a:pt x="2690" y="2674"/>
                </a:cubicBezTo>
                <a:cubicBezTo>
                  <a:pt x="2690" y="100058"/>
                  <a:pt x="2690" y="197419"/>
                  <a:pt x="2690" y="294802"/>
                </a:cubicBezTo>
                <a:cubicBezTo>
                  <a:pt x="296" y="197036"/>
                  <a:pt x="-494" y="98861"/>
                  <a:pt x="296" y="279"/>
                </a:cubicBezTo>
                <a:cubicBezTo>
                  <a:pt x="10353" y="-487"/>
                  <a:pt x="19931" y="327"/>
                  <a:pt x="29030" y="2674"/>
                </a:cubicBezTo>
                <a:close/>
              </a:path>
            </a:pathLst>
          </a:custGeom>
          <a:solidFill>
            <a:srgbClr val="A9B3A6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1C98E7B3-3214-CE4E-5E8E-0A28A1D3C9F9}"/>
              </a:ext>
            </a:extLst>
          </p:cNvPr>
          <p:cNvSpPr/>
          <p:nvPr/>
        </p:nvSpPr>
        <p:spPr>
          <a:xfrm>
            <a:off x="9233076" y="4040376"/>
            <a:ext cx="361570" cy="375637"/>
          </a:xfrm>
          <a:custGeom>
            <a:avLst/>
            <a:gdLst>
              <a:gd name="csX0" fmla="*/ 76624 w 361570"/>
              <a:gd name="csY0" fmla="*/ 2094 h 375637"/>
              <a:gd name="csX1" fmla="*/ 82610 w 361570"/>
              <a:gd name="csY1" fmla="*/ 6883 h 375637"/>
              <a:gd name="csX2" fmla="*/ 90991 w 361570"/>
              <a:gd name="csY2" fmla="*/ 3291 h 375637"/>
              <a:gd name="csX3" fmla="*/ 92188 w 361570"/>
              <a:gd name="csY3" fmla="*/ 9277 h 375637"/>
              <a:gd name="csX4" fmla="*/ 101766 w 361570"/>
              <a:gd name="csY4" fmla="*/ 11672 h 375637"/>
              <a:gd name="csX5" fmla="*/ 104161 w 361570"/>
              <a:gd name="csY5" fmla="*/ 9277 h 375637"/>
              <a:gd name="csX6" fmla="*/ 153248 w 361570"/>
              <a:gd name="csY6" fmla="*/ 23644 h 375637"/>
              <a:gd name="csX7" fmla="*/ 181982 w 361570"/>
              <a:gd name="csY7" fmla="*/ 34420 h 375637"/>
              <a:gd name="csX8" fmla="*/ 187969 w 361570"/>
              <a:gd name="csY8" fmla="*/ 40406 h 375637"/>
              <a:gd name="csX9" fmla="*/ 192758 w 361570"/>
              <a:gd name="csY9" fmla="*/ 38011 h 375637"/>
              <a:gd name="csX10" fmla="*/ 217900 w 361570"/>
              <a:gd name="csY10" fmla="*/ 49984 h 375637"/>
              <a:gd name="csX11" fmla="*/ 232267 w 361570"/>
              <a:gd name="csY11" fmla="*/ 49984 h 375637"/>
              <a:gd name="csX12" fmla="*/ 235859 w 361570"/>
              <a:gd name="csY12" fmla="*/ 54773 h 375637"/>
              <a:gd name="csX13" fmla="*/ 240648 w 361570"/>
              <a:gd name="csY13" fmla="*/ 52378 h 375637"/>
              <a:gd name="csX14" fmla="*/ 264593 w 361570"/>
              <a:gd name="csY14" fmla="*/ 64351 h 375637"/>
              <a:gd name="csX15" fmla="*/ 276565 w 361570"/>
              <a:gd name="csY15" fmla="*/ 69140 h 375637"/>
              <a:gd name="csX16" fmla="*/ 287341 w 361570"/>
              <a:gd name="csY16" fmla="*/ 69140 h 375637"/>
              <a:gd name="csX17" fmla="*/ 295721 w 361570"/>
              <a:gd name="csY17" fmla="*/ 76323 h 375637"/>
              <a:gd name="csX18" fmla="*/ 302905 w 361570"/>
              <a:gd name="csY18" fmla="*/ 81112 h 375637"/>
              <a:gd name="csX19" fmla="*/ 306497 w 361570"/>
              <a:gd name="csY19" fmla="*/ 78718 h 375637"/>
              <a:gd name="csX20" fmla="*/ 328047 w 361570"/>
              <a:gd name="csY20" fmla="*/ 88296 h 375637"/>
              <a:gd name="csX21" fmla="*/ 344809 w 361570"/>
              <a:gd name="csY21" fmla="*/ 109846 h 375637"/>
              <a:gd name="csX22" fmla="*/ 340020 w 361570"/>
              <a:gd name="csY22" fmla="*/ 113438 h 375637"/>
              <a:gd name="csX23" fmla="*/ 347203 w 361570"/>
              <a:gd name="csY23" fmla="*/ 123016 h 375637"/>
              <a:gd name="csX24" fmla="*/ 335231 w 361570"/>
              <a:gd name="csY24" fmla="*/ 133791 h 375637"/>
              <a:gd name="csX25" fmla="*/ 329244 w 361570"/>
              <a:gd name="csY25" fmla="*/ 126608 h 375637"/>
              <a:gd name="csX26" fmla="*/ 335231 w 361570"/>
              <a:gd name="csY26" fmla="*/ 144567 h 375637"/>
              <a:gd name="csX27" fmla="*/ 316075 w 361570"/>
              <a:gd name="csY27" fmla="*/ 152947 h 375637"/>
              <a:gd name="csX28" fmla="*/ 317272 w 361570"/>
              <a:gd name="csY28" fmla="*/ 155342 h 375637"/>
              <a:gd name="csX29" fmla="*/ 325653 w 361570"/>
              <a:gd name="csY29" fmla="*/ 151750 h 375637"/>
              <a:gd name="csX30" fmla="*/ 323258 w 361570"/>
              <a:gd name="csY30" fmla="*/ 160131 h 375637"/>
              <a:gd name="csX31" fmla="*/ 316075 w 361570"/>
              <a:gd name="csY31" fmla="*/ 161328 h 375637"/>
              <a:gd name="csX32" fmla="*/ 323258 w 361570"/>
              <a:gd name="csY32" fmla="*/ 172104 h 375637"/>
              <a:gd name="csX33" fmla="*/ 317272 w 361570"/>
              <a:gd name="csY33" fmla="*/ 169709 h 375637"/>
              <a:gd name="csX34" fmla="*/ 320864 w 361570"/>
              <a:gd name="csY34" fmla="*/ 185273 h 375637"/>
              <a:gd name="csX35" fmla="*/ 313680 w 361570"/>
              <a:gd name="csY35" fmla="*/ 190062 h 375637"/>
              <a:gd name="csX36" fmla="*/ 328047 w 361570"/>
              <a:gd name="csY36" fmla="*/ 190062 h 375637"/>
              <a:gd name="csX37" fmla="*/ 332836 w 361570"/>
              <a:gd name="csY37" fmla="*/ 190062 h 375637"/>
              <a:gd name="csX38" fmla="*/ 313680 w 361570"/>
              <a:gd name="csY38" fmla="*/ 203232 h 375637"/>
              <a:gd name="csX39" fmla="*/ 302905 w 361570"/>
              <a:gd name="csY39" fmla="*/ 212811 h 375637"/>
              <a:gd name="csX40" fmla="*/ 304102 w 361570"/>
              <a:gd name="csY40" fmla="*/ 224784 h 375637"/>
              <a:gd name="csX41" fmla="*/ 312483 w 361570"/>
              <a:gd name="csY41" fmla="*/ 227178 h 375637"/>
              <a:gd name="csX42" fmla="*/ 323258 w 361570"/>
              <a:gd name="csY42" fmla="*/ 208022 h 375637"/>
              <a:gd name="csX43" fmla="*/ 334033 w 361570"/>
              <a:gd name="csY43" fmla="*/ 217600 h 375637"/>
              <a:gd name="csX44" fmla="*/ 336428 w 361570"/>
              <a:gd name="csY44" fmla="*/ 210417 h 375637"/>
              <a:gd name="csX45" fmla="*/ 343611 w 361570"/>
              <a:gd name="csY45" fmla="*/ 210417 h 375637"/>
              <a:gd name="csX46" fmla="*/ 347203 w 361570"/>
              <a:gd name="csY46" fmla="*/ 216403 h 375637"/>
              <a:gd name="csX47" fmla="*/ 342414 w 361570"/>
              <a:gd name="csY47" fmla="*/ 219995 h 375637"/>
              <a:gd name="csX48" fmla="*/ 351992 w 361570"/>
              <a:gd name="csY48" fmla="*/ 230770 h 375637"/>
              <a:gd name="csX49" fmla="*/ 344809 w 361570"/>
              <a:gd name="csY49" fmla="*/ 249926 h 375637"/>
              <a:gd name="csX50" fmla="*/ 350795 w 361570"/>
              <a:gd name="csY50" fmla="*/ 248729 h 375637"/>
              <a:gd name="csX51" fmla="*/ 359176 w 361570"/>
              <a:gd name="csY51" fmla="*/ 253518 h 375637"/>
              <a:gd name="csX52" fmla="*/ 361570 w 361570"/>
              <a:gd name="csY52" fmla="*/ 259504 h 375637"/>
              <a:gd name="csX53" fmla="*/ 359176 w 361570"/>
              <a:gd name="csY53" fmla="*/ 271477 h 375637"/>
              <a:gd name="csX54" fmla="*/ 338822 w 361570"/>
              <a:gd name="csY54" fmla="*/ 301408 h 375637"/>
              <a:gd name="csX55" fmla="*/ 335231 w 361570"/>
              <a:gd name="csY55" fmla="*/ 322958 h 375637"/>
              <a:gd name="csX56" fmla="*/ 307694 w 361570"/>
              <a:gd name="csY56" fmla="*/ 358876 h 375637"/>
              <a:gd name="csX57" fmla="*/ 294524 w 361570"/>
              <a:gd name="csY57" fmla="*/ 368454 h 375637"/>
              <a:gd name="csX58" fmla="*/ 246634 w 361570"/>
              <a:gd name="csY58" fmla="*/ 373243 h 375637"/>
              <a:gd name="csX59" fmla="*/ 193955 w 361570"/>
              <a:gd name="csY59" fmla="*/ 375638 h 375637"/>
              <a:gd name="csX60" fmla="*/ 165221 w 361570"/>
              <a:gd name="csY60" fmla="*/ 375638 h 375637"/>
              <a:gd name="csX61" fmla="*/ 158037 w 361570"/>
              <a:gd name="csY61" fmla="*/ 370849 h 375637"/>
              <a:gd name="csX62" fmla="*/ 171207 w 361570"/>
              <a:gd name="csY62" fmla="*/ 368454 h 375637"/>
              <a:gd name="csX63" fmla="*/ 244239 w 361570"/>
              <a:gd name="csY63" fmla="*/ 369651 h 375637"/>
              <a:gd name="csX64" fmla="*/ 241845 w 361570"/>
              <a:gd name="csY64" fmla="*/ 364862 h 375637"/>
              <a:gd name="csX65" fmla="*/ 235859 w 361570"/>
              <a:gd name="csY65" fmla="*/ 363665 h 375637"/>
              <a:gd name="csX66" fmla="*/ 221492 w 361570"/>
              <a:gd name="csY66" fmla="*/ 363665 h 375637"/>
              <a:gd name="csX67" fmla="*/ 225083 w 361570"/>
              <a:gd name="csY67" fmla="*/ 357679 h 375637"/>
              <a:gd name="csX68" fmla="*/ 207125 w 361570"/>
              <a:gd name="csY68" fmla="*/ 361271 h 375637"/>
              <a:gd name="csX69" fmla="*/ 187969 w 361570"/>
              <a:gd name="csY69" fmla="*/ 361271 h 375637"/>
              <a:gd name="csX70" fmla="*/ 173602 w 361570"/>
              <a:gd name="csY70" fmla="*/ 363665 h 375637"/>
              <a:gd name="csX71" fmla="*/ 171207 w 361570"/>
              <a:gd name="csY71" fmla="*/ 358876 h 375637"/>
              <a:gd name="csX72" fmla="*/ 162826 w 361570"/>
              <a:gd name="csY72" fmla="*/ 360073 h 375637"/>
              <a:gd name="csX73" fmla="*/ 162826 w 361570"/>
              <a:gd name="csY73" fmla="*/ 356482 h 375637"/>
              <a:gd name="csX74" fmla="*/ 154446 w 361570"/>
              <a:gd name="csY74" fmla="*/ 363665 h 375637"/>
              <a:gd name="csX75" fmla="*/ 137684 w 361570"/>
              <a:gd name="csY75" fmla="*/ 354087 h 375637"/>
              <a:gd name="csX76" fmla="*/ 138881 w 361570"/>
              <a:gd name="csY76" fmla="*/ 360073 h 375637"/>
              <a:gd name="csX77" fmla="*/ 111344 w 361570"/>
              <a:gd name="csY77" fmla="*/ 358876 h 375637"/>
              <a:gd name="csX78" fmla="*/ 96977 w 361570"/>
              <a:gd name="csY78" fmla="*/ 358876 h 375637"/>
              <a:gd name="csX79" fmla="*/ 82610 w 361570"/>
              <a:gd name="csY79" fmla="*/ 354087 h 375637"/>
              <a:gd name="csX80" fmla="*/ 75427 w 361570"/>
              <a:gd name="csY80" fmla="*/ 349298 h 375637"/>
              <a:gd name="csX81" fmla="*/ 69441 w 361570"/>
              <a:gd name="csY81" fmla="*/ 349298 h 375637"/>
              <a:gd name="csX82" fmla="*/ 65849 w 361570"/>
              <a:gd name="csY82" fmla="*/ 339720 h 375637"/>
              <a:gd name="csX83" fmla="*/ 63454 w 361570"/>
              <a:gd name="csY83" fmla="*/ 344509 h 375637"/>
              <a:gd name="csX84" fmla="*/ 55074 w 361570"/>
              <a:gd name="csY84" fmla="*/ 336128 h 375637"/>
              <a:gd name="csX85" fmla="*/ 57468 w 361570"/>
              <a:gd name="csY85" fmla="*/ 330142 h 375637"/>
              <a:gd name="csX86" fmla="*/ 52679 w 361570"/>
              <a:gd name="csY86" fmla="*/ 320564 h 375637"/>
              <a:gd name="csX87" fmla="*/ 34720 w 361570"/>
              <a:gd name="csY87" fmla="*/ 306197 h 375637"/>
              <a:gd name="csX88" fmla="*/ 31129 w 361570"/>
              <a:gd name="csY88" fmla="*/ 305000 h 375637"/>
              <a:gd name="csX89" fmla="*/ 20353 w 361570"/>
              <a:gd name="csY89" fmla="*/ 284646 h 375637"/>
              <a:gd name="csX90" fmla="*/ 7184 w 361570"/>
              <a:gd name="csY90" fmla="*/ 255912 h 375637"/>
              <a:gd name="csX91" fmla="*/ 2395 w 361570"/>
              <a:gd name="csY91" fmla="*/ 249926 h 375637"/>
              <a:gd name="csX92" fmla="*/ 3592 w 361570"/>
              <a:gd name="csY92" fmla="*/ 239151 h 375637"/>
              <a:gd name="csX93" fmla="*/ 0 w 361570"/>
              <a:gd name="csY93" fmla="*/ 239151 h 375637"/>
              <a:gd name="csX94" fmla="*/ 2395 w 361570"/>
              <a:gd name="csY94" fmla="*/ 230770 h 375637"/>
              <a:gd name="csX95" fmla="*/ 7184 w 361570"/>
              <a:gd name="csY95" fmla="*/ 228376 h 375637"/>
              <a:gd name="csX96" fmla="*/ 0 w 361570"/>
              <a:gd name="csY96" fmla="*/ 223587 h 375637"/>
              <a:gd name="csX97" fmla="*/ 2395 w 361570"/>
              <a:gd name="csY97" fmla="*/ 204429 h 375637"/>
              <a:gd name="csX98" fmla="*/ 7184 w 361570"/>
              <a:gd name="csY98" fmla="*/ 199640 h 375637"/>
              <a:gd name="csX99" fmla="*/ 7184 w 361570"/>
              <a:gd name="csY99" fmla="*/ 164920 h 375637"/>
              <a:gd name="csX100" fmla="*/ 11973 w 361570"/>
              <a:gd name="csY100" fmla="*/ 156539 h 375637"/>
              <a:gd name="csX101" fmla="*/ 11973 w 361570"/>
              <a:gd name="csY101" fmla="*/ 77521 h 375637"/>
              <a:gd name="csX102" fmla="*/ 7184 w 361570"/>
              <a:gd name="csY102" fmla="*/ 70337 h 375637"/>
              <a:gd name="csX103" fmla="*/ 11973 w 361570"/>
              <a:gd name="csY103" fmla="*/ 67943 h 375637"/>
              <a:gd name="csX104" fmla="*/ 11973 w 361570"/>
              <a:gd name="csY104" fmla="*/ 58365 h 375637"/>
              <a:gd name="csX105" fmla="*/ 4789 w 361570"/>
              <a:gd name="csY105" fmla="*/ 43998 h 375637"/>
              <a:gd name="csX106" fmla="*/ 9578 w 361570"/>
              <a:gd name="csY106" fmla="*/ 40406 h 375637"/>
              <a:gd name="csX107" fmla="*/ 9578 w 361570"/>
              <a:gd name="csY107" fmla="*/ 28433 h 375637"/>
              <a:gd name="csX108" fmla="*/ 4789 w 361570"/>
              <a:gd name="csY108" fmla="*/ 24842 h 375637"/>
              <a:gd name="csX109" fmla="*/ 14367 w 361570"/>
              <a:gd name="csY109" fmla="*/ 9277 h 375637"/>
              <a:gd name="csX110" fmla="*/ 15564 w 361570"/>
              <a:gd name="csY110" fmla="*/ 4488 h 375637"/>
              <a:gd name="csX111" fmla="*/ 33523 w 361570"/>
              <a:gd name="csY111" fmla="*/ 4488 h 375637"/>
              <a:gd name="csX112" fmla="*/ 44298 w 361570"/>
              <a:gd name="csY112" fmla="*/ 6883 h 375637"/>
              <a:gd name="csX113" fmla="*/ 47890 w 361570"/>
              <a:gd name="csY113" fmla="*/ 2094 h 375637"/>
              <a:gd name="csX114" fmla="*/ 76624 w 361570"/>
              <a:gd name="csY114" fmla="*/ 2094 h 375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</a:cxnLst>
            <a:rect l="l" t="t" r="r" b="b"/>
            <a:pathLst>
              <a:path w="361570" h="375637">
                <a:moveTo>
                  <a:pt x="76624" y="2094"/>
                </a:moveTo>
                <a:cubicBezTo>
                  <a:pt x="78923" y="3171"/>
                  <a:pt x="80910" y="4776"/>
                  <a:pt x="82610" y="6883"/>
                </a:cubicBezTo>
                <a:cubicBezTo>
                  <a:pt x="84358" y="2908"/>
                  <a:pt x="87136" y="1711"/>
                  <a:pt x="90991" y="3291"/>
                </a:cubicBezTo>
                <a:cubicBezTo>
                  <a:pt x="85244" y="5231"/>
                  <a:pt x="85651" y="7218"/>
                  <a:pt x="92188" y="9277"/>
                </a:cubicBezTo>
                <a:cubicBezTo>
                  <a:pt x="96283" y="5853"/>
                  <a:pt x="99492" y="6667"/>
                  <a:pt x="101766" y="11672"/>
                </a:cubicBezTo>
                <a:cubicBezTo>
                  <a:pt x="102557" y="10882"/>
                  <a:pt x="103371" y="10067"/>
                  <a:pt x="104161" y="9277"/>
                </a:cubicBezTo>
                <a:cubicBezTo>
                  <a:pt x="120348" y="16197"/>
                  <a:pt x="136702" y="20986"/>
                  <a:pt x="153248" y="23644"/>
                </a:cubicBezTo>
                <a:cubicBezTo>
                  <a:pt x="162515" y="27954"/>
                  <a:pt x="172093" y="31546"/>
                  <a:pt x="181982" y="34420"/>
                </a:cubicBezTo>
                <a:cubicBezTo>
                  <a:pt x="184784" y="35617"/>
                  <a:pt x="186771" y="37604"/>
                  <a:pt x="187969" y="40406"/>
                </a:cubicBezTo>
                <a:cubicBezTo>
                  <a:pt x="189310" y="39161"/>
                  <a:pt x="190914" y="38347"/>
                  <a:pt x="192758" y="38011"/>
                </a:cubicBezTo>
                <a:cubicBezTo>
                  <a:pt x="203078" y="38347"/>
                  <a:pt x="211459" y="42345"/>
                  <a:pt x="217900" y="49984"/>
                </a:cubicBezTo>
                <a:cubicBezTo>
                  <a:pt x="222689" y="49984"/>
                  <a:pt x="227478" y="49984"/>
                  <a:pt x="232267" y="49984"/>
                </a:cubicBezTo>
                <a:cubicBezTo>
                  <a:pt x="233919" y="51253"/>
                  <a:pt x="235116" y="52833"/>
                  <a:pt x="235859" y="54773"/>
                </a:cubicBezTo>
                <a:cubicBezTo>
                  <a:pt x="237200" y="53528"/>
                  <a:pt x="238804" y="52714"/>
                  <a:pt x="240648" y="52378"/>
                </a:cubicBezTo>
                <a:cubicBezTo>
                  <a:pt x="248334" y="57024"/>
                  <a:pt x="256308" y="60999"/>
                  <a:pt x="264593" y="64351"/>
                </a:cubicBezTo>
                <a:cubicBezTo>
                  <a:pt x="270244" y="58724"/>
                  <a:pt x="274219" y="60328"/>
                  <a:pt x="276565" y="69140"/>
                </a:cubicBezTo>
                <a:cubicBezTo>
                  <a:pt x="280397" y="68805"/>
                  <a:pt x="283988" y="68805"/>
                  <a:pt x="287341" y="69140"/>
                </a:cubicBezTo>
                <a:cubicBezTo>
                  <a:pt x="291244" y="70265"/>
                  <a:pt x="294045" y="72660"/>
                  <a:pt x="295721" y="76323"/>
                </a:cubicBezTo>
                <a:cubicBezTo>
                  <a:pt x="299457" y="74288"/>
                  <a:pt x="301851" y="75892"/>
                  <a:pt x="302905" y="81112"/>
                </a:cubicBezTo>
                <a:cubicBezTo>
                  <a:pt x="303887" y="80011"/>
                  <a:pt x="305084" y="79221"/>
                  <a:pt x="306497" y="78718"/>
                </a:cubicBezTo>
                <a:cubicBezTo>
                  <a:pt x="313560" y="82645"/>
                  <a:pt x="320744" y="85853"/>
                  <a:pt x="328047" y="88296"/>
                </a:cubicBezTo>
                <a:cubicBezTo>
                  <a:pt x="331902" y="96916"/>
                  <a:pt x="337482" y="104100"/>
                  <a:pt x="344809" y="109846"/>
                </a:cubicBezTo>
                <a:cubicBezTo>
                  <a:pt x="343803" y="111570"/>
                  <a:pt x="342223" y="112768"/>
                  <a:pt x="340020" y="113438"/>
                </a:cubicBezTo>
                <a:cubicBezTo>
                  <a:pt x="342989" y="116192"/>
                  <a:pt x="345383" y="119400"/>
                  <a:pt x="347203" y="123016"/>
                </a:cubicBezTo>
                <a:cubicBezTo>
                  <a:pt x="342438" y="125794"/>
                  <a:pt x="338439" y="129386"/>
                  <a:pt x="335231" y="133791"/>
                </a:cubicBezTo>
                <a:cubicBezTo>
                  <a:pt x="333243" y="131397"/>
                  <a:pt x="331232" y="129002"/>
                  <a:pt x="329244" y="126608"/>
                </a:cubicBezTo>
                <a:cubicBezTo>
                  <a:pt x="326347" y="134582"/>
                  <a:pt x="328335" y="140568"/>
                  <a:pt x="335231" y="144567"/>
                </a:cubicBezTo>
                <a:cubicBezTo>
                  <a:pt x="328454" y="145094"/>
                  <a:pt x="322061" y="147871"/>
                  <a:pt x="316075" y="152947"/>
                </a:cubicBezTo>
                <a:cubicBezTo>
                  <a:pt x="316482" y="153738"/>
                  <a:pt x="316865" y="154552"/>
                  <a:pt x="317272" y="155342"/>
                </a:cubicBezTo>
                <a:cubicBezTo>
                  <a:pt x="319283" y="151726"/>
                  <a:pt x="322061" y="150529"/>
                  <a:pt x="325653" y="151750"/>
                </a:cubicBezTo>
                <a:cubicBezTo>
                  <a:pt x="323641" y="154169"/>
                  <a:pt x="322851" y="156970"/>
                  <a:pt x="323258" y="160131"/>
                </a:cubicBezTo>
                <a:cubicBezTo>
                  <a:pt x="320744" y="159772"/>
                  <a:pt x="318349" y="160179"/>
                  <a:pt x="316075" y="161328"/>
                </a:cubicBezTo>
                <a:cubicBezTo>
                  <a:pt x="318182" y="165136"/>
                  <a:pt x="320576" y="168727"/>
                  <a:pt x="323258" y="172104"/>
                </a:cubicBezTo>
                <a:cubicBezTo>
                  <a:pt x="321199" y="173995"/>
                  <a:pt x="319212" y="173205"/>
                  <a:pt x="317272" y="169709"/>
                </a:cubicBezTo>
                <a:cubicBezTo>
                  <a:pt x="317104" y="175073"/>
                  <a:pt x="318302" y="180245"/>
                  <a:pt x="320864" y="185273"/>
                </a:cubicBezTo>
                <a:cubicBezTo>
                  <a:pt x="318062" y="186279"/>
                  <a:pt x="315668" y="187883"/>
                  <a:pt x="313680" y="190062"/>
                </a:cubicBezTo>
                <a:cubicBezTo>
                  <a:pt x="317535" y="200263"/>
                  <a:pt x="322324" y="200263"/>
                  <a:pt x="328047" y="190062"/>
                </a:cubicBezTo>
                <a:cubicBezTo>
                  <a:pt x="329652" y="188458"/>
                  <a:pt x="331232" y="188458"/>
                  <a:pt x="332836" y="190062"/>
                </a:cubicBezTo>
                <a:cubicBezTo>
                  <a:pt x="329244" y="198108"/>
                  <a:pt x="322851" y="202490"/>
                  <a:pt x="313680" y="203232"/>
                </a:cubicBezTo>
                <a:cubicBezTo>
                  <a:pt x="311214" y="207687"/>
                  <a:pt x="307622" y="210872"/>
                  <a:pt x="302905" y="212811"/>
                </a:cubicBezTo>
                <a:cubicBezTo>
                  <a:pt x="302953" y="216666"/>
                  <a:pt x="303360" y="220641"/>
                  <a:pt x="304102" y="224784"/>
                </a:cubicBezTo>
                <a:cubicBezTo>
                  <a:pt x="307263" y="224377"/>
                  <a:pt x="310064" y="225167"/>
                  <a:pt x="312483" y="227178"/>
                </a:cubicBezTo>
                <a:cubicBezTo>
                  <a:pt x="316506" y="220881"/>
                  <a:pt x="320097" y="214487"/>
                  <a:pt x="323258" y="208022"/>
                </a:cubicBezTo>
                <a:cubicBezTo>
                  <a:pt x="328622" y="209291"/>
                  <a:pt x="332214" y="212500"/>
                  <a:pt x="334033" y="217600"/>
                </a:cubicBezTo>
                <a:cubicBezTo>
                  <a:pt x="334824" y="215206"/>
                  <a:pt x="335638" y="212811"/>
                  <a:pt x="336428" y="210417"/>
                </a:cubicBezTo>
                <a:cubicBezTo>
                  <a:pt x="338822" y="213601"/>
                  <a:pt x="341217" y="213601"/>
                  <a:pt x="343611" y="210417"/>
                </a:cubicBezTo>
                <a:cubicBezTo>
                  <a:pt x="344497" y="212620"/>
                  <a:pt x="345695" y="214607"/>
                  <a:pt x="347203" y="216403"/>
                </a:cubicBezTo>
                <a:cubicBezTo>
                  <a:pt x="345264" y="217145"/>
                  <a:pt x="343683" y="218343"/>
                  <a:pt x="342414" y="219995"/>
                </a:cubicBezTo>
                <a:cubicBezTo>
                  <a:pt x="344785" y="224353"/>
                  <a:pt x="347969" y="227945"/>
                  <a:pt x="351992" y="230770"/>
                </a:cubicBezTo>
                <a:cubicBezTo>
                  <a:pt x="350843" y="237714"/>
                  <a:pt x="348448" y="244107"/>
                  <a:pt x="344809" y="249926"/>
                </a:cubicBezTo>
                <a:cubicBezTo>
                  <a:pt x="347084" y="251411"/>
                  <a:pt x="349071" y="251004"/>
                  <a:pt x="350795" y="248729"/>
                </a:cubicBezTo>
                <a:cubicBezTo>
                  <a:pt x="352495" y="252249"/>
                  <a:pt x="355297" y="253853"/>
                  <a:pt x="359176" y="253518"/>
                </a:cubicBezTo>
                <a:cubicBezTo>
                  <a:pt x="355704" y="256679"/>
                  <a:pt x="356494" y="258690"/>
                  <a:pt x="361570" y="259504"/>
                </a:cubicBezTo>
                <a:cubicBezTo>
                  <a:pt x="357619" y="263216"/>
                  <a:pt x="356829" y="267214"/>
                  <a:pt x="359176" y="271477"/>
                </a:cubicBezTo>
                <a:cubicBezTo>
                  <a:pt x="354147" y="282396"/>
                  <a:pt x="347371" y="292381"/>
                  <a:pt x="338822" y="301408"/>
                </a:cubicBezTo>
                <a:cubicBezTo>
                  <a:pt x="336117" y="308520"/>
                  <a:pt x="334919" y="315703"/>
                  <a:pt x="335231" y="322958"/>
                </a:cubicBezTo>
                <a:cubicBezTo>
                  <a:pt x="325701" y="334500"/>
                  <a:pt x="316530" y="346472"/>
                  <a:pt x="307694" y="358876"/>
                </a:cubicBezTo>
                <a:cubicBezTo>
                  <a:pt x="303360" y="362420"/>
                  <a:pt x="298954" y="365605"/>
                  <a:pt x="294524" y="368454"/>
                </a:cubicBezTo>
                <a:cubicBezTo>
                  <a:pt x="278026" y="368215"/>
                  <a:pt x="262079" y="369795"/>
                  <a:pt x="246634" y="373243"/>
                </a:cubicBezTo>
                <a:cubicBezTo>
                  <a:pt x="228963" y="372692"/>
                  <a:pt x="211411" y="373506"/>
                  <a:pt x="193955" y="375638"/>
                </a:cubicBezTo>
                <a:cubicBezTo>
                  <a:pt x="184377" y="375638"/>
                  <a:pt x="174799" y="375638"/>
                  <a:pt x="165221" y="375638"/>
                </a:cubicBezTo>
                <a:cubicBezTo>
                  <a:pt x="163497" y="371280"/>
                  <a:pt x="161102" y="369699"/>
                  <a:pt x="158037" y="370849"/>
                </a:cubicBezTo>
                <a:cubicBezTo>
                  <a:pt x="162419" y="370058"/>
                  <a:pt x="166825" y="369244"/>
                  <a:pt x="171207" y="368454"/>
                </a:cubicBezTo>
                <a:cubicBezTo>
                  <a:pt x="195511" y="370896"/>
                  <a:pt x="219863" y="371304"/>
                  <a:pt x="244239" y="369651"/>
                </a:cubicBezTo>
                <a:cubicBezTo>
                  <a:pt x="233823" y="368646"/>
                  <a:pt x="233009" y="367041"/>
                  <a:pt x="241845" y="364862"/>
                </a:cubicBezTo>
                <a:cubicBezTo>
                  <a:pt x="240049" y="361294"/>
                  <a:pt x="238038" y="360911"/>
                  <a:pt x="235859" y="363665"/>
                </a:cubicBezTo>
                <a:cubicBezTo>
                  <a:pt x="231333" y="357870"/>
                  <a:pt x="226544" y="357870"/>
                  <a:pt x="221492" y="363665"/>
                </a:cubicBezTo>
                <a:cubicBezTo>
                  <a:pt x="220390" y="360696"/>
                  <a:pt x="221588" y="358684"/>
                  <a:pt x="225083" y="357679"/>
                </a:cubicBezTo>
                <a:cubicBezTo>
                  <a:pt x="218475" y="355811"/>
                  <a:pt x="212488" y="357008"/>
                  <a:pt x="207125" y="361271"/>
                </a:cubicBezTo>
                <a:cubicBezTo>
                  <a:pt x="200731" y="354877"/>
                  <a:pt x="194362" y="354877"/>
                  <a:pt x="187969" y="361271"/>
                </a:cubicBezTo>
                <a:cubicBezTo>
                  <a:pt x="182533" y="357846"/>
                  <a:pt x="177744" y="358637"/>
                  <a:pt x="173602" y="363665"/>
                </a:cubicBezTo>
                <a:cubicBezTo>
                  <a:pt x="172811" y="362061"/>
                  <a:pt x="171997" y="360480"/>
                  <a:pt x="171207" y="358876"/>
                </a:cubicBezTo>
                <a:cubicBezTo>
                  <a:pt x="168693" y="361318"/>
                  <a:pt x="165891" y="361702"/>
                  <a:pt x="162826" y="360073"/>
                </a:cubicBezTo>
                <a:cubicBezTo>
                  <a:pt x="165700" y="358517"/>
                  <a:pt x="165700" y="357320"/>
                  <a:pt x="162826" y="356482"/>
                </a:cubicBezTo>
                <a:cubicBezTo>
                  <a:pt x="159690" y="358421"/>
                  <a:pt x="156888" y="360816"/>
                  <a:pt x="154446" y="363665"/>
                </a:cubicBezTo>
                <a:cubicBezTo>
                  <a:pt x="148196" y="363306"/>
                  <a:pt x="142617" y="360097"/>
                  <a:pt x="137684" y="354087"/>
                </a:cubicBezTo>
                <a:cubicBezTo>
                  <a:pt x="136199" y="356362"/>
                  <a:pt x="136607" y="358349"/>
                  <a:pt x="138881" y="360073"/>
                </a:cubicBezTo>
                <a:cubicBezTo>
                  <a:pt x="129495" y="361965"/>
                  <a:pt x="120300" y="361582"/>
                  <a:pt x="111344" y="358876"/>
                </a:cubicBezTo>
                <a:cubicBezTo>
                  <a:pt x="106555" y="365269"/>
                  <a:pt x="101766" y="365269"/>
                  <a:pt x="96977" y="358876"/>
                </a:cubicBezTo>
                <a:cubicBezTo>
                  <a:pt x="90297" y="365174"/>
                  <a:pt x="85508" y="363569"/>
                  <a:pt x="82610" y="354087"/>
                </a:cubicBezTo>
                <a:cubicBezTo>
                  <a:pt x="78492" y="356601"/>
                  <a:pt x="76097" y="355021"/>
                  <a:pt x="75427" y="349298"/>
                </a:cubicBezTo>
                <a:cubicBezTo>
                  <a:pt x="73655" y="352028"/>
                  <a:pt x="71668" y="352028"/>
                  <a:pt x="69441" y="349298"/>
                </a:cubicBezTo>
                <a:cubicBezTo>
                  <a:pt x="67573" y="346353"/>
                  <a:pt x="66376" y="343168"/>
                  <a:pt x="65849" y="339720"/>
                </a:cubicBezTo>
                <a:cubicBezTo>
                  <a:pt x="65059" y="341324"/>
                  <a:pt x="64245" y="342905"/>
                  <a:pt x="63454" y="344509"/>
                </a:cubicBezTo>
                <a:cubicBezTo>
                  <a:pt x="61467" y="340917"/>
                  <a:pt x="58665" y="338116"/>
                  <a:pt x="55074" y="336128"/>
                </a:cubicBezTo>
                <a:cubicBezTo>
                  <a:pt x="56415" y="334404"/>
                  <a:pt x="57205" y="332393"/>
                  <a:pt x="57468" y="330142"/>
                </a:cubicBezTo>
                <a:cubicBezTo>
                  <a:pt x="54307" y="328921"/>
                  <a:pt x="52703" y="325736"/>
                  <a:pt x="52679" y="320564"/>
                </a:cubicBezTo>
                <a:cubicBezTo>
                  <a:pt x="44322" y="319032"/>
                  <a:pt x="38336" y="314242"/>
                  <a:pt x="34720" y="306197"/>
                </a:cubicBezTo>
                <a:cubicBezTo>
                  <a:pt x="30314" y="309382"/>
                  <a:pt x="29117" y="308999"/>
                  <a:pt x="31129" y="305000"/>
                </a:cubicBezTo>
                <a:cubicBezTo>
                  <a:pt x="25669" y="299253"/>
                  <a:pt x="22077" y="292476"/>
                  <a:pt x="20353" y="284646"/>
                </a:cubicBezTo>
                <a:cubicBezTo>
                  <a:pt x="11135" y="276625"/>
                  <a:pt x="6729" y="267047"/>
                  <a:pt x="7184" y="255912"/>
                </a:cubicBezTo>
                <a:cubicBezTo>
                  <a:pt x="6034" y="253566"/>
                  <a:pt x="4454" y="251578"/>
                  <a:pt x="2395" y="249926"/>
                </a:cubicBezTo>
                <a:cubicBezTo>
                  <a:pt x="4909" y="246598"/>
                  <a:pt x="5316" y="243006"/>
                  <a:pt x="3592" y="239151"/>
                </a:cubicBezTo>
                <a:cubicBezTo>
                  <a:pt x="2035" y="242024"/>
                  <a:pt x="838" y="242024"/>
                  <a:pt x="0" y="239151"/>
                </a:cubicBezTo>
                <a:cubicBezTo>
                  <a:pt x="4382" y="236924"/>
                  <a:pt x="5196" y="234146"/>
                  <a:pt x="2395" y="230770"/>
                </a:cubicBezTo>
                <a:cubicBezTo>
                  <a:pt x="3999" y="229980"/>
                  <a:pt x="5579" y="229166"/>
                  <a:pt x="7184" y="228376"/>
                </a:cubicBezTo>
                <a:cubicBezTo>
                  <a:pt x="4382" y="227370"/>
                  <a:pt x="1987" y="225766"/>
                  <a:pt x="0" y="223587"/>
                </a:cubicBezTo>
                <a:cubicBezTo>
                  <a:pt x="7806" y="217385"/>
                  <a:pt x="8596" y="210991"/>
                  <a:pt x="2395" y="204429"/>
                </a:cubicBezTo>
                <a:cubicBezTo>
                  <a:pt x="4621" y="203495"/>
                  <a:pt x="6202" y="201915"/>
                  <a:pt x="7184" y="199640"/>
                </a:cubicBezTo>
                <a:cubicBezTo>
                  <a:pt x="9123" y="188745"/>
                  <a:pt x="9123" y="177180"/>
                  <a:pt x="7184" y="164920"/>
                </a:cubicBezTo>
                <a:cubicBezTo>
                  <a:pt x="8477" y="161927"/>
                  <a:pt x="10081" y="159149"/>
                  <a:pt x="11973" y="156539"/>
                </a:cubicBezTo>
                <a:cubicBezTo>
                  <a:pt x="11518" y="131493"/>
                  <a:pt x="11518" y="105153"/>
                  <a:pt x="11973" y="77521"/>
                </a:cubicBezTo>
                <a:cubicBezTo>
                  <a:pt x="11350" y="74504"/>
                  <a:pt x="9746" y="72109"/>
                  <a:pt x="7184" y="70337"/>
                </a:cubicBezTo>
                <a:cubicBezTo>
                  <a:pt x="8788" y="69547"/>
                  <a:pt x="10368" y="68733"/>
                  <a:pt x="11973" y="67943"/>
                </a:cubicBezTo>
                <a:cubicBezTo>
                  <a:pt x="9410" y="64949"/>
                  <a:pt x="9410" y="61765"/>
                  <a:pt x="11973" y="58365"/>
                </a:cubicBezTo>
                <a:cubicBezTo>
                  <a:pt x="8812" y="53408"/>
                  <a:pt x="6417" y="48619"/>
                  <a:pt x="4789" y="43998"/>
                </a:cubicBezTo>
                <a:cubicBezTo>
                  <a:pt x="6729" y="43255"/>
                  <a:pt x="8309" y="42058"/>
                  <a:pt x="9578" y="40406"/>
                </a:cubicBezTo>
                <a:cubicBezTo>
                  <a:pt x="6393" y="36407"/>
                  <a:pt x="6393" y="32432"/>
                  <a:pt x="9578" y="28433"/>
                </a:cubicBezTo>
                <a:cubicBezTo>
                  <a:pt x="8309" y="26781"/>
                  <a:pt x="6729" y="25584"/>
                  <a:pt x="4789" y="24842"/>
                </a:cubicBezTo>
                <a:cubicBezTo>
                  <a:pt x="5723" y="18185"/>
                  <a:pt x="8932" y="12989"/>
                  <a:pt x="14367" y="9277"/>
                </a:cubicBezTo>
                <a:cubicBezTo>
                  <a:pt x="11039" y="6428"/>
                  <a:pt x="11422" y="4847"/>
                  <a:pt x="15564" y="4488"/>
                </a:cubicBezTo>
                <a:cubicBezTo>
                  <a:pt x="21407" y="4225"/>
                  <a:pt x="27393" y="4225"/>
                  <a:pt x="33523" y="4488"/>
                </a:cubicBezTo>
                <a:cubicBezTo>
                  <a:pt x="38480" y="-2216"/>
                  <a:pt x="42071" y="-1402"/>
                  <a:pt x="44298" y="6883"/>
                </a:cubicBezTo>
                <a:cubicBezTo>
                  <a:pt x="45041" y="4943"/>
                  <a:pt x="46238" y="3363"/>
                  <a:pt x="47890" y="2094"/>
                </a:cubicBezTo>
                <a:cubicBezTo>
                  <a:pt x="57540" y="2118"/>
                  <a:pt x="67118" y="2118"/>
                  <a:pt x="76624" y="2094"/>
                </a:cubicBezTo>
                <a:close/>
              </a:path>
            </a:pathLst>
          </a:custGeom>
          <a:solidFill>
            <a:srgbClr val="CDD9CD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A2F00B13-D516-2037-B34D-D255178BC678}"/>
              </a:ext>
            </a:extLst>
          </p:cNvPr>
          <p:cNvSpPr/>
          <p:nvPr/>
        </p:nvSpPr>
        <p:spPr>
          <a:xfrm>
            <a:off x="8792487" y="4023314"/>
            <a:ext cx="414402" cy="397486"/>
          </a:xfrm>
          <a:custGeom>
            <a:avLst/>
            <a:gdLst>
              <a:gd name="csX0" fmla="*/ 229872 w 414402"/>
              <a:gd name="csY0" fmla="*/ 373542 h 397486"/>
              <a:gd name="csX1" fmla="*/ 178391 w 414402"/>
              <a:gd name="csY1" fmla="*/ 397487 h 397486"/>
              <a:gd name="csX2" fmla="*/ 167615 w 414402"/>
              <a:gd name="csY2" fmla="*/ 387909 h 397486"/>
              <a:gd name="csX3" fmla="*/ 175996 w 414402"/>
              <a:gd name="csY3" fmla="*/ 387909 h 397486"/>
              <a:gd name="csX4" fmla="*/ 179588 w 414402"/>
              <a:gd name="csY4" fmla="*/ 381922 h 397486"/>
              <a:gd name="csX5" fmla="*/ 130501 w 414402"/>
              <a:gd name="csY5" fmla="*/ 323257 h 397486"/>
              <a:gd name="csX6" fmla="*/ 118528 w 414402"/>
              <a:gd name="csY6" fmla="*/ 304101 h 397486"/>
              <a:gd name="csX7" fmla="*/ 102964 w 414402"/>
              <a:gd name="csY7" fmla="*/ 298115 h 397486"/>
              <a:gd name="csX8" fmla="*/ 105358 w 414402"/>
              <a:gd name="csY8" fmla="*/ 294523 h 397486"/>
              <a:gd name="csX9" fmla="*/ 86202 w 414402"/>
              <a:gd name="csY9" fmla="*/ 261000 h 397486"/>
              <a:gd name="csX10" fmla="*/ 65849 w 414402"/>
              <a:gd name="csY10" fmla="*/ 232266 h 397486"/>
              <a:gd name="csX11" fmla="*/ 63454 w 414402"/>
              <a:gd name="csY11" fmla="*/ 234660 h 397486"/>
              <a:gd name="csX12" fmla="*/ 55074 w 414402"/>
              <a:gd name="csY12" fmla="*/ 226280 h 397486"/>
              <a:gd name="csX13" fmla="*/ 57468 w 414402"/>
              <a:gd name="csY13" fmla="*/ 223885 h 397486"/>
              <a:gd name="csX14" fmla="*/ 51482 w 414402"/>
              <a:gd name="csY14" fmla="*/ 222688 h 397486"/>
              <a:gd name="csX15" fmla="*/ 40707 w 414402"/>
              <a:gd name="csY15" fmla="*/ 204730 h 397486"/>
              <a:gd name="csX16" fmla="*/ 44298 w 414402"/>
              <a:gd name="csY16" fmla="*/ 198744 h 397486"/>
              <a:gd name="csX17" fmla="*/ 41904 w 414402"/>
              <a:gd name="csY17" fmla="*/ 201138 h 397486"/>
              <a:gd name="csX18" fmla="*/ 33523 w 414402"/>
              <a:gd name="csY18" fmla="*/ 191560 h 397486"/>
              <a:gd name="csX19" fmla="*/ 31129 w 414402"/>
              <a:gd name="csY19" fmla="*/ 181982 h 397486"/>
              <a:gd name="csX20" fmla="*/ 19156 w 414402"/>
              <a:gd name="csY20" fmla="*/ 174799 h 397486"/>
              <a:gd name="csX21" fmla="*/ 21551 w 414402"/>
              <a:gd name="csY21" fmla="*/ 168813 h 397486"/>
              <a:gd name="csX22" fmla="*/ 9578 w 414402"/>
              <a:gd name="csY22" fmla="*/ 153248 h 397486"/>
              <a:gd name="csX23" fmla="*/ 8381 w 414402"/>
              <a:gd name="csY23" fmla="*/ 162826 h 397486"/>
              <a:gd name="csX24" fmla="*/ 0 w 414402"/>
              <a:gd name="csY24" fmla="*/ 150854 h 397486"/>
              <a:gd name="csX25" fmla="*/ 3592 w 414402"/>
              <a:gd name="csY25" fmla="*/ 150854 h 397486"/>
              <a:gd name="csX26" fmla="*/ 0 w 414402"/>
              <a:gd name="csY26" fmla="*/ 136487 h 397486"/>
              <a:gd name="csX27" fmla="*/ 52679 w 414402"/>
              <a:gd name="csY27" fmla="*/ 99372 h 397486"/>
              <a:gd name="csX28" fmla="*/ 414249 w 414402"/>
              <a:gd name="csY28" fmla="*/ 0 h 397486"/>
              <a:gd name="csX29" fmla="*/ 413052 w 414402"/>
              <a:gd name="csY29" fmla="*/ 289734 h 397486"/>
              <a:gd name="csX30" fmla="*/ 229872 w 414402"/>
              <a:gd name="csY30" fmla="*/ 373542 h 397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14402" h="397486">
                <a:moveTo>
                  <a:pt x="229872" y="373542"/>
                </a:moveTo>
                <a:cubicBezTo>
                  <a:pt x="212057" y="379887"/>
                  <a:pt x="194889" y="387861"/>
                  <a:pt x="178391" y="397487"/>
                </a:cubicBezTo>
                <a:cubicBezTo>
                  <a:pt x="173650" y="395547"/>
                  <a:pt x="170058" y="392339"/>
                  <a:pt x="167615" y="387909"/>
                </a:cubicBezTo>
                <a:cubicBezTo>
                  <a:pt x="169483" y="382090"/>
                  <a:pt x="172285" y="382090"/>
                  <a:pt x="175996" y="387909"/>
                </a:cubicBezTo>
                <a:cubicBezTo>
                  <a:pt x="176882" y="385706"/>
                  <a:pt x="178079" y="383718"/>
                  <a:pt x="179588" y="381922"/>
                </a:cubicBezTo>
                <a:cubicBezTo>
                  <a:pt x="167807" y="363293"/>
                  <a:pt x="151452" y="343730"/>
                  <a:pt x="130501" y="323257"/>
                </a:cubicBezTo>
                <a:cubicBezTo>
                  <a:pt x="126071" y="317127"/>
                  <a:pt x="122072" y="310734"/>
                  <a:pt x="118528" y="304101"/>
                </a:cubicBezTo>
                <a:cubicBezTo>
                  <a:pt x="112997" y="304796"/>
                  <a:pt x="107825" y="302808"/>
                  <a:pt x="102964" y="298115"/>
                </a:cubicBezTo>
                <a:cubicBezTo>
                  <a:pt x="104065" y="297133"/>
                  <a:pt x="104855" y="295936"/>
                  <a:pt x="105358" y="294523"/>
                </a:cubicBezTo>
                <a:cubicBezTo>
                  <a:pt x="96475" y="284730"/>
                  <a:pt x="90081" y="273547"/>
                  <a:pt x="86202" y="261000"/>
                </a:cubicBezTo>
                <a:cubicBezTo>
                  <a:pt x="77654" y="252691"/>
                  <a:pt x="70877" y="243113"/>
                  <a:pt x="65849" y="232266"/>
                </a:cubicBezTo>
                <a:cubicBezTo>
                  <a:pt x="65059" y="233056"/>
                  <a:pt x="64245" y="233870"/>
                  <a:pt x="63454" y="234660"/>
                </a:cubicBezTo>
                <a:cubicBezTo>
                  <a:pt x="60653" y="231859"/>
                  <a:pt x="57875" y="229081"/>
                  <a:pt x="55074" y="226280"/>
                </a:cubicBezTo>
                <a:cubicBezTo>
                  <a:pt x="55864" y="225490"/>
                  <a:pt x="56678" y="224675"/>
                  <a:pt x="57468" y="223885"/>
                </a:cubicBezTo>
                <a:cubicBezTo>
                  <a:pt x="55672" y="220318"/>
                  <a:pt x="53661" y="219935"/>
                  <a:pt x="51482" y="222688"/>
                </a:cubicBezTo>
                <a:cubicBezTo>
                  <a:pt x="49207" y="215889"/>
                  <a:pt x="45615" y="209902"/>
                  <a:pt x="40707" y="204730"/>
                </a:cubicBezTo>
                <a:cubicBezTo>
                  <a:pt x="44203" y="203724"/>
                  <a:pt x="45400" y="201713"/>
                  <a:pt x="44298" y="198744"/>
                </a:cubicBezTo>
                <a:cubicBezTo>
                  <a:pt x="43508" y="199534"/>
                  <a:pt x="42694" y="200348"/>
                  <a:pt x="41904" y="201138"/>
                </a:cubicBezTo>
                <a:cubicBezTo>
                  <a:pt x="40946" y="196301"/>
                  <a:pt x="38144" y="193117"/>
                  <a:pt x="33523" y="191560"/>
                </a:cubicBezTo>
                <a:cubicBezTo>
                  <a:pt x="31296" y="188711"/>
                  <a:pt x="30506" y="185526"/>
                  <a:pt x="31129" y="181982"/>
                </a:cubicBezTo>
                <a:cubicBezTo>
                  <a:pt x="26076" y="181551"/>
                  <a:pt x="22101" y="179157"/>
                  <a:pt x="19156" y="174799"/>
                </a:cubicBezTo>
                <a:cubicBezTo>
                  <a:pt x="15804" y="171590"/>
                  <a:pt x="16594" y="169579"/>
                  <a:pt x="21551" y="168813"/>
                </a:cubicBezTo>
                <a:cubicBezTo>
                  <a:pt x="16714" y="164359"/>
                  <a:pt x="12715" y="159187"/>
                  <a:pt x="9578" y="153248"/>
                </a:cubicBezTo>
                <a:cubicBezTo>
                  <a:pt x="8979" y="155834"/>
                  <a:pt x="8572" y="159043"/>
                  <a:pt x="8381" y="162826"/>
                </a:cubicBezTo>
                <a:cubicBezTo>
                  <a:pt x="5124" y="159163"/>
                  <a:pt x="2323" y="155164"/>
                  <a:pt x="0" y="150854"/>
                </a:cubicBezTo>
                <a:cubicBezTo>
                  <a:pt x="838" y="147980"/>
                  <a:pt x="2035" y="147980"/>
                  <a:pt x="3592" y="150854"/>
                </a:cubicBezTo>
                <a:cubicBezTo>
                  <a:pt x="9195" y="144149"/>
                  <a:pt x="7998" y="139360"/>
                  <a:pt x="0" y="136487"/>
                </a:cubicBezTo>
                <a:cubicBezTo>
                  <a:pt x="16977" y="123580"/>
                  <a:pt x="34529" y="111201"/>
                  <a:pt x="52679" y="99372"/>
                </a:cubicBezTo>
                <a:cubicBezTo>
                  <a:pt x="164694" y="35391"/>
                  <a:pt x="285209" y="2251"/>
                  <a:pt x="414249" y="0"/>
                </a:cubicBezTo>
                <a:cubicBezTo>
                  <a:pt x="414656" y="96570"/>
                  <a:pt x="414249" y="193165"/>
                  <a:pt x="413052" y="289734"/>
                </a:cubicBezTo>
                <a:cubicBezTo>
                  <a:pt x="352303" y="318708"/>
                  <a:pt x="291244" y="346651"/>
                  <a:pt x="229872" y="373542"/>
                </a:cubicBezTo>
                <a:close/>
              </a:path>
            </a:pathLst>
          </a:custGeom>
          <a:solidFill>
            <a:srgbClr val="CDDAC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0265E8B9-EEC7-A32F-BF70-AE5964C23432}"/>
              </a:ext>
            </a:extLst>
          </p:cNvPr>
          <p:cNvSpPr/>
          <p:nvPr/>
        </p:nvSpPr>
        <p:spPr>
          <a:xfrm>
            <a:off x="9223498" y="4025708"/>
            <a:ext cx="253817" cy="396893"/>
          </a:xfrm>
          <a:custGeom>
            <a:avLst/>
            <a:gdLst>
              <a:gd name="csX0" fmla="*/ 26340 w 253817"/>
              <a:gd name="csY0" fmla="*/ 0 h 396893"/>
              <a:gd name="csX1" fmla="*/ 88597 w 253817"/>
              <a:gd name="csY1" fmla="*/ 4789 h 396893"/>
              <a:gd name="csX2" fmla="*/ 86202 w 253817"/>
              <a:gd name="csY2" fmla="*/ 16762 h 396893"/>
              <a:gd name="csX3" fmla="*/ 57468 w 253817"/>
              <a:gd name="csY3" fmla="*/ 16762 h 396893"/>
              <a:gd name="csX4" fmla="*/ 53876 w 253817"/>
              <a:gd name="csY4" fmla="*/ 21551 h 396893"/>
              <a:gd name="csX5" fmla="*/ 43101 w 253817"/>
              <a:gd name="csY5" fmla="*/ 19156 h 396893"/>
              <a:gd name="csX6" fmla="*/ 25142 w 253817"/>
              <a:gd name="csY6" fmla="*/ 19156 h 396893"/>
              <a:gd name="csX7" fmla="*/ 23945 w 253817"/>
              <a:gd name="csY7" fmla="*/ 23945 h 396893"/>
              <a:gd name="csX8" fmla="*/ 14367 w 253817"/>
              <a:gd name="csY8" fmla="*/ 39509 h 396893"/>
              <a:gd name="csX9" fmla="*/ 19156 w 253817"/>
              <a:gd name="csY9" fmla="*/ 43101 h 396893"/>
              <a:gd name="csX10" fmla="*/ 19156 w 253817"/>
              <a:gd name="csY10" fmla="*/ 55074 h 396893"/>
              <a:gd name="csX11" fmla="*/ 14367 w 253817"/>
              <a:gd name="csY11" fmla="*/ 58665 h 396893"/>
              <a:gd name="csX12" fmla="*/ 21551 w 253817"/>
              <a:gd name="csY12" fmla="*/ 73032 h 396893"/>
              <a:gd name="csX13" fmla="*/ 21551 w 253817"/>
              <a:gd name="csY13" fmla="*/ 82610 h 396893"/>
              <a:gd name="csX14" fmla="*/ 16762 w 253817"/>
              <a:gd name="csY14" fmla="*/ 85005 h 396893"/>
              <a:gd name="csX15" fmla="*/ 21551 w 253817"/>
              <a:gd name="csY15" fmla="*/ 92188 h 396893"/>
              <a:gd name="csX16" fmla="*/ 21551 w 253817"/>
              <a:gd name="csY16" fmla="*/ 171207 h 396893"/>
              <a:gd name="csX17" fmla="*/ 16762 w 253817"/>
              <a:gd name="csY17" fmla="*/ 179588 h 396893"/>
              <a:gd name="csX18" fmla="*/ 16762 w 253817"/>
              <a:gd name="csY18" fmla="*/ 214308 h 396893"/>
              <a:gd name="csX19" fmla="*/ 11973 w 253817"/>
              <a:gd name="csY19" fmla="*/ 219097 h 396893"/>
              <a:gd name="csX20" fmla="*/ 9578 w 253817"/>
              <a:gd name="csY20" fmla="*/ 238252 h 396893"/>
              <a:gd name="csX21" fmla="*/ 16762 w 253817"/>
              <a:gd name="csY21" fmla="*/ 243041 h 396893"/>
              <a:gd name="csX22" fmla="*/ 11973 w 253817"/>
              <a:gd name="csY22" fmla="*/ 245436 h 396893"/>
              <a:gd name="csX23" fmla="*/ 9578 w 253817"/>
              <a:gd name="csY23" fmla="*/ 253816 h 396893"/>
              <a:gd name="csX24" fmla="*/ 13170 w 253817"/>
              <a:gd name="csY24" fmla="*/ 253816 h 396893"/>
              <a:gd name="csX25" fmla="*/ 11973 w 253817"/>
              <a:gd name="csY25" fmla="*/ 264592 h 396893"/>
              <a:gd name="csX26" fmla="*/ 16762 w 253817"/>
              <a:gd name="csY26" fmla="*/ 270578 h 396893"/>
              <a:gd name="csX27" fmla="*/ 29931 w 253817"/>
              <a:gd name="csY27" fmla="*/ 299312 h 396893"/>
              <a:gd name="csX28" fmla="*/ 40707 w 253817"/>
              <a:gd name="csY28" fmla="*/ 319665 h 396893"/>
              <a:gd name="csX29" fmla="*/ 44298 w 253817"/>
              <a:gd name="csY29" fmla="*/ 320863 h 396893"/>
              <a:gd name="csX30" fmla="*/ 62257 w 253817"/>
              <a:gd name="csY30" fmla="*/ 335230 h 396893"/>
              <a:gd name="csX31" fmla="*/ 67046 w 253817"/>
              <a:gd name="csY31" fmla="*/ 344808 h 396893"/>
              <a:gd name="csX32" fmla="*/ 64652 w 253817"/>
              <a:gd name="csY32" fmla="*/ 350794 h 396893"/>
              <a:gd name="csX33" fmla="*/ 73032 w 253817"/>
              <a:gd name="csY33" fmla="*/ 359175 h 396893"/>
              <a:gd name="csX34" fmla="*/ 75427 w 253817"/>
              <a:gd name="csY34" fmla="*/ 354386 h 396893"/>
              <a:gd name="csX35" fmla="*/ 79019 w 253817"/>
              <a:gd name="csY35" fmla="*/ 363964 h 396893"/>
              <a:gd name="csX36" fmla="*/ 85005 w 253817"/>
              <a:gd name="csY36" fmla="*/ 363964 h 396893"/>
              <a:gd name="csX37" fmla="*/ 92188 w 253817"/>
              <a:gd name="csY37" fmla="*/ 368753 h 396893"/>
              <a:gd name="csX38" fmla="*/ 106555 w 253817"/>
              <a:gd name="csY38" fmla="*/ 373542 h 396893"/>
              <a:gd name="csX39" fmla="*/ 120922 w 253817"/>
              <a:gd name="csY39" fmla="*/ 373542 h 396893"/>
              <a:gd name="csX40" fmla="*/ 148459 w 253817"/>
              <a:gd name="csY40" fmla="*/ 374739 h 396893"/>
              <a:gd name="csX41" fmla="*/ 147262 w 253817"/>
              <a:gd name="csY41" fmla="*/ 368753 h 396893"/>
              <a:gd name="csX42" fmla="*/ 164024 w 253817"/>
              <a:gd name="csY42" fmla="*/ 378331 h 396893"/>
              <a:gd name="csX43" fmla="*/ 172404 w 253817"/>
              <a:gd name="csY43" fmla="*/ 371147 h 396893"/>
              <a:gd name="csX44" fmla="*/ 172404 w 253817"/>
              <a:gd name="csY44" fmla="*/ 374739 h 396893"/>
              <a:gd name="csX45" fmla="*/ 180785 w 253817"/>
              <a:gd name="csY45" fmla="*/ 373542 h 396893"/>
              <a:gd name="csX46" fmla="*/ 183180 w 253817"/>
              <a:gd name="csY46" fmla="*/ 378331 h 396893"/>
              <a:gd name="csX47" fmla="*/ 197547 w 253817"/>
              <a:gd name="csY47" fmla="*/ 375936 h 396893"/>
              <a:gd name="csX48" fmla="*/ 216703 w 253817"/>
              <a:gd name="csY48" fmla="*/ 375936 h 396893"/>
              <a:gd name="csX49" fmla="*/ 234661 w 253817"/>
              <a:gd name="csY49" fmla="*/ 372344 h 396893"/>
              <a:gd name="csX50" fmla="*/ 231070 w 253817"/>
              <a:gd name="csY50" fmla="*/ 378331 h 396893"/>
              <a:gd name="csX51" fmla="*/ 245437 w 253817"/>
              <a:gd name="csY51" fmla="*/ 378331 h 396893"/>
              <a:gd name="csX52" fmla="*/ 251423 w 253817"/>
              <a:gd name="csY52" fmla="*/ 379528 h 396893"/>
              <a:gd name="csX53" fmla="*/ 253818 w 253817"/>
              <a:gd name="csY53" fmla="*/ 384317 h 396893"/>
              <a:gd name="csX54" fmla="*/ 180785 w 253817"/>
              <a:gd name="csY54" fmla="*/ 383120 h 396893"/>
              <a:gd name="csX55" fmla="*/ 167615 w 253817"/>
              <a:gd name="csY55" fmla="*/ 385514 h 396893"/>
              <a:gd name="csX56" fmla="*/ 174799 w 253817"/>
              <a:gd name="csY56" fmla="*/ 390303 h 396893"/>
              <a:gd name="csX57" fmla="*/ 134092 w 253817"/>
              <a:gd name="csY57" fmla="*/ 395092 h 396893"/>
              <a:gd name="csX58" fmla="*/ 74230 w 253817"/>
              <a:gd name="csY58" fmla="*/ 396289 h 396893"/>
              <a:gd name="csX59" fmla="*/ 7184 w 253817"/>
              <a:gd name="csY59" fmla="*/ 304101 h 396893"/>
              <a:gd name="csX60" fmla="*/ 0 w 253817"/>
              <a:gd name="csY60" fmla="*/ 292129 h 396893"/>
              <a:gd name="csX61" fmla="*/ 0 w 253817"/>
              <a:gd name="csY61" fmla="*/ 0 h 396893"/>
              <a:gd name="csX62" fmla="*/ 26340 w 253817"/>
              <a:gd name="csY62" fmla="*/ 0 h 396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</a:cxnLst>
            <a:rect l="l" t="t" r="r" b="b"/>
            <a:pathLst>
              <a:path w="253817" h="396893">
                <a:moveTo>
                  <a:pt x="26340" y="0"/>
                </a:moveTo>
                <a:cubicBezTo>
                  <a:pt x="47196" y="551"/>
                  <a:pt x="67956" y="2131"/>
                  <a:pt x="88597" y="4789"/>
                </a:cubicBezTo>
                <a:cubicBezTo>
                  <a:pt x="88285" y="8908"/>
                  <a:pt x="87495" y="12882"/>
                  <a:pt x="86202" y="16762"/>
                </a:cubicBezTo>
                <a:cubicBezTo>
                  <a:pt x="76696" y="16785"/>
                  <a:pt x="67118" y="16785"/>
                  <a:pt x="57468" y="16762"/>
                </a:cubicBezTo>
                <a:cubicBezTo>
                  <a:pt x="55816" y="18031"/>
                  <a:pt x="54619" y="19611"/>
                  <a:pt x="53876" y="21551"/>
                </a:cubicBezTo>
                <a:cubicBezTo>
                  <a:pt x="51649" y="13266"/>
                  <a:pt x="48058" y="12451"/>
                  <a:pt x="43101" y="19156"/>
                </a:cubicBezTo>
                <a:cubicBezTo>
                  <a:pt x="36971" y="18893"/>
                  <a:pt x="30985" y="18893"/>
                  <a:pt x="25142" y="19156"/>
                </a:cubicBezTo>
                <a:cubicBezTo>
                  <a:pt x="21000" y="19515"/>
                  <a:pt x="20617" y="21096"/>
                  <a:pt x="23945" y="23945"/>
                </a:cubicBezTo>
                <a:cubicBezTo>
                  <a:pt x="18510" y="27657"/>
                  <a:pt x="15301" y="32853"/>
                  <a:pt x="14367" y="39509"/>
                </a:cubicBezTo>
                <a:cubicBezTo>
                  <a:pt x="16307" y="40252"/>
                  <a:pt x="17887" y="41449"/>
                  <a:pt x="19156" y="43101"/>
                </a:cubicBezTo>
                <a:cubicBezTo>
                  <a:pt x="15971" y="47100"/>
                  <a:pt x="15971" y="51075"/>
                  <a:pt x="19156" y="55074"/>
                </a:cubicBezTo>
                <a:cubicBezTo>
                  <a:pt x="17887" y="56726"/>
                  <a:pt x="16307" y="57923"/>
                  <a:pt x="14367" y="58665"/>
                </a:cubicBezTo>
                <a:cubicBezTo>
                  <a:pt x="15995" y="63287"/>
                  <a:pt x="18390" y="68076"/>
                  <a:pt x="21551" y="73032"/>
                </a:cubicBezTo>
                <a:cubicBezTo>
                  <a:pt x="18988" y="76433"/>
                  <a:pt x="18988" y="79617"/>
                  <a:pt x="21551" y="82610"/>
                </a:cubicBezTo>
                <a:cubicBezTo>
                  <a:pt x="19946" y="83401"/>
                  <a:pt x="18366" y="84215"/>
                  <a:pt x="16762" y="85005"/>
                </a:cubicBezTo>
                <a:cubicBezTo>
                  <a:pt x="19324" y="86777"/>
                  <a:pt x="20928" y="89171"/>
                  <a:pt x="21551" y="92188"/>
                </a:cubicBezTo>
                <a:cubicBezTo>
                  <a:pt x="21096" y="119821"/>
                  <a:pt x="21096" y="146161"/>
                  <a:pt x="21551" y="171207"/>
                </a:cubicBezTo>
                <a:cubicBezTo>
                  <a:pt x="19659" y="173817"/>
                  <a:pt x="18055" y="176595"/>
                  <a:pt x="16762" y="179588"/>
                </a:cubicBezTo>
                <a:cubicBezTo>
                  <a:pt x="18701" y="191848"/>
                  <a:pt x="18701" y="203413"/>
                  <a:pt x="16762" y="214308"/>
                </a:cubicBezTo>
                <a:cubicBezTo>
                  <a:pt x="15780" y="216583"/>
                  <a:pt x="14199" y="218163"/>
                  <a:pt x="11973" y="219097"/>
                </a:cubicBezTo>
                <a:cubicBezTo>
                  <a:pt x="18174" y="225657"/>
                  <a:pt x="17384" y="232050"/>
                  <a:pt x="9578" y="238252"/>
                </a:cubicBezTo>
                <a:cubicBezTo>
                  <a:pt x="11565" y="240431"/>
                  <a:pt x="13960" y="242036"/>
                  <a:pt x="16762" y="243041"/>
                </a:cubicBezTo>
                <a:cubicBezTo>
                  <a:pt x="15157" y="243831"/>
                  <a:pt x="13577" y="244646"/>
                  <a:pt x="11973" y="245436"/>
                </a:cubicBezTo>
                <a:cubicBezTo>
                  <a:pt x="14774" y="248812"/>
                  <a:pt x="13960" y="251590"/>
                  <a:pt x="9578" y="253816"/>
                </a:cubicBezTo>
                <a:cubicBezTo>
                  <a:pt x="10416" y="256690"/>
                  <a:pt x="11613" y="256690"/>
                  <a:pt x="13170" y="253816"/>
                </a:cubicBezTo>
                <a:cubicBezTo>
                  <a:pt x="14894" y="257672"/>
                  <a:pt x="14487" y="261263"/>
                  <a:pt x="11973" y="264592"/>
                </a:cubicBezTo>
                <a:cubicBezTo>
                  <a:pt x="14032" y="266244"/>
                  <a:pt x="15612" y="268231"/>
                  <a:pt x="16762" y="270578"/>
                </a:cubicBezTo>
                <a:cubicBezTo>
                  <a:pt x="16307" y="281712"/>
                  <a:pt x="20713" y="291291"/>
                  <a:pt x="29931" y="299312"/>
                </a:cubicBezTo>
                <a:cubicBezTo>
                  <a:pt x="31655" y="307142"/>
                  <a:pt x="35247" y="313919"/>
                  <a:pt x="40707" y="319665"/>
                </a:cubicBezTo>
                <a:cubicBezTo>
                  <a:pt x="38695" y="323664"/>
                  <a:pt x="39892" y="324047"/>
                  <a:pt x="44298" y="320863"/>
                </a:cubicBezTo>
                <a:cubicBezTo>
                  <a:pt x="47914" y="328908"/>
                  <a:pt x="53900" y="333697"/>
                  <a:pt x="62257" y="335230"/>
                </a:cubicBezTo>
                <a:cubicBezTo>
                  <a:pt x="62281" y="340402"/>
                  <a:pt x="63885" y="343586"/>
                  <a:pt x="67046" y="344808"/>
                </a:cubicBezTo>
                <a:cubicBezTo>
                  <a:pt x="66783" y="347058"/>
                  <a:pt x="65993" y="349070"/>
                  <a:pt x="64652" y="350794"/>
                </a:cubicBezTo>
                <a:cubicBezTo>
                  <a:pt x="68243" y="352781"/>
                  <a:pt x="71045" y="355583"/>
                  <a:pt x="73032" y="359175"/>
                </a:cubicBezTo>
                <a:cubicBezTo>
                  <a:pt x="73823" y="357570"/>
                  <a:pt x="74637" y="355990"/>
                  <a:pt x="75427" y="354386"/>
                </a:cubicBezTo>
                <a:cubicBezTo>
                  <a:pt x="75954" y="357834"/>
                  <a:pt x="77151" y="361018"/>
                  <a:pt x="79019" y="363964"/>
                </a:cubicBezTo>
                <a:cubicBezTo>
                  <a:pt x="81246" y="366693"/>
                  <a:pt x="83233" y="366693"/>
                  <a:pt x="85005" y="363964"/>
                </a:cubicBezTo>
                <a:cubicBezTo>
                  <a:pt x="85675" y="369687"/>
                  <a:pt x="88070" y="371267"/>
                  <a:pt x="92188" y="368753"/>
                </a:cubicBezTo>
                <a:cubicBezTo>
                  <a:pt x="95086" y="378235"/>
                  <a:pt x="99875" y="379839"/>
                  <a:pt x="106555" y="373542"/>
                </a:cubicBezTo>
                <a:cubicBezTo>
                  <a:pt x="111344" y="379935"/>
                  <a:pt x="116133" y="379935"/>
                  <a:pt x="120922" y="373542"/>
                </a:cubicBezTo>
                <a:cubicBezTo>
                  <a:pt x="129878" y="376248"/>
                  <a:pt x="139073" y="376631"/>
                  <a:pt x="148459" y="374739"/>
                </a:cubicBezTo>
                <a:cubicBezTo>
                  <a:pt x="146185" y="373015"/>
                  <a:pt x="145777" y="371027"/>
                  <a:pt x="147262" y="368753"/>
                </a:cubicBezTo>
                <a:cubicBezTo>
                  <a:pt x="152195" y="374763"/>
                  <a:pt x="157774" y="377972"/>
                  <a:pt x="164024" y="378331"/>
                </a:cubicBezTo>
                <a:cubicBezTo>
                  <a:pt x="166466" y="375481"/>
                  <a:pt x="169268" y="373087"/>
                  <a:pt x="172404" y="371147"/>
                </a:cubicBezTo>
                <a:cubicBezTo>
                  <a:pt x="175278" y="371985"/>
                  <a:pt x="175278" y="373183"/>
                  <a:pt x="172404" y="374739"/>
                </a:cubicBezTo>
                <a:cubicBezTo>
                  <a:pt x="175469" y="376367"/>
                  <a:pt x="178271" y="375984"/>
                  <a:pt x="180785" y="373542"/>
                </a:cubicBezTo>
                <a:cubicBezTo>
                  <a:pt x="181575" y="375146"/>
                  <a:pt x="182389" y="376726"/>
                  <a:pt x="183180" y="378331"/>
                </a:cubicBezTo>
                <a:cubicBezTo>
                  <a:pt x="187322" y="373302"/>
                  <a:pt x="192111" y="372512"/>
                  <a:pt x="197547" y="375936"/>
                </a:cubicBezTo>
                <a:cubicBezTo>
                  <a:pt x="203940" y="369543"/>
                  <a:pt x="210309" y="369543"/>
                  <a:pt x="216703" y="375936"/>
                </a:cubicBezTo>
                <a:cubicBezTo>
                  <a:pt x="222066" y="371674"/>
                  <a:pt x="228053" y="370477"/>
                  <a:pt x="234661" y="372344"/>
                </a:cubicBezTo>
                <a:cubicBezTo>
                  <a:pt x="231166" y="373350"/>
                  <a:pt x="229968" y="375362"/>
                  <a:pt x="231070" y="378331"/>
                </a:cubicBezTo>
                <a:cubicBezTo>
                  <a:pt x="236122" y="372536"/>
                  <a:pt x="240911" y="372536"/>
                  <a:pt x="245437" y="378331"/>
                </a:cubicBezTo>
                <a:cubicBezTo>
                  <a:pt x="247616" y="375577"/>
                  <a:pt x="249627" y="375960"/>
                  <a:pt x="251423" y="379528"/>
                </a:cubicBezTo>
                <a:cubicBezTo>
                  <a:pt x="242587" y="381707"/>
                  <a:pt x="243401" y="383311"/>
                  <a:pt x="253818" y="384317"/>
                </a:cubicBezTo>
                <a:cubicBezTo>
                  <a:pt x="229441" y="385969"/>
                  <a:pt x="205089" y="385562"/>
                  <a:pt x="180785" y="383120"/>
                </a:cubicBezTo>
                <a:cubicBezTo>
                  <a:pt x="176403" y="383910"/>
                  <a:pt x="171997" y="384724"/>
                  <a:pt x="167615" y="385514"/>
                </a:cubicBezTo>
                <a:cubicBezTo>
                  <a:pt x="170680" y="384365"/>
                  <a:pt x="173075" y="385945"/>
                  <a:pt x="174799" y="390303"/>
                </a:cubicBezTo>
                <a:cubicBezTo>
                  <a:pt x="160743" y="390543"/>
                  <a:pt x="147166" y="392123"/>
                  <a:pt x="134092" y="395092"/>
                </a:cubicBezTo>
                <a:cubicBezTo>
                  <a:pt x="114170" y="396984"/>
                  <a:pt x="94200" y="397391"/>
                  <a:pt x="74230" y="396289"/>
                </a:cubicBezTo>
                <a:cubicBezTo>
                  <a:pt x="52128" y="365185"/>
                  <a:pt x="29764" y="334463"/>
                  <a:pt x="7184" y="304101"/>
                </a:cubicBezTo>
                <a:cubicBezTo>
                  <a:pt x="5795" y="299528"/>
                  <a:pt x="3400" y="295529"/>
                  <a:pt x="0" y="292129"/>
                </a:cubicBezTo>
                <a:cubicBezTo>
                  <a:pt x="0" y="194745"/>
                  <a:pt x="0" y="97385"/>
                  <a:pt x="0" y="0"/>
                </a:cubicBezTo>
                <a:cubicBezTo>
                  <a:pt x="8788" y="0"/>
                  <a:pt x="17552" y="0"/>
                  <a:pt x="26340" y="0"/>
                </a:cubicBezTo>
                <a:close/>
              </a:path>
            </a:pathLst>
          </a:custGeom>
          <a:solidFill>
            <a:srgbClr val="D4E0D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0EFE6701-AA35-4D0A-A3D0-F7CBA283E6B8}"/>
              </a:ext>
            </a:extLst>
          </p:cNvPr>
          <p:cNvSpPr/>
          <p:nvPr/>
        </p:nvSpPr>
        <p:spPr>
          <a:xfrm>
            <a:off x="8488386" y="4621939"/>
            <a:ext cx="9577" cy="69440"/>
          </a:xfrm>
          <a:custGeom>
            <a:avLst/>
            <a:gdLst>
              <a:gd name="csX0" fmla="*/ 9578 w 9577"/>
              <a:gd name="csY0" fmla="*/ 0 h 69440"/>
              <a:gd name="csX1" fmla="*/ 0 w 9577"/>
              <a:gd name="csY1" fmla="*/ 69441 h 69440"/>
              <a:gd name="csX2" fmla="*/ 9578 w 9577"/>
              <a:gd name="csY2" fmla="*/ 0 h 694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577" h="69440">
                <a:moveTo>
                  <a:pt x="9578" y="0"/>
                </a:moveTo>
                <a:cubicBezTo>
                  <a:pt x="7614" y="23634"/>
                  <a:pt x="4430" y="46789"/>
                  <a:pt x="0" y="69441"/>
                </a:cubicBezTo>
                <a:cubicBezTo>
                  <a:pt x="551" y="45615"/>
                  <a:pt x="3735" y="22460"/>
                  <a:pt x="9578" y="0"/>
                </a:cubicBezTo>
                <a:close/>
              </a:path>
            </a:pathLst>
          </a:custGeom>
          <a:solidFill>
            <a:srgbClr val="838980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C243C00-DC89-B004-7BF9-A47BC42BCF7B}"/>
              </a:ext>
            </a:extLst>
          </p:cNvPr>
          <p:cNvSpPr/>
          <p:nvPr/>
        </p:nvSpPr>
        <p:spPr>
          <a:xfrm>
            <a:off x="8509936" y="4697364"/>
            <a:ext cx="644120" cy="598920"/>
          </a:xfrm>
          <a:custGeom>
            <a:avLst/>
            <a:gdLst>
              <a:gd name="csX0" fmla="*/ 641726 w 644120"/>
              <a:gd name="csY0" fmla="*/ 108954 h 598920"/>
              <a:gd name="csX1" fmla="*/ 462138 w 644120"/>
              <a:gd name="csY1" fmla="*/ 324459 h 598920"/>
              <a:gd name="csX2" fmla="*/ 229872 w 644120"/>
              <a:gd name="csY2" fmla="*/ 598630 h 598920"/>
              <a:gd name="csX3" fmla="*/ 215504 w 644120"/>
              <a:gd name="csY3" fmla="*/ 593841 h 598920"/>
              <a:gd name="csX4" fmla="*/ 174799 w 644120"/>
              <a:gd name="csY4" fmla="*/ 551937 h 598920"/>
              <a:gd name="csX5" fmla="*/ 192758 w 644120"/>
              <a:gd name="csY5" fmla="*/ 563910 h 598920"/>
              <a:gd name="csX6" fmla="*/ 196349 w 644120"/>
              <a:gd name="csY6" fmla="*/ 556726 h 598920"/>
              <a:gd name="csX7" fmla="*/ 185574 w 644120"/>
              <a:gd name="csY7" fmla="*/ 544753 h 598920"/>
              <a:gd name="csX8" fmla="*/ 186771 w 644120"/>
              <a:gd name="csY8" fmla="*/ 535175 h 598920"/>
              <a:gd name="csX9" fmla="*/ 167615 w 644120"/>
              <a:gd name="csY9" fmla="*/ 514822 h 598920"/>
              <a:gd name="csX10" fmla="*/ 167615 w 644120"/>
              <a:gd name="csY10" fmla="*/ 510033 h 598920"/>
              <a:gd name="csX11" fmla="*/ 170010 w 644120"/>
              <a:gd name="csY11" fmla="*/ 507639 h 598920"/>
              <a:gd name="csX12" fmla="*/ 162826 w 644120"/>
              <a:gd name="csY12" fmla="*/ 498061 h 598920"/>
              <a:gd name="csX13" fmla="*/ 159235 w 644120"/>
              <a:gd name="csY13" fmla="*/ 494469 h 598920"/>
              <a:gd name="csX14" fmla="*/ 154446 w 644120"/>
              <a:gd name="csY14" fmla="*/ 494469 h 598920"/>
              <a:gd name="csX15" fmla="*/ 140079 w 644120"/>
              <a:gd name="csY15" fmla="*/ 465735 h 598920"/>
              <a:gd name="csX16" fmla="*/ 134092 w 644120"/>
              <a:gd name="csY16" fmla="*/ 464538 h 598920"/>
              <a:gd name="csX17" fmla="*/ 129303 w 644120"/>
              <a:gd name="csY17" fmla="*/ 454960 h 598920"/>
              <a:gd name="csX18" fmla="*/ 129303 w 644120"/>
              <a:gd name="csY18" fmla="*/ 445382 h 598920"/>
              <a:gd name="csX19" fmla="*/ 125712 w 644120"/>
              <a:gd name="csY19" fmla="*/ 429817 h 598920"/>
              <a:gd name="csX20" fmla="*/ 129303 w 644120"/>
              <a:gd name="csY20" fmla="*/ 432212 h 598920"/>
              <a:gd name="csX21" fmla="*/ 135290 w 644120"/>
              <a:gd name="csY21" fmla="*/ 420239 h 598920"/>
              <a:gd name="csX22" fmla="*/ 131698 w 644120"/>
              <a:gd name="csY22" fmla="*/ 420239 h 598920"/>
              <a:gd name="csX23" fmla="*/ 143670 w 644120"/>
              <a:gd name="csY23" fmla="*/ 414253 h 598920"/>
              <a:gd name="csX24" fmla="*/ 136487 w 644120"/>
              <a:gd name="csY24" fmla="*/ 410661 h 598920"/>
              <a:gd name="csX25" fmla="*/ 143670 w 644120"/>
              <a:gd name="csY25" fmla="*/ 409464 h 598920"/>
              <a:gd name="csX26" fmla="*/ 141276 w 644120"/>
              <a:gd name="csY26" fmla="*/ 405872 h 598920"/>
              <a:gd name="csX27" fmla="*/ 150854 w 644120"/>
              <a:gd name="csY27" fmla="*/ 390308 h 598920"/>
              <a:gd name="csX28" fmla="*/ 140079 w 644120"/>
              <a:gd name="csY28" fmla="*/ 396294 h 598920"/>
              <a:gd name="csX29" fmla="*/ 134092 w 644120"/>
              <a:gd name="csY29" fmla="*/ 383124 h 598920"/>
              <a:gd name="csX30" fmla="*/ 136487 w 644120"/>
              <a:gd name="csY30" fmla="*/ 375941 h 598920"/>
              <a:gd name="csX31" fmla="*/ 144868 w 644120"/>
              <a:gd name="csY31" fmla="*/ 377138 h 598920"/>
              <a:gd name="csX32" fmla="*/ 154446 w 644120"/>
              <a:gd name="csY32" fmla="*/ 374744 h 598920"/>
              <a:gd name="csX33" fmla="*/ 161629 w 644120"/>
              <a:gd name="csY33" fmla="*/ 367560 h 598920"/>
              <a:gd name="csX34" fmla="*/ 166418 w 644120"/>
              <a:gd name="csY34" fmla="*/ 367560 h 598920"/>
              <a:gd name="csX35" fmla="*/ 168813 w 644120"/>
              <a:gd name="csY35" fmla="*/ 365166 h 598920"/>
              <a:gd name="csX36" fmla="*/ 152051 w 644120"/>
              <a:gd name="csY36" fmla="*/ 367560 h 598920"/>
              <a:gd name="csX37" fmla="*/ 156840 w 644120"/>
              <a:gd name="csY37" fmla="*/ 353193 h 598920"/>
              <a:gd name="csX38" fmla="*/ 167615 w 644120"/>
              <a:gd name="csY38" fmla="*/ 355588 h 598920"/>
              <a:gd name="csX39" fmla="*/ 162826 w 644120"/>
              <a:gd name="csY39" fmla="*/ 353193 h 598920"/>
              <a:gd name="csX40" fmla="*/ 156840 w 644120"/>
              <a:gd name="csY40" fmla="*/ 346010 h 598920"/>
              <a:gd name="csX41" fmla="*/ 154446 w 644120"/>
              <a:gd name="csY41" fmla="*/ 350799 h 598920"/>
              <a:gd name="csX42" fmla="*/ 146065 w 644120"/>
              <a:gd name="csY42" fmla="*/ 350799 h 598920"/>
              <a:gd name="csX43" fmla="*/ 138881 w 644120"/>
              <a:gd name="csY43" fmla="*/ 341221 h 598920"/>
              <a:gd name="csX44" fmla="*/ 129303 w 644120"/>
              <a:gd name="csY44" fmla="*/ 341221 h 598920"/>
              <a:gd name="csX45" fmla="*/ 114936 w 644120"/>
              <a:gd name="csY45" fmla="*/ 351996 h 598920"/>
              <a:gd name="csX46" fmla="*/ 114936 w 644120"/>
              <a:gd name="csY46" fmla="*/ 344812 h 598920"/>
              <a:gd name="csX47" fmla="*/ 116133 w 644120"/>
              <a:gd name="csY47" fmla="*/ 338826 h 598920"/>
              <a:gd name="csX48" fmla="*/ 93386 w 644120"/>
              <a:gd name="csY48" fmla="*/ 342418 h 598920"/>
              <a:gd name="csX49" fmla="*/ 107753 w 644120"/>
              <a:gd name="csY49" fmla="*/ 347207 h 598920"/>
              <a:gd name="csX50" fmla="*/ 83808 w 644120"/>
              <a:gd name="csY50" fmla="*/ 356785 h 598920"/>
              <a:gd name="csX51" fmla="*/ 85005 w 644120"/>
              <a:gd name="csY51" fmla="*/ 369955 h 598920"/>
              <a:gd name="csX52" fmla="*/ 83808 w 644120"/>
              <a:gd name="csY52" fmla="*/ 363968 h 598920"/>
              <a:gd name="csX53" fmla="*/ 74230 w 644120"/>
              <a:gd name="csY53" fmla="*/ 361574 h 598920"/>
              <a:gd name="csX54" fmla="*/ 76624 w 644120"/>
              <a:gd name="csY54" fmla="*/ 354390 h 598920"/>
              <a:gd name="csX55" fmla="*/ 69441 w 644120"/>
              <a:gd name="csY55" fmla="*/ 350799 h 598920"/>
              <a:gd name="csX56" fmla="*/ 49087 w 644120"/>
              <a:gd name="csY56" fmla="*/ 329248 h 598920"/>
              <a:gd name="csX57" fmla="*/ 47890 w 644120"/>
              <a:gd name="csY57" fmla="*/ 316078 h 598920"/>
              <a:gd name="csX58" fmla="*/ 39509 w 644120"/>
              <a:gd name="csY58" fmla="*/ 314881 h 598920"/>
              <a:gd name="csX59" fmla="*/ 43101 w 644120"/>
              <a:gd name="csY59" fmla="*/ 307698 h 598920"/>
              <a:gd name="csX60" fmla="*/ 38312 w 644120"/>
              <a:gd name="csY60" fmla="*/ 292133 h 598920"/>
              <a:gd name="csX61" fmla="*/ 26340 w 644120"/>
              <a:gd name="csY61" fmla="*/ 271780 h 598920"/>
              <a:gd name="csX62" fmla="*/ 31129 w 644120"/>
              <a:gd name="csY62" fmla="*/ 268188 h 598920"/>
              <a:gd name="csX63" fmla="*/ 23945 w 644120"/>
              <a:gd name="csY63" fmla="*/ 263399 h 598920"/>
              <a:gd name="csX64" fmla="*/ 19156 w 644120"/>
              <a:gd name="csY64" fmla="*/ 255018 h 598920"/>
              <a:gd name="csX65" fmla="*/ 19156 w 644120"/>
              <a:gd name="csY65" fmla="*/ 234665 h 598920"/>
              <a:gd name="csX66" fmla="*/ 16762 w 644120"/>
              <a:gd name="csY66" fmla="*/ 225087 h 598920"/>
              <a:gd name="csX67" fmla="*/ 14367 w 644120"/>
              <a:gd name="csY67" fmla="*/ 214312 h 598920"/>
              <a:gd name="csX68" fmla="*/ 13170 w 644120"/>
              <a:gd name="csY68" fmla="*/ 209523 h 598920"/>
              <a:gd name="csX69" fmla="*/ 10775 w 644120"/>
              <a:gd name="csY69" fmla="*/ 216706 h 598920"/>
              <a:gd name="csX70" fmla="*/ 4789 w 644120"/>
              <a:gd name="csY70" fmla="*/ 203537 h 598920"/>
              <a:gd name="csX71" fmla="*/ 11973 w 644120"/>
              <a:gd name="csY71" fmla="*/ 198748 h 598920"/>
              <a:gd name="csX72" fmla="*/ 0 w 644120"/>
              <a:gd name="csY72" fmla="*/ 181986 h 598920"/>
              <a:gd name="csX73" fmla="*/ 2395 w 644120"/>
              <a:gd name="csY73" fmla="*/ 172408 h 598920"/>
              <a:gd name="csX74" fmla="*/ 0 w 644120"/>
              <a:gd name="csY74" fmla="*/ 162830 h 598920"/>
              <a:gd name="csX75" fmla="*/ 10775 w 644120"/>
              <a:gd name="csY75" fmla="*/ 156844 h 598920"/>
              <a:gd name="csX76" fmla="*/ 9578 w 644120"/>
              <a:gd name="csY76" fmla="*/ 144871 h 598920"/>
              <a:gd name="csX77" fmla="*/ 27537 w 644120"/>
              <a:gd name="csY77" fmla="*/ 144871 h 598920"/>
              <a:gd name="csX78" fmla="*/ 26340 w 644120"/>
              <a:gd name="csY78" fmla="*/ 138885 h 598920"/>
              <a:gd name="csX79" fmla="*/ 41904 w 644120"/>
              <a:gd name="csY79" fmla="*/ 142477 h 598920"/>
              <a:gd name="csX80" fmla="*/ 47890 w 644120"/>
              <a:gd name="csY80" fmla="*/ 137688 h 598920"/>
              <a:gd name="csX81" fmla="*/ 58665 w 644120"/>
              <a:gd name="csY81" fmla="*/ 140082 h 598920"/>
              <a:gd name="csX82" fmla="*/ 62257 w 644120"/>
              <a:gd name="csY82" fmla="*/ 138885 h 598920"/>
              <a:gd name="csX83" fmla="*/ 57468 w 644120"/>
              <a:gd name="csY83" fmla="*/ 143674 h 598920"/>
              <a:gd name="csX84" fmla="*/ 65849 w 644120"/>
              <a:gd name="csY84" fmla="*/ 140082 h 598920"/>
              <a:gd name="csX85" fmla="*/ 70638 w 644120"/>
              <a:gd name="csY85" fmla="*/ 144871 h 598920"/>
              <a:gd name="csX86" fmla="*/ 81413 w 644120"/>
              <a:gd name="csY86" fmla="*/ 138885 h 598920"/>
              <a:gd name="csX87" fmla="*/ 77821 w 644120"/>
              <a:gd name="csY87" fmla="*/ 147266 h 598920"/>
              <a:gd name="csX88" fmla="*/ 89794 w 644120"/>
              <a:gd name="csY88" fmla="*/ 144871 h 598920"/>
              <a:gd name="csX89" fmla="*/ 100569 w 644120"/>
              <a:gd name="csY89" fmla="*/ 144871 h 598920"/>
              <a:gd name="csX90" fmla="*/ 113739 w 644120"/>
              <a:gd name="csY90" fmla="*/ 140082 h 598920"/>
              <a:gd name="csX91" fmla="*/ 123317 w 644120"/>
              <a:gd name="csY91" fmla="*/ 137688 h 598920"/>
              <a:gd name="csX92" fmla="*/ 135290 w 644120"/>
              <a:gd name="csY92" fmla="*/ 142477 h 598920"/>
              <a:gd name="csX93" fmla="*/ 144868 w 644120"/>
              <a:gd name="csY93" fmla="*/ 137688 h 598920"/>
              <a:gd name="csX94" fmla="*/ 164024 w 644120"/>
              <a:gd name="csY94" fmla="*/ 137688 h 598920"/>
              <a:gd name="csX95" fmla="*/ 175996 w 644120"/>
              <a:gd name="csY95" fmla="*/ 135293 h 598920"/>
              <a:gd name="csX96" fmla="*/ 184377 w 644120"/>
              <a:gd name="csY96" fmla="*/ 128110 h 598920"/>
              <a:gd name="csX97" fmla="*/ 193955 w 644120"/>
              <a:gd name="csY97" fmla="*/ 129307 h 598920"/>
              <a:gd name="csX98" fmla="*/ 196349 w 644120"/>
              <a:gd name="csY98" fmla="*/ 135293 h 598920"/>
              <a:gd name="csX99" fmla="*/ 198744 w 644120"/>
              <a:gd name="csY99" fmla="*/ 128110 h 598920"/>
              <a:gd name="csX100" fmla="*/ 221491 w 644120"/>
              <a:gd name="csY100" fmla="*/ 128110 h 598920"/>
              <a:gd name="csX101" fmla="*/ 229872 w 644120"/>
              <a:gd name="csY101" fmla="*/ 128110 h 598920"/>
              <a:gd name="csX102" fmla="*/ 238252 w 644120"/>
              <a:gd name="csY102" fmla="*/ 128110 h 598920"/>
              <a:gd name="csX103" fmla="*/ 244239 w 644120"/>
              <a:gd name="csY103" fmla="*/ 135293 h 598920"/>
              <a:gd name="csX104" fmla="*/ 247830 w 644120"/>
              <a:gd name="csY104" fmla="*/ 130504 h 598920"/>
              <a:gd name="csX105" fmla="*/ 259803 w 644120"/>
              <a:gd name="csY105" fmla="*/ 130504 h 598920"/>
              <a:gd name="csX106" fmla="*/ 268184 w 644120"/>
              <a:gd name="csY106" fmla="*/ 135293 h 598920"/>
              <a:gd name="csX107" fmla="*/ 275367 w 644120"/>
              <a:gd name="csY107" fmla="*/ 130504 h 598920"/>
              <a:gd name="csX108" fmla="*/ 278959 w 644120"/>
              <a:gd name="csY108" fmla="*/ 135293 h 598920"/>
              <a:gd name="csX109" fmla="*/ 289734 w 644120"/>
              <a:gd name="csY109" fmla="*/ 132899 h 598920"/>
              <a:gd name="csX110" fmla="*/ 298115 w 644120"/>
              <a:gd name="csY110" fmla="*/ 125715 h 598920"/>
              <a:gd name="csX111" fmla="*/ 301707 w 644120"/>
              <a:gd name="csY111" fmla="*/ 129307 h 598920"/>
              <a:gd name="csX112" fmla="*/ 329243 w 644120"/>
              <a:gd name="csY112" fmla="*/ 123321 h 598920"/>
              <a:gd name="csX113" fmla="*/ 331638 w 644120"/>
              <a:gd name="csY113" fmla="*/ 125715 h 598920"/>
              <a:gd name="csX114" fmla="*/ 341216 w 644120"/>
              <a:gd name="csY114" fmla="*/ 116137 h 598920"/>
              <a:gd name="csX115" fmla="*/ 346005 w 644120"/>
              <a:gd name="csY115" fmla="*/ 130504 h 598920"/>
              <a:gd name="csX116" fmla="*/ 349597 w 644120"/>
              <a:gd name="csY116" fmla="*/ 126913 h 598920"/>
              <a:gd name="csX117" fmla="*/ 347202 w 644120"/>
              <a:gd name="csY117" fmla="*/ 118532 h 598920"/>
              <a:gd name="csX118" fmla="*/ 365161 w 644120"/>
              <a:gd name="csY118" fmla="*/ 120926 h 598920"/>
              <a:gd name="csX119" fmla="*/ 375936 w 644120"/>
              <a:gd name="csY119" fmla="*/ 110151 h 598920"/>
              <a:gd name="csX120" fmla="*/ 385514 w 644120"/>
              <a:gd name="csY120" fmla="*/ 111348 h 598920"/>
              <a:gd name="csX121" fmla="*/ 385514 w 644120"/>
              <a:gd name="csY121" fmla="*/ 101770 h 598920"/>
              <a:gd name="csX122" fmla="*/ 396290 w 644120"/>
              <a:gd name="csY122" fmla="*/ 101770 h 598920"/>
              <a:gd name="csX123" fmla="*/ 404670 w 644120"/>
              <a:gd name="csY123" fmla="*/ 85009 h 598920"/>
              <a:gd name="csX124" fmla="*/ 419037 w 644120"/>
              <a:gd name="csY124" fmla="*/ 85009 h 598920"/>
              <a:gd name="csX125" fmla="*/ 436996 w 644120"/>
              <a:gd name="csY125" fmla="*/ 63458 h 598920"/>
              <a:gd name="csX126" fmla="*/ 439391 w 644120"/>
              <a:gd name="csY126" fmla="*/ 68247 h 598920"/>
              <a:gd name="csX127" fmla="*/ 447771 w 644120"/>
              <a:gd name="csY127" fmla="*/ 62261 h 598920"/>
              <a:gd name="csX128" fmla="*/ 444180 w 644120"/>
              <a:gd name="csY128" fmla="*/ 49091 h 598920"/>
              <a:gd name="csX129" fmla="*/ 433404 w 644120"/>
              <a:gd name="csY129" fmla="*/ 44302 h 598920"/>
              <a:gd name="csX130" fmla="*/ 531579 w 644120"/>
              <a:gd name="csY130" fmla="*/ 1201 h 598920"/>
              <a:gd name="csX131" fmla="*/ 548341 w 644120"/>
              <a:gd name="csY131" fmla="*/ 4 h 598920"/>
              <a:gd name="csX132" fmla="*/ 553130 w 644120"/>
              <a:gd name="csY132" fmla="*/ 21554 h 598920"/>
              <a:gd name="csX133" fmla="*/ 539960 w 644120"/>
              <a:gd name="csY133" fmla="*/ 20357 h 598920"/>
              <a:gd name="csX134" fmla="*/ 532776 w 644120"/>
              <a:gd name="csY134" fmla="*/ 20357 h 598920"/>
              <a:gd name="csX135" fmla="*/ 526790 w 644120"/>
              <a:gd name="csY135" fmla="*/ 37119 h 598920"/>
              <a:gd name="csX136" fmla="*/ 522001 w 644120"/>
              <a:gd name="csY136" fmla="*/ 40710 h 598920"/>
              <a:gd name="csX137" fmla="*/ 516015 w 644120"/>
              <a:gd name="csY137" fmla="*/ 39513 h 598920"/>
              <a:gd name="csX138" fmla="*/ 510029 w 644120"/>
              <a:gd name="csY138" fmla="*/ 46697 h 598920"/>
              <a:gd name="csX139" fmla="*/ 507634 w 644120"/>
              <a:gd name="csY139" fmla="*/ 55077 h 598920"/>
              <a:gd name="csX140" fmla="*/ 519607 w 644120"/>
              <a:gd name="csY140" fmla="*/ 53880 h 598920"/>
              <a:gd name="csX141" fmla="*/ 519607 w 644120"/>
              <a:gd name="csY141" fmla="*/ 46697 h 598920"/>
              <a:gd name="csX142" fmla="*/ 529185 w 644120"/>
              <a:gd name="csY142" fmla="*/ 61064 h 598920"/>
              <a:gd name="csX143" fmla="*/ 532776 w 644120"/>
              <a:gd name="csY143" fmla="*/ 53880 h 598920"/>
              <a:gd name="csX144" fmla="*/ 548341 w 644120"/>
              <a:gd name="csY144" fmla="*/ 61064 h 598920"/>
              <a:gd name="csX145" fmla="*/ 560313 w 644120"/>
              <a:gd name="csY145" fmla="*/ 67050 h 598920"/>
              <a:gd name="csX146" fmla="*/ 550735 w 644120"/>
              <a:gd name="csY146" fmla="*/ 70642 h 598920"/>
              <a:gd name="csX147" fmla="*/ 555524 w 644120"/>
              <a:gd name="csY147" fmla="*/ 74233 h 598920"/>
              <a:gd name="csX148" fmla="*/ 561510 w 644120"/>
              <a:gd name="csY148" fmla="*/ 80220 h 598920"/>
              <a:gd name="csX149" fmla="*/ 557919 w 644120"/>
              <a:gd name="csY149" fmla="*/ 88600 h 598920"/>
              <a:gd name="csX150" fmla="*/ 573483 w 644120"/>
              <a:gd name="csY150" fmla="*/ 94587 h 598920"/>
              <a:gd name="csX151" fmla="*/ 572286 w 644120"/>
              <a:gd name="csY151" fmla="*/ 112545 h 598920"/>
              <a:gd name="csX152" fmla="*/ 580666 w 644120"/>
              <a:gd name="csY152" fmla="*/ 111348 h 598920"/>
              <a:gd name="csX153" fmla="*/ 583061 w 644120"/>
              <a:gd name="csY153" fmla="*/ 113743 h 598920"/>
              <a:gd name="csX154" fmla="*/ 584258 w 644120"/>
              <a:gd name="csY154" fmla="*/ 104165 h 598920"/>
              <a:gd name="csX155" fmla="*/ 599822 w 644120"/>
              <a:gd name="csY155" fmla="*/ 118532 h 598920"/>
              <a:gd name="csX156" fmla="*/ 602217 w 644120"/>
              <a:gd name="csY156" fmla="*/ 116137 h 598920"/>
              <a:gd name="csX157" fmla="*/ 607006 w 644120"/>
              <a:gd name="csY157" fmla="*/ 128110 h 598920"/>
              <a:gd name="csX158" fmla="*/ 612992 w 644120"/>
              <a:gd name="csY158" fmla="*/ 122123 h 598920"/>
              <a:gd name="csX159" fmla="*/ 605809 w 644120"/>
              <a:gd name="csY159" fmla="*/ 116137 h 598920"/>
              <a:gd name="csX160" fmla="*/ 616584 w 644120"/>
              <a:gd name="csY160" fmla="*/ 118532 h 598920"/>
              <a:gd name="csX161" fmla="*/ 622570 w 644120"/>
              <a:gd name="csY161" fmla="*/ 112545 h 598920"/>
              <a:gd name="csX162" fmla="*/ 628557 w 644120"/>
              <a:gd name="csY162" fmla="*/ 106559 h 598920"/>
              <a:gd name="csX163" fmla="*/ 644121 w 644120"/>
              <a:gd name="csY163" fmla="*/ 99376 h 598920"/>
              <a:gd name="csX164" fmla="*/ 641726 w 644120"/>
              <a:gd name="csY164" fmla="*/ 108954 h 598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</a:cxnLst>
            <a:rect l="l" t="t" r="r" b="b"/>
            <a:pathLst>
              <a:path w="644120" h="598920">
                <a:moveTo>
                  <a:pt x="641726" y="108954"/>
                </a:moveTo>
                <a:cubicBezTo>
                  <a:pt x="581864" y="180789"/>
                  <a:pt x="522001" y="252624"/>
                  <a:pt x="462138" y="324459"/>
                </a:cubicBezTo>
                <a:cubicBezTo>
                  <a:pt x="382593" y="413990"/>
                  <a:pt x="305179" y="505388"/>
                  <a:pt x="229872" y="598630"/>
                </a:cubicBezTo>
                <a:cubicBezTo>
                  <a:pt x="224388" y="599635"/>
                  <a:pt x="219599" y="598031"/>
                  <a:pt x="215504" y="593841"/>
                </a:cubicBezTo>
                <a:cubicBezTo>
                  <a:pt x="201449" y="580192"/>
                  <a:pt x="187873" y="566208"/>
                  <a:pt x="174799" y="551937"/>
                </a:cubicBezTo>
                <a:cubicBezTo>
                  <a:pt x="182677" y="553278"/>
                  <a:pt x="188663" y="557253"/>
                  <a:pt x="192758" y="563910"/>
                </a:cubicBezTo>
                <a:cubicBezTo>
                  <a:pt x="193955" y="561515"/>
                  <a:pt x="195152" y="559121"/>
                  <a:pt x="196349" y="556726"/>
                </a:cubicBezTo>
                <a:cubicBezTo>
                  <a:pt x="192303" y="553086"/>
                  <a:pt x="188711" y="549112"/>
                  <a:pt x="185574" y="544753"/>
                </a:cubicBezTo>
                <a:cubicBezTo>
                  <a:pt x="184161" y="541401"/>
                  <a:pt x="184544" y="538217"/>
                  <a:pt x="186771" y="535175"/>
                </a:cubicBezTo>
                <a:cubicBezTo>
                  <a:pt x="179205" y="529596"/>
                  <a:pt x="172811" y="522820"/>
                  <a:pt x="167615" y="514822"/>
                </a:cubicBezTo>
                <a:cubicBezTo>
                  <a:pt x="174009" y="513218"/>
                  <a:pt x="174009" y="511637"/>
                  <a:pt x="167615" y="510033"/>
                </a:cubicBezTo>
                <a:cubicBezTo>
                  <a:pt x="168406" y="509243"/>
                  <a:pt x="169220" y="508429"/>
                  <a:pt x="170010" y="507639"/>
                </a:cubicBezTo>
                <a:cubicBezTo>
                  <a:pt x="164119" y="505915"/>
                  <a:pt x="161725" y="502706"/>
                  <a:pt x="162826" y="498061"/>
                </a:cubicBezTo>
                <a:cubicBezTo>
                  <a:pt x="161629" y="496863"/>
                  <a:pt x="160432" y="495666"/>
                  <a:pt x="159235" y="494469"/>
                </a:cubicBezTo>
                <a:cubicBezTo>
                  <a:pt x="157630" y="497654"/>
                  <a:pt x="156050" y="497654"/>
                  <a:pt x="154446" y="494469"/>
                </a:cubicBezTo>
                <a:cubicBezTo>
                  <a:pt x="150375" y="484508"/>
                  <a:pt x="145586" y="474930"/>
                  <a:pt x="140079" y="465735"/>
                </a:cubicBezTo>
                <a:cubicBezTo>
                  <a:pt x="137900" y="468489"/>
                  <a:pt x="135888" y="468105"/>
                  <a:pt x="134092" y="464538"/>
                </a:cubicBezTo>
                <a:cubicBezTo>
                  <a:pt x="135433" y="460778"/>
                  <a:pt x="133829" y="457594"/>
                  <a:pt x="129303" y="454960"/>
                </a:cubicBezTo>
                <a:cubicBezTo>
                  <a:pt x="129303" y="451775"/>
                  <a:pt x="129303" y="448566"/>
                  <a:pt x="129303" y="445382"/>
                </a:cubicBezTo>
                <a:cubicBezTo>
                  <a:pt x="121521" y="441742"/>
                  <a:pt x="120324" y="436570"/>
                  <a:pt x="125712" y="429817"/>
                </a:cubicBezTo>
                <a:cubicBezTo>
                  <a:pt x="126693" y="430919"/>
                  <a:pt x="127891" y="431709"/>
                  <a:pt x="129303" y="432212"/>
                </a:cubicBezTo>
                <a:cubicBezTo>
                  <a:pt x="133230" y="428812"/>
                  <a:pt x="135218" y="424837"/>
                  <a:pt x="135290" y="420239"/>
                </a:cubicBezTo>
                <a:cubicBezTo>
                  <a:pt x="133733" y="423113"/>
                  <a:pt x="132536" y="423113"/>
                  <a:pt x="131698" y="420239"/>
                </a:cubicBezTo>
                <a:cubicBezTo>
                  <a:pt x="135936" y="418587"/>
                  <a:pt x="139935" y="416600"/>
                  <a:pt x="143670" y="414253"/>
                </a:cubicBezTo>
                <a:cubicBezTo>
                  <a:pt x="140988" y="413654"/>
                  <a:pt x="138594" y="412457"/>
                  <a:pt x="136487" y="410661"/>
                </a:cubicBezTo>
                <a:cubicBezTo>
                  <a:pt x="138307" y="409679"/>
                  <a:pt x="140701" y="409272"/>
                  <a:pt x="143670" y="409464"/>
                </a:cubicBezTo>
                <a:cubicBezTo>
                  <a:pt x="142569" y="408482"/>
                  <a:pt x="141779" y="407285"/>
                  <a:pt x="141276" y="405872"/>
                </a:cubicBezTo>
                <a:cubicBezTo>
                  <a:pt x="143335" y="399982"/>
                  <a:pt x="146544" y="394786"/>
                  <a:pt x="150854" y="390308"/>
                </a:cubicBezTo>
                <a:cubicBezTo>
                  <a:pt x="144963" y="385902"/>
                  <a:pt x="141372" y="387913"/>
                  <a:pt x="140079" y="396294"/>
                </a:cubicBezTo>
                <a:cubicBezTo>
                  <a:pt x="138857" y="391385"/>
                  <a:pt x="136870" y="387004"/>
                  <a:pt x="134092" y="383124"/>
                </a:cubicBezTo>
                <a:cubicBezTo>
                  <a:pt x="138833" y="381664"/>
                  <a:pt x="139624" y="379269"/>
                  <a:pt x="136487" y="375941"/>
                </a:cubicBezTo>
                <a:cubicBezTo>
                  <a:pt x="139552" y="374313"/>
                  <a:pt x="142353" y="374696"/>
                  <a:pt x="144868" y="377138"/>
                </a:cubicBezTo>
                <a:cubicBezTo>
                  <a:pt x="147454" y="372613"/>
                  <a:pt x="150638" y="371798"/>
                  <a:pt x="154446" y="374744"/>
                </a:cubicBezTo>
                <a:cubicBezTo>
                  <a:pt x="156840" y="372349"/>
                  <a:pt x="159235" y="369955"/>
                  <a:pt x="161629" y="367560"/>
                </a:cubicBezTo>
                <a:cubicBezTo>
                  <a:pt x="163233" y="373953"/>
                  <a:pt x="164814" y="373953"/>
                  <a:pt x="166418" y="367560"/>
                </a:cubicBezTo>
                <a:cubicBezTo>
                  <a:pt x="169411" y="373259"/>
                  <a:pt x="170201" y="372469"/>
                  <a:pt x="168813" y="365166"/>
                </a:cubicBezTo>
                <a:cubicBezTo>
                  <a:pt x="163209" y="363537"/>
                  <a:pt x="157606" y="364352"/>
                  <a:pt x="152051" y="367560"/>
                </a:cubicBezTo>
                <a:cubicBezTo>
                  <a:pt x="148603" y="361885"/>
                  <a:pt x="150207" y="357096"/>
                  <a:pt x="156840" y="353193"/>
                </a:cubicBezTo>
                <a:cubicBezTo>
                  <a:pt x="160097" y="355300"/>
                  <a:pt x="163688" y="356090"/>
                  <a:pt x="167615" y="355588"/>
                </a:cubicBezTo>
                <a:cubicBezTo>
                  <a:pt x="168022" y="347686"/>
                  <a:pt x="166418" y="346896"/>
                  <a:pt x="162826" y="353193"/>
                </a:cubicBezTo>
                <a:cubicBezTo>
                  <a:pt x="159713" y="351780"/>
                  <a:pt x="157726" y="349386"/>
                  <a:pt x="156840" y="346010"/>
                </a:cubicBezTo>
                <a:cubicBezTo>
                  <a:pt x="156050" y="347614"/>
                  <a:pt x="155236" y="349194"/>
                  <a:pt x="154446" y="350799"/>
                </a:cubicBezTo>
                <a:cubicBezTo>
                  <a:pt x="151788" y="347901"/>
                  <a:pt x="148986" y="347901"/>
                  <a:pt x="146065" y="350799"/>
                </a:cubicBezTo>
                <a:cubicBezTo>
                  <a:pt x="141156" y="349410"/>
                  <a:pt x="138762" y="346225"/>
                  <a:pt x="138881" y="341221"/>
                </a:cubicBezTo>
                <a:cubicBezTo>
                  <a:pt x="135697" y="341221"/>
                  <a:pt x="132488" y="341221"/>
                  <a:pt x="129303" y="341221"/>
                </a:cubicBezTo>
                <a:cubicBezTo>
                  <a:pt x="129423" y="351158"/>
                  <a:pt x="124634" y="354750"/>
                  <a:pt x="114936" y="351996"/>
                </a:cubicBezTo>
                <a:cubicBezTo>
                  <a:pt x="120659" y="350344"/>
                  <a:pt x="120659" y="347949"/>
                  <a:pt x="114936" y="344812"/>
                </a:cubicBezTo>
                <a:cubicBezTo>
                  <a:pt x="120755" y="343735"/>
                  <a:pt x="121162" y="341747"/>
                  <a:pt x="116133" y="338826"/>
                </a:cubicBezTo>
                <a:cubicBezTo>
                  <a:pt x="108758" y="340718"/>
                  <a:pt x="101192" y="341915"/>
                  <a:pt x="93386" y="342418"/>
                </a:cubicBezTo>
                <a:cubicBezTo>
                  <a:pt x="98175" y="344022"/>
                  <a:pt x="102964" y="345603"/>
                  <a:pt x="107753" y="347207"/>
                </a:cubicBezTo>
                <a:cubicBezTo>
                  <a:pt x="101096" y="353457"/>
                  <a:pt x="93122" y="356641"/>
                  <a:pt x="83808" y="356785"/>
                </a:cubicBezTo>
                <a:cubicBezTo>
                  <a:pt x="92164" y="360975"/>
                  <a:pt x="92572" y="365357"/>
                  <a:pt x="85005" y="369955"/>
                </a:cubicBezTo>
                <a:cubicBezTo>
                  <a:pt x="78468" y="367895"/>
                  <a:pt x="78061" y="365908"/>
                  <a:pt x="83808" y="363968"/>
                </a:cubicBezTo>
                <a:cubicBezTo>
                  <a:pt x="80623" y="363178"/>
                  <a:pt x="77414" y="362364"/>
                  <a:pt x="74230" y="361574"/>
                </a:cubicBezTo>
                <a:cubicBezTo>
                  <a:pt x="75020" y="359179"/>
                  <a:pt x="75834" y="356785"/>
                  <a:pt x="76624" y="354390"/>
                </a:cubicBezTo>
                <a:cubicBezTo>
                  <a:pt x="73942" y="353792"/>
                  <a:pt x="71548" y="352595"/>
                  <a:pt x="69441" y="350799"/>
                </a:cubicBezTo>
                <a:cubicBezTo>
                  <a:pt x="66400" y="340167"/>
                  <a:pt x="59599" y="332984"/>
                  <a:pt x="49087" y="329248"/>
                </a:cubicBezTo>
                <a:cubicBezTo>
                  <a:pt x="46190" y="324603"/>
                  <a:pt x="45807" y="320221"/>
                  <a:pt x="47890" y="316078"/>
                </a:cubicBezTo>
                <a:cubicBezTo>
                  <a:pt x="45400" y="312199"/>
                  <a:pt x="42622" y="311816"/>
                  <a:pt x="39509" y="314881"/>
                </a:cubicBezTo>
                <a:cubicBezTo>
                  <a:pt x="38767" y="311912"/>
                  <a:pt x="39964" y="309517"/>
                  <a:pt x="43101" y="307698"/>
                </a:cubicBezTo>
                <a:cubicBezTo>
                  <a:pt x="36109" y="304082"/>
                  <a:pt x="34529" y="298886"/>
                  <a:pt x="38312" y="292133"/>
                </a:cubicBezTo>
                <a:cubicBezTo>
                  <a:pt x="34864" y="285069"/>
                  <a:pt x="30865" y="278293"/>
                  <a:pt x="26340" y="271780"/>
                </a:cubicBezTo>
                <a:cubicBezTo>
                  <a:pt x="27609" y="270128"/>
                  <a:pt x="29189" y="268931"/>
                  <a:pt x="31129" y="268188"/>
                </a:cubicBezTo>
                <a:cubicBezTo>
                  <a:pt x="28231" y="266297"/>
                  <a:pt x="25837" y="264716"/>
                  <a:pt x="23945" y="263399"/>
                </a:cubicBezTo>
                <a:cubicBezTo>
                  <a:pt x="30003" y="257748"/>
                  <a:pt x="28423" y="254947"/>
                  <a:pt x="19156" y="255018"/>
                </a:cubicBezTo>
                <a:cubicBezTo>
                  <a:pt x="16331" y="247380"/>
                  <a:pt x="16331" y="240604"/>
                  <a:pt x="19156" y="234665"/>
                </a:cubicBezTo>
                <a:cubicBezTo>
                  <a:pt x="15852" y="231504"/>
                  <a:pt x="15061" y="228296"/>
                  <a:pt x="16762" y="225087"/>
                </a:cubicBezTo>
                <a:cubicBezTo>
                  <a:pt x="8333" y="222765"/>
                  <a:pt x="7543" y="219173"/>
                  <a:pt x="14367" y="214312"/>
                </a:cubicBezTo>
                <a:cubicBezTo>
                  <a:pt x="13960" y="212708"/>
                  <a:pt x="13577" y="211127"/>
                  <a:pt x="13170" y="209523"/>
                </a:cubicBezTo>
                <a:cubicBezTo>
                  <a:pt x="12380" y="211917"/>
                  <a:pt x="11565" y="214312"/>
                  <a:pt x="10775" y="216706"/>
                </a:cubicBezTo>
                <a:cubicBezTo>
                  <a:pt x="10392" y="211486"/>
                  <a:pt x="8381" y="207104"/>
                  <a:pt x="4789" y="203537"/>
                </a:cubicBezTo>
                <a:cubicBezTo>
                  <a:pt x="7591" y="202531"/>
                  <a:pt x="9985" y="200927"/>
                  <a:pt x="11973" y="198748"/>
                </a:cubicBezTo>
                <a:cubicBezTo>
                  <a:pt x="9147" y="192330"/>
                  <a:pt x="5172" y="186727"/>
                  <a:pt x="0" y="181986"/>
                </a:cubicBezTo>
                <a:cubicBezTo>
                  <a:pt x="6585" y="178754"/>
                  <a:pt x="7375" y="175569"/>
                  <a:pt x="2395" y="172408"/>
                </a:cubicBezTo>
                <a:cubicBezTo>
                  <a:pt x="8620" y="168098"/>
                  <a:pt x="7806" y="164913"/>
                  <a:pt x="0" y="162830"/>
                </a:cubicBezTo>
                <a:cubicBezTo>
                  <a:pt x="1700" y="156197"/>
                  <a:pt x="5292" y="154210"/>
                  <a:pt x="10775" y="156844"/>
                </a:cubicBezTo>
                <a:cubicBezTo>
                  <a:pt x="14511" y="151648"/>
                  <a:pt x="14128" y="147673"/>
                  <a:pt x="9578" y="144871"/>
                </a:cubicBezTo>
                <a:cubicBezTo>
                  <a:pt x="15397" y="135652"/>
                  <a:pt x="21383" y="135652"/>
                  <a:pt x="27537" y="144871"/>
                </a:cubicBezTo>
                <a:cubicBezTo>
                  <a:pt x="29021" y="142596"/>
                  <a:pt x="28614" y="140609"/>
                  <a:pt x="26340" y="138885"/>
                </a:cubicBezTo>
                <a:cubicBezTo>
                  <a:pt x="32182" y="137257"/>
                  <a:pt x="37354" y="138454"/>
                  <a:pt x="41904" y="142477"/>
                </a:cubicBezTo>
                <a:cubicBezTo>
                  <a:pt x="44179" y="141232"/>
                  <a:pt x="46166" y="139627"/>
                  <a:pt x="47890" y="137688"/>
                </a:cubicBezTo>
                <a:cubicBezTo>
                  <a:pt x="51410" y="138215"/>
                  <a:pt x="55002" y="139029"/>
                  <a:pt x="58665" y="140082"/>
                </a:cubicBezTo>
                <a:cubicBezTo>
                  <a:pt x="60006" y="135054"/>
                  <a:pt x="61204" y="134671"/>
                  <a:pt x="62257" y="138885"/>
                </a:cubicBezTo>
                <a:cubicBezTo>
                  <a:pt x="61275" y="141160"/>
                  <a:pt x="59695" y="142740"/>
                  <a:pt x="57468" y="143674"/>
                </a:cubicBezTo>
                <a:cubicBezTo>
                  <a:pt x="64963" y="149325"/>
                  <a:pt x="67764" y="148128"/>
                  <a:pt x="65849" y="140082"/>
                </a:cubicBezTo>
                <a:cubicBezTo>
                  <a:pt x="67453" y="141687"/>
                  <a:pt x="69034" y="143267"/>
                  <a:pt x="70638" y="144871"/>
                </a:cubicBezTo>
                <a:cubicBezTo>
                  <a:pt x="72099" y="138813"/>
                  <a:pt x="75690" y="136802"/>
                  <a:pt x="81413" y="138885"/>
                </a:cubicBezTo>
                <a:cubicBezTo>
                  <a:pt x="77797" y="140896"/>
                  <a:pt x="76600" y="143674"/>
                  <a:pt x="77821" y="147266"/>
                </a:cubicBezTo>
                <a:cubicBezTo>
                  <a:pt x="81916" y="144249"/>
                  <a:pt x="85891" y="143435"/>
                  <a:pt x="89794" y="144871"/>
                </a:cubicBezTo>
                <a:cubicBezTo>
                  <a:pt x="94894" y="136323"/>
                  <a:pt x="98486" y="136323"/>
                  <a:pt x="100569" y="144871"/>
                </a:cubicBezTo>
                <a:cubicBezTo>
                  <a:pt x="105885" y="145638"/>
                  <a:pt x="110291" y="144057"/>
                  <a:pt x="113739" y="140082"/>
                </a:cubicBezTo>
                <a:cubicBezTo>
                  <a:pt x="116948" y="141782"/>
                  <a:pt x="120156" y="140992"/>
                  <a:pt x="123317" y="137688"/>
                </a:cubicBezTo>
                <a:cubicBezTo>
                  <a:pt x="127316" y="141304"/>
                  <a:pt x="131315" y="142908"/>
                  <a:pt x="135290" y="142477"/>
                </a:cubicBezTo>
                <a:cubicBezTo>
                  <a:pt x="137492" y="137376"/>
                  <a:pt x="140677" y="135772"/>
                  <a:pt x="144868" y="137688"/>
                </a:cubicBezTo>
                <a:cubicBezTo>
                  <a:pt x="151381" y="131534"/>
                  <a:pt x="157750" y="131534"/>
                  <a:pt x="164024" y="137688"/>
                </a:cubicBezTo>
                <a:cubicBezTo>
                  <a:pt x="167735" y="133737"/>
                  <a:pt x="171734" y="132947"/>
                  <a:pt x="175996" y="135293"/>
                </a:cubicBezTo>
                <a:cubicBezTo>
                  <a:pt x="177672" y="131630"/>
                  <a:pt x="180474" y="129235"/>
                  <a:pt x="184377" y="128110"/>
                </a:cubicBezTo>
                <a:cubicBezTo>
                  <a:pt x="187322" y="129642"/>
                  <a:pt x="190531" y="130049"/>
                  <a:pt x="193955" y="129307"/>
                </a:cubicBezTo>
                <a:cubicBezTo>
                  <a:pt x="194985" y="131510"/>
                  <a:pt x="195775" y="133497"/>
                  <a:pt x="196349" y="135293"/>
                </a:cubicBezTo>
                <a:cubicBezTo>
                  <a:pt x="198481" y="133330"/>
                  <a:pt x="199271" y="130935"/>
                  <a:pt x="198744" y="128110"/>
                </a:cubicBezTo>
                <a:cubicBezTo>
                  <a:pt x="206357" y="128900"/>
                  <a:pt x="213924" y="128900"/>
                  <a:pt x="221491" y="128110"/>
                </a:cubicBezTo>
                <a:cubicBezTo>
                  <a:pt x="226663" y="134288"/>
                  <a:pt x="229441" y="134288"/>
                  <a:pt x="229872" y="128110"/>
                </a:cubicBezTo>
                <a:cubicBezTo>
                  <a:pt x="232793" y="131007"/>
                  <a:pt x="235594" y="131007"/>
                  <a:pt x="238252" y="128110"/>
                </a:cubicBezTo>
                <a:cubicBezTo>
                  <a:pt x="240240" y="130504"/>
                  <a:pt x="242251" y="132899"/>
                  <a:pt x="244239" y="135293"/>
                </a:cubicBezTo>
                <a:cubicBezTo>
                  <a:pt x="245891" y="134024"/>
                  <a:pt x="247088" y="132444"/>
                  <a:pt x="247830" y="130504"/>
                </a:cubicBezTo>
                <a:cubicBezTo>
                  <a:pt x="251662" y="133258"/>
                  <a:pt x="255660" y="133258"/>
                  <a:pt x="259803" y="130504"/>
                </a:cubicBezTo>
                <a:cubicBezTo>
                  <a:pt x="262892" y="131582"/>
                  <a:pt x="265669" y="133186"/>
                  <a:pt x="268184" y="135293"/>
                </a:cubicBezTo>
                <a:cubicBezTo>
                  <a:pt x="270578" y="133689"/>
                  <a:pt x="272973" y="132109"/>
                  <a:pt x="275367" y="130504"/>
                </a:cubicBezTo>
                <a:cubicBezTo>
                  <a:pt x="277019" y="131773"/>
                  <a:pt x="278217" y="133354"/>
                  <a:pt x="278959" y="135293"/>
                </a:cubicBezTo>
                <a:cubicBezTo>
                  <a:pt x="281808" y="130432"/>
                  <a:pt x="285400" y="129642"/>
                  <a:pt x="289734" y="132899"/>
                </a:cubicBezTo>
                <a:cubicBezTo>
                  <a:pt x="292871" y="130959"/>
                  <a:pt x="295673" y="128565"/>
                  <a:pt x="298115" y="125715"/>
                </a:cubicBezTo>
                <a:cubicBezTo>
                  <a:pt x="299312" y="126913"/>
                  <a:pt x="300509" y="128110"/>
                  <a:pt x="301707" y="129307"/>
                </a:cubicBezTo>
                <a:cubicBezTo>
                  <a:pt x="311883" y="131582"/>
                  <a:pt x="321054" y="129594"/>
                  <a:pt x="329243" y="123321"/>
                </a:cubicBezTo>
                <a:cubicBezTo>
                  <a:pt x="330034" y="124111"/>
                  <a:pt x="330848" y="124925"/>
                  <a:pt x="331638" y="125715"/>
                </a:cubicBezTo>
                <a:cubicBezTo>
                  <a:pt x="334823" y="122531"/>
                  <a:pt x="338031" y="119322"/>
                  <a:pt x="341216" y="116137"/>
                </a:cubicBezTo>
                <a:cubicBezTo>
                  <a:pt x="341623" y="121429"/>
                  <a:pt x="343227" y="126218"/>
                  <a:pt x="346005" y="130504"/>
                </a:cubicBezTo>
                <a:cubicBezTo>
                  <a:pt x="347202" y="129307"/>
                  <a:pt x="348400" y="128110"/>
                  <a:pt x="349597" y="126913"/>
                </a:cubicBezTo>
                <a:cubicBezTo>
                  <a:pt x="347585" y="124494"/>
                  <a:pt x="346795" y="121693"/>
                  <a:pt x="347202" y="118532"/>
                </a:cubicBezTo>
                <a:cubicBezTo>
                  <a:pt x="353428" y="120806"/>
                  <a:pt x="359414" y="121597"/>
                  <a:pt x="365161" y="120926"/>
                </a:cubicBezTo>
                <a:cubicBezTo>
                  <a:pt x="368705" y="117382"/>
                  <a:pt x="372297" y="113791"/>
                  <a:pt x="375936" y="110151"/>
                </a:cubicBezTo>
                <a:cubicBezTo>
                  <a:pt x="379289" y="108738"/>
                  <a:pt x="382473" y="109121"/>
                  <a:pt x="385514" y="111348"/>
                </a:cubicBezTo>
                <a:cubicBezTo>
                  <a:pt x="388244" y="108283"/>
                  <a:pt x="388244" y="105099"/>
                  <a:pt x="385514" y="101770"/>
                </a:cubicBezTo>
                <a:cubicBezTo>
                  <a:pt x="389657" y="96167"/>
                  <a:pt x="393249" y="96167"/>
                  <a:pt x="396290" y="101770"/>
                </a:cubicBezTo>
                <a:cubicBezTo>
                  <a:pt x="402755" y="98083"/>
                  <a:pt x="405556" y="92480"/>
                  <a:pt x="404670" y="85009"/>
                </a:cubicBezTo>
                <a:cubicBezTo>
                  <a:pt x="409866" y="84003"/>
                  <a:pt x="414655" y="84003"/>
                  <a:pt x="419037" y="85009"/>
                </a:cubicBezTo>
                <a:cubicBezTo>
                  <a:pt x="423659" y="76772"/>
                  <a:pt x="429645" y="69588"/>
                  <a:pt x="436996" y="63458"/>
                </a:cubicBezTo>
                <a:cubicBezTo>
                  <a:pt x="437786" y="65062"/>
                  <a:pt x="438601" y="66643"/>
                  <a:pt x="439391" y="68247"/>
                </a:cubicBezTo>
                <a:cubicBezTo>
                  <a:pt x="441546" y="65374"/>
                  <a:pt x="444347" y="63386"/>
                  <a:pt x="447771" y="62261"/>
                </a:cubicBezTo>
                <a:cubicBezTo>
                  <a:pt x="442719" y="58669"/>
                  <a:pt x="441522" y="54287"/>
                  <a:pt x="444180" y="49091"/>
                </a:cubicBezTo>
                <a:cubicBezTo>
                  <a:pt x="440301" y="47654"/>
                  <a:pt x="436709" y="46050"/>
                  <a:pt x="433404" y="44302"/>
                </a:cubicBezTo>
                <a:cubicBezTo>
                  <a:pt x="465299" y="27948"/>
                  <a:pt x="498032" y="13581"/>
                  <a:pt x="531579" y="1201"/>
                </a:cubicBezTo>
                <a:cubicBezTo>
                  <a:pt x="537254" y="363"/>
                  <a:pt x="542833" y="-44"/>
                  <a:pt x="548341" y="4"/>
                </a:cubicBezTo>
                <a:cubicBezTo>
                  <a:pt x="544917" y="8145"/>
                  <a:pt x="546521" y="15329"/>
                  <a:pt x="553130" y="21554"/>
                </a:cubicBezTo>
                <a:cubicBezTo>
                  <a:pt x="548173" y="26702"/>
                  <a:pt x="543767" y="26295"/>
                  <a:pt x="539960" y="20357"/>
                </a:cubicBezTo>
                <a:cubicBezTo>
                  <a:pt x="537565" y="26750"/>
                  <a:pt x="535171" y="26750"/>
                  <a:pt x="532776" y="20357"/>
                </a:cubicBezTo>
                <a:cubicBezTo>
                  <a:pt x="530621" y="25864"/>
                  <a:pt x="528634" y="31468"/>
                  <a:pt x="526790" y="37119"/>
                </a:cubicBezTo>
                <a:cubicBezTo>
                  <a:pt x="517068" y="29911"/>
                  <a:pt x="515464" y="31108"/>
                  <a:pt x="522001" y="40710"/>
                </a:cubicBezTo>
                <a:cubicBezTo>
                  <a:pt x="519726" y="42195"/>
                  <a:pt x="517739" y="41788"/>
                  <a:pt x="516015" y="39513"/>
                </a:cubicBezTo>
                <a:cubicBezTo>
                  <a:pt x="514482" y="42267"/>
                  <a:pt x="512471" y="44661"/>
                  <a:pt x="510029" y="46697"/>
                </a:cubicBezTo>
                <a:cubicBezTo>
                  <a:pt x="513668" y="50672"/>
                  <a:pt x="512878" y="53449"/>
                  <a:pt x="507634" y="55077"/>
                </a:cubicBezTo>
                <a:cubicBezTo>
                  <a:pt x="511848" y="56993"/>
                  <a:pt x="515847" y="56586"/>
                  <a:pt x="519607" y="53880"/>
                </a:cubicBezTo>
                <a:cubicBezTo>
                  <a:pt x="513213" y="51486"/>
                  <a:pt x="513213" y="49091"/>
                  <a:pt x="519607" y="46697"/>
                </a:cubicBezTo>
                <a:cubicBezTo>
                  <a:pt x="524851" y="50001"/>
                  <a:pt x="528035" y="54790"/>
                  <a:pt x="529185" y="61064"/>
                </a:cubicBezTo>
                <a:cubicBezTo>
                  <a:pt x="528706" y="58597"/>
                  <a:pt x="529903" y="56203"/>
                  <a:pt x="532776" y="53880"/>
                </a:cubicBezTo>
                <a:cubicBezTo>
                  <a:pt x="536871" y="60154"/>
                  <a:pt x="542067" y="62548"/>
                  <a:pt x="548341" y="61064"/>
                </a:cubicBezTo>
                <a:cubicBezTo>
                  <a:pt x="551669" y="64320"/>
                  <a:pt x="555668" y="66332"/>
                  <a:pt x="560313" y="67050"/>
                </a:cubicBezTo>
                <a:cubicBezTo>
                  <a:pt x="556865" y="67577"/>
                  <a:pt x="553680" y="68774"/>
                  <a:pt x="550735" y="70642"/>
                </a:cubicBezTo>
                <a:cubicBezTo>
                  <a:pt x="552986" y="70618"/>
                  <a:pt x="554590" y="71815"/>
                  <a:pt x="555524" y="74233"/>
                </a:cubicBezTo>
                <a:cubicBezTo>
                  <a:pt x="549969" y="81489"/>
                  <a:pt x="551980" y="83476"/>
                  <a:pt x="561510" y="80220"/>
                </a:cubicBezTo>
                <a:cubicBezTo>
                  <a:pt x="567161" y="87714"/>
                  <a:pt x="565964" y="90516"/>
                  <a:pt x="557919" y="88600"/>
                </a:cubicBezTo>
                <a:cubicBezTo>
                  <a:pt x="561439" y="95760"/>
                  <a:pt x="566611" y="97771"/>
                  <a:pt x="573483" y="94587"/>
                </a:cubicBezTo>
                <a:cubicBezTo>
                  <a:pt x="575327" y="100812"/>
                  <a:pt x="574920" y="106799"/>
                  <a:pt x="572286" y="112545"/>
                </a:cubicBezTo>
                <a:cubicBezTo>
                  <a:pt x="575279" y="116903"/>
                  <a:pt x="578080" y="116520"/>
                  <a:pt x="580666" y="111348"/>
                </a:cubicBezTo>
                <a:cubicBezTo>
                  <a:pt x="581457" y="112138"/>
                  <a:pt x="582271" y="112953"/>
                  <a:pt x="583061" y="113743"/>
                </a:cubicBezTo>
                <a:cubicBezTo>
                  <a:pt x="583253" y="109959"/>
                  <a:pt x="583660" y="106751"/>
                  <a:pt x="584258" y="104165"/>
                </a:cubicBezTo>
                <a:cubicBezTo>
                  <a:pt x="587922" y="110606"/>
                  <a:pt x="593118" y="115395"/>
                  <a:pt x="599822" y="118532"/>
                </a:cubicBezTo>
                <a:cubicBezTo>
                  <a:pt x="600613" y="117742"/>
                  <a:pt x="601427" y="116927"/>
                  <a:pt x="602217" y="116137"/>
                </a:cubicBezTo>
                <a:cubicBezTo>
                  <a:pt x="604276" y="119944"/>
                  <a:pt x="605881" y="123919"/>
                  <a:pt x="607006" y="128110"/>
                </a:cubicBezTo>
                <a:cubicBezTo>
                  <a:pt x="608203" y="125308"/>
                  <a:pt x="610191" y="123321"/>
                  <a:pt x="612992" y="122123"/>
                </a:cubicBezTo>
                <a:cubicBezTo>
                  <a:pt x="611532" y="117191"/>
                  <a:pt x="609137" y="115203"/>
                  <a:pt x="605809" y="116137"/>
                </a:cubicBezTo>
                <a:cubicBezTo>
                  <a:pt x="610239" y="112953"/>
                  <a:pt x="613830" y="113743"/>
                  <a:pt x="616584" y="118532"/>
                </a:cubicBezTo>
                <a:cubicBezTo>
                  <a:pt x="618572" y="116544"/>
                  <a:pt x="620583" y="114533"/>
                  <a:pt x="622570" y="112545"/>
                </a:cubicBezTo>
                <a:cubicBezTo>
                  <a:pt x="619769" y="105769"/>
                  <a:pt x="621780" y="103758"/>
                  <a:pt x="628557" y="106559"/>
                </a:cubicBezTo>
                <a:cubicBezTo>
                  <a:pt x="631143" y="97915"/>
                  <a:pt x="636339" y="95521"/>
                  <a:pt x="644121" y="99376"/>
                </a:cubicBezTo>
                <a:cubicBezTo>
                  <a:pt x="642325" y="102345"/>
                  <a:pt x="641535" y="105530"/>
                  <a:pt x="641726" y="108954"/>
                </a:cubicBezTo>
                <a:close/>
              </a:path>
            </a:pathLst>
          </a:custGeom>
          <a:solidFill>
            <a:srgbClr val="CDDAC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2E2F093-E971-BA82-BADA-EFE654E407CC}"/>
              </a:ext>
            </a:extLst>
          </p:cNvPr>
          <p:cNvSpPr/>
          <p:nvPr/>
        </p:nvSpPr>
        <p:spPr>
          <a:xfrm>
            <a:off x="9017570" y="4694238"/>
            <a:ext cx="181982" cy="131233"/>
          </a:xfrm>
          <a:custGeom>
            <a:avLst/>
            <a:gdLst>
              <a:gd name="csX0" fmla="*/ 134092 w 181982"/>
              <a:gd name="csY0" fmla="*/ 112078 h 131233"/>
              <a:gd name="csX1" fmla="*/ 136487 w 181982"/>
              <a:gd name="csY1" fmla="*/ 102500 h 131233"/>
              <a:gd name="csX2" fmla="*/ 120922 w 181982"/>
              <a:gd name="csY2" fmla="*/ 109683 h 131233"/>
              <a:gd name="csX3" fmla="*/ 114936 w 181982"/>
              <a:gd name="csY3" fmla="*/ 115670 h 131233"/>
              <a:gd name="csX4" fmla="*/ 108950 w 181982"/>
              <a:gd name="csY4" fmla="*/ 121656 h 131233"/>
              <a:gd name="csX5" fmla="*/ 98175 w 181982"/>
              <a:gd name="csY5" fmla="*/ 119261 h 131233"/>
              <a:gd name="csX6" fmla="*/ 105358 w 181982"/>
              <a:gd name="csY6" fmla="*/ 125248 h 131233"/>
              <a:gd name="csX7" fmla="*/ 99372 w 181982"/>
              <a:gd name="csY7" fmla="*/ 131234 h 131233"/>
              <a:gd name="csX8" fmla="*/ 94583 w 181982"/>
              <a:gd name="csY8" fmla="*/ 119261 h 131233"/>
              <a:gd name="csX9" fmla="*/ 92188 w 181982"/>
              <a:gd name="csY9" fmla="*/ 121656 h 131233"/>
              <a:gd name="csX10" fmla="*/ 76624 w 181982"/>
              <a:gd name="csY10" fmla="*/ 107289 h 131233"/>
              <a:gd name="csX11" fmla="*/ 75427 w 181982"/>
              <a:gd name="csY11" fmla="*/ 116867 h 131233"/>
              <a:gd name="csX12" fmla="*/ 73032 w 181982"/>
              <a:gd name="csY12" fmla="*/ 114472 h 131233"/>
              <a:gd name="csX13" fmla="*/ 64652 w 181982"/>
              <a:gd name="csY13" fmla="*/ 115670 h 131233"/>
              <a:gd name="csX14" fmla="*/ 65849 w 181982"/>
              <a:gd name="csY14" fmla="*/ 97711 h 131233"/>
              <a:gd name="csX15" fmla="*/ 50285 w 181982"/>
              <a:gd name="csY15" fmla="*/ 91724 h 131233"/>
              <a:gd name="csX16" fmla="*/ 53876 w 181982"/>
              <a:gd name="csY16" fmla="*/ 83344 h 131233"/>
              <a:gd name="csX17" fmla="*/ 47890 w 181982"/>
              <a:gd name="csY17" fmla="*/ 77357 h 131233"/>
              <a:gd name="csX18" fmla="*/ 43101 w 181982"/>
              <a:gd name="csY18" fmla="*/ 73766 h 131233"/>
              <a:gd name="csX19" fmla="*/ 52679 w 181982"/>
              <a:gd name="csY19" fmla="*/ 70174 h 131233"/>
              <a:gd name="csX20" fmla="*/ 40707 w 181982"/>
              <a:gd name="csY20" fmla="*/ 64188 h 131233"/>
              <a:gd name="csX21" fmla="*/ 25142 w 181982"/>
              <a:gd name="csY21" fmla="*/ 57004 h 131233"/>
              <a:gd name="csX22" fmla="*/ 21551 w 181982"/>
              <a:gd name="csY22" fmla="*/ 64188 h 131233"/>
              <a:gd name="csX23" fmla="*/ 11973 w 181982"/>
              <a:gd name="csY23" fmla="*/ 49821 h 131233"/>
              <a:gd name="csX24" fmla="*/ 11973 w 181982"/>
              <a:gd name="csY24" fmla="*/ 57004 h 131233"/>
              <a:gd name="csX25" fmla="*/ 0 w 181982"/>
              <a:gd name="csY25" fmla="*/ 58201 h 131233"/>
              <a:gd name="csX26" fmla="*/ 2395 w 181982"/>
              <a:gd name="csY26" fmla="*/ 49821 h 131233"/>
              <a:gd name="csX27" fmla="*/ 8381 w 181982"/>
              <a:gd name="csY27" fmla="*/ 42637 h 131233"/>
              <a:gd name="csX28" fmla="*/ 14367 w 181982"/>
              <a:gd name="csY28" fmla="*/ 43834 h 131233"/>
              <a:gd name="csX29" fmla="*/ 19156 w 181982"/>
              <a:gd name="csY29" fmla="*/ 40243 h 131233"/>
              <a:gd name="csX30" fmla="*/ 25142 w 181982"/>
              <a:gd name="csY30" fmla="*/ 23481 h 131233"/>
              <a:gd name="csX31" fmla="*/ 32326 w 181982"/>
              <a:gd name="csY31" fmla="*/ 23481 h 131233"/>
              <a:gd name="csX32" fmla="*/ 45496 w 181982"/>
              <a:gd name="csY32" fmla="*/ 24678 h 131233"/>
              <a:gd name="csX33" fmla="*/ 40707 w 181982"/>
              <a:gd name="csY33" fmla="*/ 3128 h 131233"/>
              <a:gd name="csX34" fmla="*/ 23945 w 181982"/>
              <a:gd name="csY34" fmla="*/ 4325 h 131233"/>
              <a:gd name="csX35" fmla="*/ 43101 w 181982"/>
              <a:gd name="csY35" fmla="*/ 733 h 131233"/>
              <a:gd name="csX36" fmla="*/ 179588 w 181982"/>
              <a:gd name="csY36" fmla="*/ 52215 h 131233"/>
              <a:gd name="csX37" fmla="*/ 181982 w 181982"/>
              <a:gd name="csY37" fmla="*/ 54610 h 131233"/>
              <a:gd name="csX38" fmla="*/ 134092 w 181982"/>
              <a:gd name="csY38" fmla="*/ 112078 h 131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181982" h="131233">
                <a:moveTo>
                  <a:pt x="134092" y="112078"/>
                </a:moveTo>
                <a:cubicBezTo>
                  <a:pt x="133901" y="108654"/>
                  <a:pt x="134691" y="105469"/>
                  <a:pt x="136487" y="102500"/>
                </a:cubicBezTo>
                <a:cubicBezTo>
                  <a:pt x="128705" y="98645"/>
                  <a:pt x="123509" y="101039"/>
                  <a:pt x="120922" y="109683"/>
                </a:cubicBezTo>
                <a:cubicBezTo>
                  <a:pt x="114146" y="106882"/>
                  <a:pt x="112135" y="108893"/>
                  <a:pt x="114936" y="115670"/>
                </a:cubicBezTo>
                <a:cubicBezTo>
                  <a:pt x="112949" y="117657"/>
                  <a:pt x="110937" y="119668"/>
                  <a:pt x="108950" y="121656"/>
                </a:cubicBezTo>
                <a:cubicBezTo>
                  <a:pt x="106196" y="116867"/>
                  <a:pt x="102605" y="116077"/>
                  <a:pt x="98175" y="119261"/>
                </a:cubicBezTo>
                <a:cubicBezTo>
                  <a:pt x="101503" y="118327"/>
                  <a:pt x="103898" y="120315"/>
                  <a:pt x="105358" y="125248"/>
                </a:cubicBezTo>
                <a:cubicBezTo>
                  <a:pt x="102557" y="126445"/>
                  <a:pt x="100569" y="128432"/>
                  <a:pt x="99372" y="131234"/>
                </a:cubicBezTo>
                <a:cubicBezTo>
                  <a:pt x="98247" y="127043"/>
                  <a:pt x="96642" y="123069"/>
                  <a:pt x="94583" y="119261"/>
                </a:cubicBezTo>
                <a:cubicBezTo>
                  <a:pt x="93793" y="120052"/>
                  <a:pt x="92979" y="120866"/>
                  <a:pt x="92188" y="121656"/>
                </a:cubicBezTo>
                <a:cubicBezTo>
                  <a:pt x="85484" y="118519"/>
                  <a:pt x="80288" y="113730"/>
                  <a:pt x="76624" y="107289"/>
                </a:cubicBezTo>
                <a:cubicBezTo>
                  <a:pt x="76025" y="109875"/>
                  <a:pt x="75618" y="113083"/>
                  <a:pt x="75427" y="116867"/>
                </a:cubicBezTo>
                <a:cubicBezTo>
                  <a:pt x="74637" y="116077"/>
                  <a:pt x="73823" y="115263"/>
                  <a:pt x="73032" y="114472"/>
                </a:cubicBezTo>
                <a:cubicBezTo>
                  <a:pt x="70446" y="119644"/>
                  <a:pt x="67645" y="120028"/>
                  <a:pt x="64652" y="115670"/>
                </a:cubicBezTo>
                <a:cubicBezTo>
                  <a:pt x="67286" y="109923"/>
                  <a:pt x="67693" y="103936"/>
                  <a:pt x="65849" y="97711"/>
                </a:cubicBezTo>
                <a:cubicBezTo>
                  <a:pt x="58977" y="100895"/>
                  <a:pt x="53805" y="98884"/>
                  <a:pt x="50285" y="91724"/>
                </a:cubicBezTo>
                <a:cubicBezTo>
                  <a:pt x="58330" y="93640"/>
                  <a:pt x="59527" y="90839"/>
                  <a:pt x="53876" y="83344"/>
                </a:cubicBezTo>
                <a:cubicBezTo>
                  <a:pt x="44346" y="86600"/>
                  <a:pt x="42335" y="84613"/>
                  <a:pt x="47890" y="77357"/>
                </a:cubicBezTo>
                <a:cubicBezTo>
                  <a:pt x="46956" y="74939"/>
                  <a:pt x="45352" y="73742"/>
                  <a:pt x="43101" y="73766"/>
                </a:cubicBezTo>
                <a:cubicBezTo>
                  <a:pt x="46046" y="71898"/>
                  <a:pt x="49231" y="70701"/>
                  <a:pt x="52679" y="70174"/>
                </a:cubicBezTo>
                <a:cubicBezTo>
                  <a:pt x="48034" y="69456"/>
                  <a:pt x="44035" y="67444"/>
                  <a:pt x="40707" y="64188"/>
                </a:cubicBezTo>
                <a:cubicBezTo>
                  <a:pt x="34433" y="65672"/>
                  <a:pt x="29237" y="63278"/>
                  <a:pt x="25142" y="57004"/>
                </a:cubicBezTo>
                <a:cubicBezTo>
                  <a:pt x="22269" y="59327"/>
                  <a:pt x="21072" y="61721"/>
                  <a:pt x="21551" y="64188"/>
                </a:cubicBezTo>
                <a:cubicBezTo>
                  <a:pt x="20401" y="57914"/>
                  <a:pt x="17216" y="53125"/>
                  <a:pt x="11973" y="49821"/>
                </a:cubicBezTo>
                <a:cubicBezTo>
                  <a:pt x="5579" y="52215"/>
                  <a:pt x="5579" y="54610"/>
                  <a:pt x="11973" y="57004"/>
                </a:cubicBezTo>
                <a:cubicBezTo>
                  <a:pt x="8213" y="59710"/>
                  <a:pt x="4214" y="60117"/>
                  <a:pt x="0" y="58201"/>
                </a:cubicBezTo>
                <a:cubicBezTo>
                  <a:pt x="5244" y="56573"/>
                  <a:pt x="6034" y="53796"/>
                  <a:pt x="2395" y="49821"/>
                </a:cubicBezTo>
                <a:cubicBezTo>
                  <a:pt x="4837" y="47785"/>
                  <a:pt x="6848" y="45391"/>
                  <a:pt x="8381" y="42637"/>
                </a:cubicBezTo>
                <a:cubicBezTo>
                  <a:pt x="10105" y="44912"/>
                  <a:pt x="12092" y="45319"/>
                  <a:pt x="14367" y="43834"/>
                </a:cubicBezTo>
                <a:cubicBezTo>
                  <a:pt x="7830" y="34232"/>
                  <a:pt x="9434" y="33035"/>
                  <a:pt x="19156" y="40243"/>
                </a:cubicBezTo>
                <a:cubicBezTo>
                  <a:pt x="21000" y="34592"/>
                  <a:pt x="22987" y="28988"/>
                  <a:pt x="25142" y="23481"/>
                </a:cubicBezTo>
                <a:cubicBezTo>
                  <a:pt x="27537" y="29874"/>
                  <a:pt x="29931" y="29874"/>
                  <a:pt x="32326" y="23481"/>
                </a:cubicBezTo>
                <a:cubicBezTo>
                  <a:pt x="36133" y="29420"/>
                  <a:pt x="40539" y="29827"/>
                  <a:pt x="45496" y="24678"/>
                </a:cubicBezTo>
                <a:cubicBezTo>
                  <a:pt x="38887" y="18453"/>
                  <a:pt x="37282" y="11269"/>
                  <a:pt x="40707" y="3128"/>
                </a:cubicBezTo>
                <a:cubicBezTo>
                  <a:pt x="35199" y="3080"/>
                  <a:pt x="29620" y="3487"/>
                  <a:pt x="23945" y="4325"/>
                </a:cubicBezTo>
                <a:cubicBezTo>
                  <a:pt x="29572" y="254"/>
                  <a:pt x="35965" y="-943"/>
                  <a:pt x="43101" y="733"/>
                </a:cubicBezTo>
                <a:cubicBezTo>
                  <a:pt x="89052" y="17232"/>
                  <a:pt x="134547" y="34400"/>
                  <a:pt x="179588" y="52215"/>
                </a:cubicBezTo>
                <a:cubicBezTo>
                  <a:pt x="180378" y="53005"/>
                  <a:pt x="181192" y="53820"/>
                  <a:pt x="181982" y="54610"/>
                </a:cubicBezTo>
                <a:cubicBezTo>
                  <a:pt x="166801" y="74580"/>
                  <a:pt x="150830" y="93736"/>
                  <a:pt x="134092" y="112078"/>
                </a:cubicBezTo>
                <a:close/>
              </a:path>
            </a:pathLst>
          </a:custGeom>
          <a:solidFill>
            <a:srgbClr val="C6D2C8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7D9936AE-40FF-30F9-D34B-F99857187AC1}"/>
              </a:ext>
            </a:extLst>
          </p:cNvPr>
          <p:cNvSpPr/>
          <p:nvPr/>
        </p:nvSpPr>
        <p:spPr>
          <a:xfrm>
            <a:off x="8687130" y="4227779"/>
            <a:ext cx="1272356" cy="1198713"/>
          </a:xfrm>
          <a:custGeom>
            <a:avLst/>
            <a:gdLst>
              <a:gd name="csX0" fmla="*/ 1017664 w 1272356"/>
              <a:gd name="csY0" fmla="*/ 1462 h 1198713"/>
              <a:gd name="csX1" fmla="*/ 858429 w 1272356"/>
              <a:gd name="csY1" fmla="*/ 181049 h 1198713"/>
              <a:gd name="csX2" fmla="*/ 842865 w 1272356"/>
              <a:gd name="csY2" fmla="*/ 250490 h 1198713"/>
              <a:gd name="csX3" fmla="*/ 838076 w 1272356"/>
              <a:gd name="csY3" fmla="*/ 267251 h 1198713"/>
              <a:gd name="csX4" fmla="*/ 833287 w 1272356"/>
              <a:gd name="csY4" fmla="*/ 298380 h 1198713"/>
              <a:gd name="csX5" fmla="*/ 826103 w 1272356"/>
              <a:gd name="csY5" fmla="*/ 331905 h 1198713"/>
              <a:gd name="csX6" fmla="*/ 826103 w 1272356"/>
              <a:gd name="csY6" fmla="*/ 339089 h 1198713"/>
              <a:gd name="csX7" fmla="*/ 817722 w 1272356"/>
              <a:gd name="csY7" fmla="*/ 401346 h 1198713"/>
              <a:gd name="csX8" fmla="*/ 905122 w 1272356"/>
              <a:gd name="csY8" fmla="*/ 577342 h 1198713"/>
              <a:gd name="csX9" fmla="*/ 1237958 w 1272356"/>
              <a:gd name="csY9" fmla="*/ 628821 h 1198713"/>
              <a:gd name="csX10" fmla="*/ 1248733 w 1272356"/>
              <a:gd name="csY10" fmla="*/ 626427 h 1198713"/>
              <a:gd name="csX11" fmla="*/ 1254720 w 1272356"/>
              <a:gd name="csY11" fmla="*/ 564172 h 1198713"/>
              <a:gd name="csX12" fmla="*/ 1257114 w 1272356"/>
              <a:gd name="csY12" fmla="*/ 518676 h 1198713"/>
              <a:gd name="csX13" fmla="*/ 1252325 w 1272356"/>
              <a:gd name="csY13" fmla="*/ 439658 h 1198713"/>
              <a:gd name="csX14" fmla="*/ 1221197 w 1272356"/>
              <a:gd name="csY14" fmla="*/ 303169 h 1198713"/>
              <a:gd name="csX15" fmla="*/ 1199646 w 1272356"/>
              <a:gd name="csY15" fmla="*/ 240912 h 1198713"/>
              <a:gd name="csX16" fmla="*/ 1204435 w 1272356"/>
              <a:gd name="csY16" fmla="*/ 234925 h 1198713"/>
              <a:gd name="csX17" fmla="*/ 1187674 w 1272356"/>
              <a:gd name="csY17" fmla="*/ 196613 h 1198713"/>
              <a:gd name="csX18" fmla="*/ 1192463 w 1272356"/>
              <a:gd name="csY18" fmla="*/ 190627 h 1198713"/>
              <a:gd name="csX19" fmla="*/ 1233169 w 1272356"/>
              <a:gd name="csY19" fmla="*/ 762913 h 1198713"/>
              <a:gd name="csX20" fmla="*/ 838076 w 1272356"/>
              <a:gd name="csY20" fmla="*/ 1198713 h 1198713"/>
              <a:gd name="csX21" fmla="*/ 838076 w 1272356"/>
              <a:gd name="csY21" fmla="*/ 1184346 h 1198713"/>
              <a:gd name="csX22" fmla="*/ 1057173 w 1272356"/>
              <a:gd name="csY22" fmla="*/ 1023914 h 1198713"/>
              <a:gd name="csX23" fmla="*/ 1245142 w 1272356"/>
              <a:gd name="csY23" fmla="*/ 640794 h 1198713"/>
              <a:gd name="csX24" fmla="*/ 1230775 w 1272356"/>
              <a:gd name="csY24" fmla="*/ 640794 h 1198713"/>
              <a:gd name="csX25" fmla="*/ 1192463 w 1272356"/>
              <a:gd name="csY25" fmla="*/ 633610 h 1198713"/>
              <a:gd name="csX26" fmla="*/ 1137389 w 1272356"/>
              <a:gd name="csY26" fmla="*/ 626427 h 1198713"/>
              <a:gd name="csX27" fmla="*/ 1130205 w 1272356"/>
              <a:gd name="csY27" fmla="*/ 622835 h 1198713"/>
              <a:gd name="csX28" fmla="*/ 1091893 w 1272356"/>
              <a:gd name="csY28" fmla="*/ 619243 h 1198713"/>
              <a:gd name="csX29" fmla="*/ 890755 w 1272356"/>
              <a:gd name="csY29" fmla="*/ 589314 h 1198713"/>
              <a:gd name="csX30" fmla="*/ 696800 w 1272356"/>
              <a:gd name="csY30" fmla="*/ 692276 h 1198713"/>
              <a:gd name="csX31" fmla="*/ 550735 w 1272356"/>
              <a:gd name="csY31" fmla="*/ 912570 h 1198713"/>
              <a:gd name="csX32" fmla="*/ 601020 w 1272356"/>
              <a:gd name="csY32" fmla="*/ 1040676 h 1198713"/>
              <a:gd name="csX33" fmla="*/ 593836 w 1272356"/>
              <a:gd name="csY33" fmla="*/ 1045465 h 1198713"/>
              <a:gd name="csX34" fmla="*/ 596231 w 1272356"/>
              <a:gd name="csY34" fmla="*/ 1062227 h 1198713"/>
              <a:gd name="csX35" fmla="*/ 535171 w 1272356"/>
              <a:gd name="csY35" fmla="*/ 916162 h 1198713"/>
              <a:gd name="csX36" fmla="*/ 505240 w 1272356"/>
              <a:gd name="csY36" fmla="*/ 906584 h 1198713"/>
              <a:gd name="csX37" fmla="*/ 533974 w 1272356"/>
              <a:gd name="csY37" fmla="*/ 901795 h 1198713"/>
              <a:gd name="csX38" fmla="*/ 544749 w 1272356"/>
              <a:gd name="csY38" fmla="*/ 899400 h 1198713"/>
              <a:gd name="csX39" fmla="*/ 666869 w 1272356"/>
              <a:gd name="csY39" fmla="*/ 717418 h 1198713"/>
              <a:gd name="csX40" fmla="*/ 682433 w 1272356"/>
              <a:gd name="csY40" fmla="*/ 688684 h 1198713"/>
              <a:gd name="csX41" fmla="*/ 666869 w 1272356"/>
              <a:gd name="csY41" fmla="*/ 667133 h 1198713"/>
              <a:gd name="csX42" fmla="*/ 526790 w 1272356"/>
              <a:gd name="csY42" fmla="*/ 527057 h 1198713"/>
              <a:gd name="csX43" fmla="*/ 311285 w 1272356"/>
              <a:gd name="csY43" fmla="*/ 784464 h 1198713"/>
              <a:gd name="csX44" fmla="*/ 306496 w 1272356"/>
              <a:gd name="csY44" fmla="*/ 796436 h 1198713"/>
              <a:gd name="csX45" fmla="*/ 294523 w 1272356"/>
              <a:gd name="csY45" fmla="*/ 791647 h 1198713"/>
              <a:gd name="csX46" fmla="*/ 284945 w 1272356"/>
              <a:gd name="csY46" fmla="*/ 794042 h 1198713"/>
              <a:gd name="csX47" fmla="*/ 464533 w 1272356"/>
              <a:gd name="csY47" fmla="*/ 578539 h 1198713"/>
              <a:gd name="csX48" fmla="*/ 512423 w 1272356"/>
              <a:gd name="csY48" fmla="*/ 521071 h 1198713"/>
              <a:gd name="csX49" fmla="*/ 510029 w 1272356"/>
              <a:gd name="csY49" fmla="*/ 518676 h 1198713"/>
              <a:gd name="csX50" fmla="*/ 373542 w 1272356"/>
              <a:gd name="csY50" fmla="*/ 467195 h 1198713"/>
              <a:gd name="csX51" fmla="*/ 354386 w 1272356"/>
              <a:gd name="csY51" fmla="*/ 470786 h 1198713"/>
              <a:gd name="csX52" fmla="*/ 256211 w 1272356"/>
              <a:gd name="csY52" fmla="*/ 513887 h 1198713"/>
              <a:gd name="csX53" fmla="*/ 95779 w 1272356"/>
              <a:gd name="csY53" fmla="*/ 578539 h 1198713"/>
              <a:gd name="csX54" fmla="*/ 31128 w 1272356"/>
              <a:gd name="csY54" fmla="*/ 585723 h 1198713"/>
              <a:gd name="csX55" fmla="*/ 7184 w 1272356"/>
              <a:gd name="csY55" fmla="*/ 585723 h 1198713"/>
              <a:gd name="csX56" fmla="*/ 64651 w 1272356"/>
              <a:gd name="csY56" fmla="*/ 577342 h 1198713"/>
              <a:gd name="csX57" fmla="*/ 0 w 1272356"/>
              <a:gd name="csY57" fmla="*/ 576145 h 1198713"/>
              <a:gd name="csX58" fmla="*/ 16762 w 1272356"/>
              <a:gd name="csY58" fmla="*/ 571356 h 1198713"/>
              <a:gd name="csX59" fmla="*/ 95779 w 1272356"/>
              <a:gd name="csY59" fmla="*/ 565369 h 1198713"/>
              <a:gd name="csX60" fmla="*/ 99371 w 1272356"/>
              <a:gd name="csY60" fmla="*/ 561777 h 1198713"/>
              <a:gd name="csX61" fmla="*/ 181981 w 1272356"/>
              <a:gd name="csY61" fmla="*/ 286407 h 1198713"/>
              <a:gd name="csX62" fmla="*/ 225083 w 1272356"/>
              <a:gd name="csY62" fmla="*/ 149920 h 1198713"/>
              <a:gd name="csX63" fmla="*/ 233463 w 1272356"/>
              <a:gd name="csY63" fmla="*/ 154709 h 1198713"/>
              <a:gd name="csX64" fmla="*/ 237055 w 1272356"/>
              <a:gd name="csY64" fmla="*/ 141540 h 1198713"/>
              <a:gd name="csX65" fmla="*/ 234661 w 1272356"/>
              <a:gd name="csY65" fmla="*/ 135553 h 1198713"/>
              <a:gd name="csX66" fmla="*/ 272973 w 1272356"/>
              <a:gd name="csY66" fmla="*/ 183443 h 1198713"/>
              <a:gd name="csX67" fmla="*/ 283748 w 1272356"/>
              <a:gd name="csY67" fmla="*/ 193021 h 1198713"/>
              <a:gd name="csX68" fmla="*/ 335230 w 1272356"/>
              <a:gd name="csY68" fmla="*/ 169076 h 1198713"/>
              <a:gd name="csX69" fmla="*/ 330441 w 1272356"/>
              <a:gd name="csY69" fmla="*/ 175063 h 1198713"/>
              <a:gd name="csX70" fmla="*/ 318468 w 1272356"/>
              <a:gd name="csY70" fmla="*/ 179852 h 1198713"/>
              <a:gd name="csX71" fmla="*/ 330441 w 1272356"/>
              <a:gd name="csY71" fmla="*/ 183443 h 1198713"/>
              <a:gd name="csX72" fmla="*/ 306496 w 1272356"/>
              <a:gd name="csY72" fmla="*/ 197810 h 1198713"/>
              <a:gd name="csX73" fmla="*/ 294523 w 1272356"/>
              <a:gd name="csY73" fmla="*/ 201402 h 1198713"/>
              <a:gd name="csX74" fmla="*/ 293326 w 1272356"/>
              <a:gd name="csY74" fmla="*/ 209783 h 1198713"/>
              <a:gd name="csX75" fmla="*/ 366358 w 1272356"/>
              <a:gd name="csY75" fmla="*/ 307960 h 1198713"/>
              <a:gd name="csX76" fmla="*/ 361569 w 1272356"/>
              <a:gd name="csY76" fmla="*/ 312749 h 1198713"/>
              <a:gd name="csX77" fmla="*/ 237055 w 1272356"/>
              <a:gd name="csY77" fmla="*/ 160696 h 1198713"/>
              <a:gd name="csX78" fmla="*/ 232266 w 1272356"/>
              <a:gd name="csY78" fmla="*/ 163090 h 1198713"/>
              <a:gd name="csX79" fmla="*/ 220294 w 1272356"/>
              <a:gd name="csY79" fmla="*/ 207388 h 1198713"/>
              <a:gd name="csX80" fmla="*/ 112541 w 1272356"/>
              <a:gd name="csY80" fmla="*/ 555791 h 1198713"/>
              <a:gd name="csX81" fmla="*/ 114935 w 1272356"/>
              <a:gd name="csY81" fmla="*/ 559383 h 1198713"/>
              <a:gd name="csX82" fmla="*/ 359175 w 1272356"/>
              <a:gd name="csY82" fmla="*/ 455222 h 1198713"/>
              <a:gd name="csX83" fmla="*/ 371147 w 1272356"/>
              <a:gd name="csY83" fmla="*/ 455222 h 1198713"/>
              <a:gd name="csX84" fmla="*/ 464533 w 1272356"/>
              <a:gd name="csY84" fmla="*/ 487548 h 1198713"/>
              <a:gd name="csX85" fmla="*/ 507634 w 1272356"/>
              <a:gd name="csY85" fmla="*/ 499520 h 1198713"/>
              <a:gd name="csX86" fmla="*/ 435799 w 1272356"/>
              <a:gd name="csY86" fmla="*/ 408529 h 1198713"/>
              <a:gd name="csX87" fmla="*/ 440588 w 1272356"/>
              <a:gd name="csY87" fmla="*/ 406135 h 1198713"/>
              <a:gd name="csX88" fmla="*/ 510029 w 1272356"/>
              <a:gd name="csY88" fmla="*/ 485153 h 1198713"/>
              <a:gd name="csX89" fmla="*/ 526790 w 1272356"/>
              <a:gd name="csY89" fmla="*/ 499520 h 1198713"/>
              <a:gd name="csX90" fmla="*/ 601020 w 1272356"/>
              <a:gd name="csY90" fmla="*/ 208586 h 1198713"/>
              <a:gd name="csX91" fmla="*/ 590244 w 1272356"/>
              <a:gd name="csY91" fmla="*/ 185838 h 1198713"/>
              <a:gd name="csX92" fmla="*/ 533974 w 1272356"/>
              <a:gd name="csY92" fmla="*/ 109214 h 1198713"/>
              <a:gd name="csX93" fmla="*/ 543552 w 1272356"/>
              <a:gd name="csY93" fmla="*/ 102030 h 1198713"/>
              <a:gd name="csX94" fmla="*/ 610598 w 1272356"/>
              <a:gd name="csY94" fmla="*/ 194219 h 1198713"/>
              <a:gd name="csX95" fmla="*/ 670460 w 1272356"/>
              <a:gd name="csY95" fmla="*/ 193021 h 1198713"/>
              <a:gd name="csX96" fmla="*/ 739901 w 1272356"/>
              <a:gd name="csY96" fmla="*/ 188232 h 1198713"/>
              <a:gd name="csX97" fmla="*/ 792580 w 1272356"/>
              <a:gd name="csY97" fmla="*/ 185838 h 1198713"/>
              <a:gd name="csX98" fmla="*/ 840470 w 1272356"/>
              <a:gd name="csY98" fmla="*/ 181049 h 1198713"/>
              <a:gd name="csX99" fmla="*/ 853640 w 1272356"/>
              <a:gd name="csY99" fmla="*/ 171471 h 1198713"/>
              <a:gd name="csX100" fmla="*/ 881177 w 1272356"/>
              <a:gd name="csY100" fmla="*/ 135553 h 1198713"/>
              <a:gd name="csX101" fmla="*/ 1003297 w 1272356"/>
              <a:gd name="csY101" fmla="*/ 1462 h 1198713"/>
              <a:gd name="csX102" fmla="*/ 1004494 w 1272356"/>
              <a:gd name="csY102" fmla="*/ 6251 h 1198713"/>
              <a:gd name="csX103" fmla="*/ 1017664 w 1272356"/>
              <a:gd name="csY103" fmla="*/ 1462 h 11987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</a:cxnLst>
            <a:rect l="l" t="t" r="r" b="b"/>
            <a:pathLst>
              <a:path w="1272356" h="1198713">
                <a:moveTo>
                  <a:pt x="1017664" y="1462"/>
                </a:moveTo>
                <a:cubicBezTo>
                  <a:pt x="965128" y="61587"/>
                  <a:pt x="912066" y="121450"/>
                  <a:pt x="858429" y="181049"/>
                </a:cubicBezTo>
                <a:cubicBezTo>
                  <a:pt x="850192" y="203318"/>
                  <a:pt x="844996" y="226473"/>
                  <a:pt x="842865" y="250490"/>
                </a:cubicBezTo>
                <a:cubicBezTo>
                  <a:pt x="839465" y="255303"/>
                  <a:pt x="837860" y="260906"/>
                  <a:pt x="838076" y="267251"/>
                </a:cubicBezTo>
                <a:cubicBezTo>
                  <a:pt x="835873" y="277524"/>
                  <a:pt x="834268" y="287892"/>
                  <a:pt x="833287" y="298380"/>
                </a:cubicBezTo>
                <a:cubicBezTo>
                  <a:pt x="830916" y="309323"/>
                  <a:pt x="828522" y="320507"/>
                  <a:pt x="826103" y="331905"/>
                </a:cubicBezTo>
                <a:cubicBezTo>
                  <a:pt x="826103" y="334300"/>
                  <a:pt x="826103" y="336694"/>
                  <a:pt x="826103" y="339089"/>
                </a:cubicBezTo>
                <a:cubicBezTo>
                  <a:pt x="817938" y="358819"/>
                  <a:pt x="815160" y="379580"/>
                  <a:pt x="817722" y="401346"/>
                </a:cubicBezTo>
                <a:cubicBezTo>
                  <a:pt x="847199" y="459889"/>
                  <a:pt x="876340" y="518554"/>
                  <a:pt x="905122" y="577342"/>
                </a:cubicBezTo>
                <a:cubicBezTo>
                  <a:pt x="1015940" y="595514"/>
                  <a:pt x="1126877" y="612658"/>
                  <a:pt x="1237958" y="628821"/>
                </a:cubicBezTo>
                <a:cubicBezTo>
                  <a:pt x="1241789" y="628701"/>
                  <a:pt x="1245381" y="627911"/>
                  <a:pt x="1248733" y="626427"/>
                </a:cubicBezTo>
                <a:cubicBezTo>
                  <a:pt x="1251774" y="605762"/>
                  <a:pt x="1253786" y="585028"/>
                  <a:pt x="1254720" y="564172"/>
                </a:cubicBezTo>
                <a:cubicBezTo>
                  <a:pt x="1256324" y="549419"/>
                  <a:pt x="1257114" y="534262"/>
                  <a:pt x="1257114" y="518676"/>
                </a:cubicBezTo>
                <a:cubicBezTo>
                  <a:pt x="1257330" y="491858"/>
                  <a:pt x="1255725" y="465518"/>
                  <a:pt x="1252325" y="439658"/>
                </a:cubicBezTo>
                <a:cubicBezTo>
                  <a:pt x="1246578" y="392893"/>
                  <a:pt x="1236186" y="347395"/>
                  <a:pt x="1221197" y="303169"/>
                </a:cubicBezTo>
                <a:cubicBezTo>
                  <a:pt x="1215378" y="281953"/>
                  <a:pt x="1208194" y="261193"/>
                  <a:pt x="1199646" y="240912"/>
                </a:cubicBezTo>
                <a:cubicBezTo>
                  <a:pt x="1201490" y="239307"/>
                  <a:pt x="1203070" y="237296"/>
                  <a:pt x="1204435" y="234925"/>
                </a:cubicBezTo>
                <a:cubicBezTo>
                  <a:pt x="1198209" y="222450"/>
                  <a:pt x="1192606" y="209687"/>
                  <a:pt x="1187674" y="196613"/>
                </a:cubicBezTo>
                <a:cubicBezTo>
                  <a:pt x="1188105" y="193309"/>
                  <a:pt x="1189709" y="191321"/>
                  <a:pt x="1192463" y="190627"/>
                </a:cubicBezTo>
                <a:cubicBezTo>
                  <a:pt x="1283023" y="375315"/>
                  <a:pt x="1296600" y="566085"/>
                  <a:pt x="1233169" y="762913"/>
                </a:cubicBezTo>
                <a:cubicBezTo>
                  <a:pt x="1161885" y="962711"/>
                  <a:pt x="1030187" y="1107988"/>
                  <a:pt x="838076" y="1198713"/>
                </a:cubicBezTo>
                <a:cubicBezTo>
                  <a:pt x="837046" y="1193445"/>
                  <a:pt x="837046" y="1188656"/>
                  <a:pt x="838076" y="1184346"/>
                </a:cubicBezTo>
                <a:cubicBezTo>
                  <a:pt x="919417" y="1142562"/>
                  <a:pt x="992449" y="1089093"/>
                  <a:pt x="1057173" y="1023914"/>
                </a:cubicBezTo>
                <a:cubicBezTo>
                  <a:pt x="1157503" y="915036"/>
                  <a:pt x="1220167" y="787337"/>
                  <a:pt x="1245142" y="640794"/>
                </a:cubicBezTo>
                <a:cubicBezTo>
                  <a:pt x="1240353" y="640794"/>
                  <a:pt x="1235564" y="640794"/>
                  <a:pt x="1230775" y="640794"/>
                </a:cubicBezTo>
                <a:cubicBezTo>
                  <a:pt x="1218682" y="636460"/>
                  <a:pt x="1205920" y="634065"/>
                  <a:pt x="1192463" y="633610"/>
                </a:cubicBezTo>
                <a:cubicBezTo>
                  <a:pt x="1174049" y="631886"/>
                  <a:pt x="1155683" y="629492"/>
                  <a:pt x="1137389" y="626427"/>
                </a:cubicBezTo>
                <a:cubicBezTo>
                  <a:pt x="1135569" y="624583"/>
                  <a:pt x="1133175" y="623386"/>
                  <a:pt x="1130205" y="622835"/>
                </a:cubicBezTo>
                <a:cubicBezTo>
                  <a:pt x="1117467" y="621207"/>
                  <a:pt x="1104680" y="620009"/>
                  <a:pt x="1091893" y="619243"/>
                </a:cubicBezTo>
                <a:cubicBezTo>
                  <a:pt x="1025613" y="606169"/>
                  <a:pt x="958567" y="596184"/>
                  <a:pt x="890755" y="589314"/>
                </a:cubicBezTo>
                <a:cubicBezTo>
                  <a:pt x="825720" y="623029"/>
                  <a:pt x="761069" y="657340"/>
                  <a:pt x="696800" y="692276"/>
                </a:cubicBezTo>
                <a:cubicBezTo>
                  <a:pt x="647521" y="765260"/>
                  <a:pt x="598841" y="838676"/>
                  <a:pt x="550735" y="912570"/>
                </a:cubicBezTo>
                <a:cubicBezTo>
                  <a:pt x="565845" y="955886"/>
                  <a:pt x="582606" y="998581"/>
                  <a:pt x="601020" y="1040676"/>
                </a:cubicBezTo>
                <a:cubicBezTo>
                  <a:pt x="596590" y="1037803"/>
                  <a:pt x="594195" y="1039407"/>
                  <a:pt x="593836" y="1045465"/>
                </a:cubicBezTo>
                <a:cubicBezTo>
                  <a:pt x="595560" y="1050924"/>
                  <a:pt x="596374" y="1056528"/>
                  <a:pt x="596231" y="1062227"/>
                </a:cubicBezTo>
                <a:cubicBezTo>
                  <a:pt x="574345" y="1014648"/>
                  <a:pt x="553992" y="965967"/>
                  <a:pt x="535171" y="916162"/>
                </a:cubicBezTo>
                <a:cubicBezTo>
                  <a:pt x="525018" y="912809"/>
                  <a:pt x="515033" y="909601"/>
                  <a:pt x="505240" y="906584"/>
                </a:cubicBezTo>
                <a:cubicBezTo>
                  <a:pt x="515943" y="907996"/>
                  <a:pt x="525521" y="906392"/>
                  <a:pt x="533974" y="901795"/>
                </a:cubicBezTo>
                <a:cubicBezTo>
                  <a:pt x="537901" y="902297"/>
                  <a:pt x="541492" y="901507"/>
                  <a:pt x="544749" y="899400"/>
                </a:cubicBezTo>
                <a:cubicBezTo>
                  <a:pt x="583085" y="837095"/>
                  <a:pt x="623792" y="776418"/>
                  <a:pt x="666869" y="717418"/>
                </a:cubicBezTo>
                <a:cubicBezTo>
                  <a:pt x="672711" y="708127"/>
                  <a:pt x="677883" y="698549"/>
                  <a:pt x="682433" y="688684"/>
                </a:cubicBezTo>
                <a:cubicBezTo>
                  <a:pt x="677788" y="681239"/>
                  <a:pt x="672592" y="674056"/>
                  <a:pt x="666869" y="667133"/>
                </a:cubicBezTo>
                <a:cubicBezTo>
                  <a:pt x="619410" y="621350"/>
                  <a:pt x="572717" y="574660"/>
                  <a:pt x="526790" y="527057"/>
                </a:cubicBezTo>
                <a:cubicBezTo>
                  <a:pt x="452584" y="610170"/>
                  <a:pt x="380749" y="695963"/>
                  <a:pt x="311285" y="784464"/>
                </a:cubicBezTo>
                <a:cubicBezTo>
                  <a:pt x="304891" y="786858"/>
                  <a:pt x="303287" y="790857"/>
                  <a:pt x="306496" y="796436"/>
                </a:cubicBezTo>
                <a:cubicBezTo>
                  <a:pt x="301755" y="796724"/>
                  <a:pt x="297756" y="795120"/>
                  <a:pt x="294523" y="791647"/>
                </a:cubicBezTo>
                <a:cubicBezTo>
                  <a:pt x="291554" y="793443"/>
                  <a:pt x="288369" y="794234"/>
                  <a:pt x="284945" y="794042"/>
                </a:cubicBezTo>
                <a:cubicBezTo>
                  <a:pt x="344808" y="722207"/>
                  <a:pt x="404670" y="650374"/>
                  <a:pt x="464533" y="578539"/>
                </a:cubicBezTo>
                <a:cubicBezTo>
                  <a:pt x="481271" y="560195"/>
                  <a:pt x="497242" y="541039"/>
                  <a:pt x="512423" y="521071"/>
                </a:cubicBezTo>
                <a:cubicBezTo>
                  <a:pt x="511633" y="520278"/>
                  <a:pt x="510819" y="519467"/>
                  <a:pt x="510029" y="518676"/>
                </a:cubicBezTo>
                <a:cubicBezTo>
                  <a:pt x="464988" y="500859"/>
                  <a:pt x="419492" y="483693"/>
                  <a:pt x="373542" y="467195"/>
                </a:cubicBezTo>
                <a:cubicBezTo>
                  <a:pt x="366406" y="465518"/>
                  <a:pt x="360013" y="466716"/>
                  <a:pt x="354386" y="470786"/>
                </a:cubicBezTo>
                <a:cubicBezTo>
                  <a:pt x="320839" y="483164"/>
                  <a:pt x="288106" y="497531"/>
                  <a:pt x="256211" y="513887"/>
                </a:cubicBezTo>
                <a:cubicBezTo>
                  <a:pt x="202766" y="536250"/>
                  <a:pt x="149296" y="557800"/>
                  <a:pt x="95779" y="578539"/>
                </a:cubicBezTo>
                <a:cubicBezTo>
                  <a:pt x="73630" y="578417"/>
                  <a:pt x="52080" y="580811"/>
                  <a:pt x="31128" y="585723"/>
                </a:cubicBezTo>
                <a:cubicBezTo>
                  <a:pt x="23155" y="585723"/>
                  <a:pt x="15157" y="585723"/>
                  <a:pt x="7184" y="585723"/>
                </a:cubicBezTo>
                <a:cubicBezTo>
                  <a:pt x="25908" y="582416"/>
                  <a:pt x="45064" y="579614"/>
                  <a:pt x="64651" y="577342"/>
                </a:cubicBezTo>
                <a:cubicBezTo>
                  <a:pt x="43172" y="573223"/>
                  <a:pt x="21622" y="572838"/>
                  <a:pt x="0" y="576145"/>
                </a:cubicBezTo>
                <a:cubicBezTo>
                  <a:pt x="5579" y="574540"/>
                  <a:pt x="11182" y="572957"/>
                  <a:pt x="16762" y="571356"/>
                </a:cubicBezTo>
                <a:cubicBezTo>
                  <a:pt x="43196" y="570733"/>
                  <a:pt x="69535" y="568746"/>
                  <a:pt x="95779" y="565369"/>
                </a:cubicBezTo>
                <a:cubicBezTo>
                  <a:pt x="96976" y="564172"/>
                  <a:pt x="98174" y="562975"/>
                  <a:pt x="99371" y="561777"/>
                </a:cubicBezTo>
                <a:cubicBezTo>
                  <a:pt x="128081" y="470044"/>
                  <a:pt x="155618" y="378263"/>
                  <a:pt x="181981" y="286407"/>
                </a:cubicBezTo>
                <a:cubicBezTo>
                  <a:pt x="198096" y="241989"/>
                  <a:pt x="212463" y="196493"/>
                  <a:pt x="225083" y="149920"/>
                </a:cubicBezTo>
                <a:cubicBezTo>
                  <a:pt x="228722" y="149944"/>
                  <a:pt x="231500" y="151549"/>
                  <a:pt x="233463" y="154709"/>
                </a:cubicBezTo>
                <a:cubicBezTo>
                  <a:pt x="230805" y="149513"/>
                  <a:pt x="232003" y="145131"/>
                  <a:pt x="237055" y="141540"/>
                </a:cubicBezTo>
                <a:cubicBezTo>
                  <a:pt x="235259" y="139935"/>
                  <a:pt x="234445" y="137948"/>
                  <a:pt x="234661" y="135553"/>
                </a:cubicBezTo>
                <a:cubicBezTo>
                  <a:pt x="248333" y="150830"/>
                  <a:pt x="261120" y="166778"/>
                  <a:pt x="272973" y="183443"/>
                </a:cubicBezTo>
                <a:cubicBezTo>
                  <a:pt x="275415" y="187873"/>
                  <a:pt x="279007" y="191082"/>
                  <a:pt x="283748" y="193021"/>
                </a:cubicBezTo>
                <a:cubicBezTo>
                  <a:pt x="300246" y="183396"/>
                  <a:pt x="317415" y="175422"/>
                  <a:pt x="335230" y="169076"/>
                </a:cubicBezTo>
                <a:cubicBezTo>
                  <a:pt x="334152" y="171375"/>
                  <a:pt x="332548" y="173363"/>
                  <a:pt x="330441" y="175063"/>
                </a:cubicBezTo>
                <a:cubicBezTo>
                  <a:pt x="326226" y="177409"/>
                  <a:pt x="322228" y="179014"/>
                  <a:pt x="318468" y="179852"/>
                </a:cubicBezTo>
                <a:cubicBezTo>
                  <a:pt x="322419" y="181312"/>
                  <a:pt x="326418" y="182510"/>
                  <a:pt x="330441" y="183443"/>
                </a:cubicBezTo>
                <a:cubicBezTo>
                  <a:pt x="321749" y="186987"/>
                  <a:pt x="313751" y="191776"/>
                  <a:pt x="306496" y="197810"/>
                </a:cubicBezTo>
                <a:cubicBezTo>
                  <a:pt x="302473" y="198744"/>
                  <a:pt x="298474" y="199942"/>
                  <a:pt x="294523" y="201402"/>
                </a:cubicBezTo>
                <a:cubicBezTo>
                  <a:pt x="292081" y="203916"/>
                  <a:pt x="291698" y="206718"/>
                  <a:pt x="293326" y="209783"/>
                </a:cubicBezTo>
                <a:cubicBezTo>
                  <a:pt x="318851" y="241726"/>
                  <a:pt x="343203" y="274461"/>
                  <a:pt x="366358" y="307960"/>
                </a:cubicBezTo>
                <a:cubicBezTo>
                  <a:pt x="366358" y="311145"/>
                  <a:pt x="364754" y="312749"/>
                  <a:pt x="361569" y="312749"/>
                </a:cubicBezTo>
                <a:cubicBezTo>
                  <a:pt x="321485" y="261073"/>
                  <a:pt x="279965" y="210382"/>
                  <a:pt x="237055" y="160696"/>
                </a:cubicBezTo>
                <a:cubicBezTo>
                  <a:pt x="234708" y="159283"/>
                  <a:pt x="233104" y="160073"/>
                  <a:pt x="232266" y="163090"/>
                </a:cubicBezTo>
                <a:cubicBezTo>
                  <a:pt x="227716" y="177744"/>
                  <a:pt x="223718" y="192519"/>
                  <a:pt x="220294" y="207388"/>
                </a:cubicBezTo>
                <a:cubicBezTo>
                  <a:pt x="184711" y="323354"/>
                  <a:pt x="148794" y="439490"/>
                  <a:pt x="112541" y="555791"/>
                </a:cubicBezTo>
                <a:cubicBezTo>
                  <a:pt x="113331" y="556988"/>
                  <a:pt x="114145" y="558186"/>
                  <a:pt x="114935" y="559383"/>
                </a:cubicBezTo>
                <a:cubicBezTo>
                  <a:pt x="196061" y="523992"/>
                  <a:pt x="277474" y="489272"/>
                  <a:pt x="359175" y="455222"/>
                </a:cubicBezTo>
                <a:cubicBezTo>
                  <a:pt x="363174" y="453618"/>
                  <a:pt x="367148" y="453618"/>
                  <a:pt x="371147" y="455222"/>
                </a:cubicBezTo>
                <a:cubicBezTo>
                  <a:pt x="402204" y="466380"/>
                  <a:pt x="433333" y="477156"/>
                  <a:pt x="464533" y="487548"/>
                </a:cubicBezTo>
                <a:cubicBezTo>
                  <a:pt x="478828" y="493675"/>
                  <a:pt x="493195" y="497653"/>
                  <a:pt x="507634" y="499520"/>
                </a:cubicBezTo>
                <a:cubicBezTo>
                  <a:pt x="484551" y="468464"/>
                  <a:pt x="460606" y="438125"/>
                  <a:pt x="435799" y="408529"/>
                </a:cubicBezTo>
                <a:cubicBezTo>
                  <a:pt x="436613" y="406518"/>
                  <a:pt x="438217" y="405728"/>
                  <a:pt x="440588" y="406135"/>
                </a:cubicBezTo>
                <a:cubicBezTo>
                  <a:pt x="462905" y="433238"/>
                  <a:pt x="486060" y="459578"/>
                  <a:pt x="510029" y="485153"/>
                </a:cubicBezTo>
                <a:cubicBezTo>
                  <a:pt x="512734" y="493462"/>
                  <a:pt x="518337" y="498251"/>
                  <a:pt x="526790" y="499520"/>
                </a:cubicBezTo>
                <a:cubicBezTo>
                  <a:pt x="551334" y="402902"/>
                  <a:pt x="576069" y="305922"/>
                  <a:pt x="601020" y="208586"/>
                </a:cubicBezTo>
                <a:cubicBezTo>
                  <a:pt x="598553" y="200516"/>
                  <a:pt x="594962" y="192926"/>
                  <a:pt x="590244" y="185838"/>
                </a:cubicBezTo>
                <a:cubicBezTo>
                  <a:pt x="570969" y="160600"/>
                  <a:pt x="552220" y="135051"/>
                  <a:pt x="533974" y="109214"/>
                </a:cubicBezTo>
                <a:cubicBezTo>
                  <a:pt x="538523" y="108639"/>
                  <a:pt x="541732" y="106245"/>
                  <a:pt x="543552" y="102030"/>
                </a:cubicBezTo>
                <a:cubicBezTo>
                  <a:pt x="566132" y="132393"/>
                  <a:pt x="588497" y="163114"/>
                  <a:pt x="610598" y="194219"/>
                </a:cubicBezTo>
                <a:cubicBezTo>
                  <a:pt x="630568" y="195320"/>
                  <a:pt x="650538" y="194913"/>
                  <a:pt x="670460" y="193021"/>
                </a:cubicBezTo>
                <a:cubicBezTo>
                  <a:pt x="694022" y="192255"/>
                  <a:pt x="717177" y="190651"/>
                  <a:pt x="739901" y="188232"/>
                </a:cubicBezTo>
                <a:cubicBezTo>
                  <a:pt x="757357" y="186101"/>
                  <a:pt x="774909" y="185287"/>
                  <a:pt x="792580" y="185838"/>
                </a:cubicBezTo>
                <a:cubicBezTo>
                  <a:pt x="809030" y="185790"/>
                  <a:pt x="825002" y="184186"/>
                  <a:pt x="840470" y="181049"/>
                </a:cubicBezTo>
                <a:cubicBezTo>
                  <a:pt x="844900" y="178199"/>
                  <a:pt x="849306" y="175015"/>
                  <a:pt x="853640" y="171471"/>
                </a:cubicBezTo>
                <a:cubicBezTo>
                  <a:pt x="862476" y="159067"/>
                  <a:pt x="871647" y="147095"/>
                  <a:pt x="881177" y="135553"/>
                </a:cubicBezTo>
                <a:cubicBezTo>
                  <a:pt x="921883" y="90848"/>
                  <a:pt x="962590" y="46167"/>
                  <a:pt x="1003297" y="1462"/>
                </a:cubicBezTo>
                <a:cubicBezTo>
                  <a:pt x="1002985" y="3234"/>
                  <a:pt x="1003392" y="4839"/>
                  <a:pt x="1004494" y="6251"/>
                </a:cubicBezTo>
                <a:cubicBezTo>
                  <a:pt x="1007703" y="74"/>
                  <a:pt x="1012084" y="-1531"/>
                  <a:pt x="1017664" y="1462"/>
                </a:cubicBezTo>
                <a:close/>
              </a:path>
            </a:pathLst>
          </a:custGeom>
          <a:solidFill>
            <a:srgbClr val="11110F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C997DD22-FC5F-DE9E-872C-8C14C2EA54ED}"/>
              </a:ext>
            </a:extLst>
          </p:cNvPr>
          <p:cNvSpPr/>
          <p:nvPr/>
        </p:nvSpPr>
        <p:spPr>
          <a:xfrm>
            <a:off x="9273782" y="4631511"/>
            <a:ext cx="258606" cy="198749"/>
          </a:xfrm>
          <a:custGeom>
            <a:avLst/>
            <a:gdLst>
              <a:gd name="csX0" fmla="*/ 220294 w 258606"/>
              <a:gd name="csY0" fmla="*/ 9584 h 198749"/>
              <a:gd name="csX1" fmla="*/ 214308 w 258606"/>
              <a:gd name="csY1" fmla="*/ 14373 h 198749"/>
              <a:gd name="csX2" fmla="*/ 205927 w 258606"/>
              <a:gd name="csY2" fmla="*/ 16767 h 198749"/>
              <a:gd name="csX3" fmla="*/ 220294 w 258606"/>
              <a:gd name="csY3" fmla="*/ 47896 h 198749"/>
              <a:gd name="csX4" fmla="*/ 227478 w 258606"/>
              <a:gd name="csY4" fmla="*/ 68249 h 198749"/>
              <a:gd name="csX5" fmla="*/ 227478 w 258606"/>
              <a:gd name="csY5" fmla="*/ 80222 h 198749"/>
              <a:gd name="csX6" fmla="*/ 227478 w 258606"/>
              <a:gd name="csY6" fmla="*/ 89800 h 198749"/>
              <a:gd name="csX7" fmla="*/ 233464 w 258606"/>
              <a:gd name="csY7" fmla="*/ 88603 h 198749"/>
              <a:gd name="csX8" fmla="*/ 239450 w 258606"/>
              <a:gd name="csY8" fmla="*/ 101772 h 198749"/>
              <a:gd name="csX9" fmla="*/ 234661 w 258606"/>
              <a:gd name="csY9" fmla="*/ 104167 h 198749"/>
              <a:gd name="csX10" fmla="*/ 249029 w 258606"/>
              <a:gd name="csY10" fmla="*/ 120928 h 198749"/>
              <a:gd name="csX11" fmla="*/ 244239 w 258606"/>
              <a:gd name="csY11" fmla="*/ 123323 h 198749"/>
              <a:gd name="csX12" fmla="*/ 258607 w 258606"/>
              <a:gd name="csY12" fmla="*/ 135295 h 198749"/>
              <a:gd name="csX13" fmla="*/ 257409 w 258606"/>
              <a:gd name="csY13" fmla="*/ 148465 h 198749"/>
              <a:gd name="csX14" fmla="*/ 252620 w 258606"/>
              <a:gd name="csY14" fmla="*/ 138887 h 198749"/>
              <a:gd name="csX15" fmla="*/ 247831 w 258606"/>
              <a:gd name="csY15" fmla="*/ 143676 h 198749"/>
              <a:gd name="csX16" fmla="*/ 234661 w 258606"/>
              <a:gd name="csY16" fmla="*/ 135295 h 198749"/>
              <a:gd name="csX17" fmla="*/ 241845 w 258606"/>
              <a:gd name="csY17" fmla="*/ 126915 h 198749"/>
              <a:gd name="csX18" fmla="*/ 226281 w 258606"/>
              <a:gd name="csY18" fmla="*/ 100575 h 198749"/>
              <a:gd name="csX19" fmla="*/ 217900 w 258606"/>
              <a:gd name="csY19" fmla="*/ 107759 h 198749"/>
              <a:gd name="csX20" fmla="*/ 217900 w 258606"/>
              <a:gd name="csY20" fmla="*/ 117337 h 198749"/>
              <a:gd name="csX21" fmla="*/ 208322 w 258606"/>
              <a:gd name="csY21" fmla="*/ 124520 h 198749"/>
              <a:gd name="csX22" fmla="*/ 185574 w 258606"/>
              <a:gd name="csY22" fmla="*/ 124520 h 198749"/>
              <a:gd name="csX23" fmla="*/ 181982 w 258606"/>
              <a:gd name="csY23" fmla="*/ 108956 h 198749"/>
              <a:gd name="csX24" fmla="*/ 172404 w 258606"/>
              <a:gd name="csY24" fmla="*/ 105364 h 198749"/>
              <a:gd name="csX25" fmla="*/ 156840 w 258606"/>
              <a:gd name="csY25" fmla="*/ 129309 h 198749"/>
              <a:gd name="csX26" fmla="*/ 148459 w 258606"/>
              <a:gd name="csY26" fmla="*/ 124520 h 198749"/>
              <a:gd name="csX27" fmla="*/ 143670 w 258606"/>
              <a:gd name="csY27" fmla="*/ 134098 h 198749"/>
              <a:gd name="csX28" fmla="*/ 137684 w 258606"/>
              <a:gd name="csY28" fmla="*/ 122126 h 198749"/>
              <a:gd name="csX29" fmla="*/ 134092 w 258606"/>
              <a:gd name="csY29" fmla="*/ 129309 h 198749"/>
              <a:gd name="csX30" fmla="*/ 124514 w 258606"/>
              <a:gd name="csY30" fmla="*/ 140084 h 198749"/>
              <a:gd name="csX31" fmla="*/ 126909 w 258606"/>
              <a:gd name="csY31" fmla="*/ 144873 h 198749"/>
              <a:gd name="csX32" fmla="*/ 112542 w 258606"/>
              <a:gd name="csY32" fmla="*/ 153254 h 198749"/>
              <a:gd name="csX33" fmla="*/ 108950 w 258606"/>
              <a:gd name="csY33" fmla="*/ 150860 h 198749"/>
              <a:gd name="csX34" fmla="*/ 100569 w 258606"/>
              <a:gd name="csY34" fmla="*/ 158043 h 198749"/>
              <a:gd name="csX35" fmla="*/ 96977 w 258606"/>
              <a:gd name="csY35" fmla="*/ 153254 h 198749"/>
              <a:gd name="csX36" fmla="*/ 88597 w 258606"/>
              <a:gd name="csY36" fmla="*/ 156846 h 198749"/>
              <a:gd name="csX37" fmla="*/ 90991 w 258606"/>
              <a:gd name="csY37" fmla="*/ 167621 h 198749"/>
              <a:gd name="csX38" fmla="*/ 76624 w 258606"/>
              <a:gd name="csY38" fmla="*/ 159240 h 198749"/>
              <a:gd name="csX39" fmla="*/ 76624 w 258606"/>
              <a:gd name="csY39" fmla="*/ 179594 h 198749"/>
              <a:gd name="csX40" fmla="*/ 71835 w 258606"/>
              <a:gd name="csY40" fmla="*/ 184383 h 198749"/>
              <a:gd name="csX41" fmla="*/ 64652 w 258606"/>
              <a:gd name="csY41" fmla="*/ 176002 h 198749"/>
              <a:gd name="csX42" fmla="*/ 71835 w 258606"/>
              <a:gd name="csY42" fmla="*/ 174805 h 198749"/>
              <a:gd name="csX43" fmla="*/ 57468 w 258606"/>
              <a:gd name="csY43" fmla="*/ 166424 h 198749"/>
              <a:gd name="csX44" fmla="*/ 59863 w 258606"/>
              <a:gd name="csY44" fmla="*/ 154451 h 198749"/>
              <a:gd name="csX45" fmla="*/ 70638 w 258606"/>
              <a:gd name="csY45" fmla="*/ 158043 h 198749"/>
              <a:gd name="csX46" fmla="*/ 81413 w 258606"/>
              <a:gd name="csY46" fmla="*/ 142479 h 198749"/>
              <a:gd name="csX47" fmla="*/ 76624 w 258606"/>
              <a:gd name="csY47" fmla="*/ 140084 h 198749"/>
              <a:gd name="csX48" fmla="*/ 85005 w 258606"/>
              <a:gd name="csY48" fmla="*/ 134098 h 198749"/>
              <a:gd name="csX49" fmla="*/ 86202 w 258606"/>
              <a:gd name="csY49" fmla="*/ 130506 h 198749"/>
              <a:gd name="csX50" fmla="*/ 88597 w 258606"/>
              <a:gd name="csY50" fmla="*/ 125717 h 198749"/>
              <a:gd name="csX51" fmla="*/ 95780 w 258606"/>
              <a:gd name="csY51" fmla="*/ 123323 h 198749"/>
              <a:gd name="csX52" fmla="*/ 100569 w 258606"/>
              <a:gd name="csY52" fmla="*/ 119731 h 198749"/>
              <a:gd name="csX53" fmla="*/ 100569 w 258606"/>
              <a:gd name="csY53" fmla="*/ 108956 h 198749"/>
              <a:gd name="csX54" fmla="*/ 114936 w 258606"/>
              <a:gd name="csY54" fmla="*/ 101772 h 198749"/>
              <a:gd name="csX55" fmla="*/ 102964 w 258606"/>
              <a:gd name="csY55" fmla="*/ 99378 h 198749"/>
              <a:gd name="csX56" fmla="*/ 105358 w 258606"/>
              <a:gd name="csY56" fmla="*/ 88603 h 198749"/>
              <a:gd name="csX57" fmla="*/ 111344 w 258606"/>
              <a:gd name="csY57" fmla="*/ 90997 h 198749"/>
              <a:gd name="csX58" fmla="*/ 114936 w 258606"/>
              <a:gd name="csY58" fmla="*/ 80222 h 198749"/>
              <a:gd name="csX59" fmla="*/ 98175 w 258606"/>
              <a:gd name="csY59" fmla="*/ 69447 h 198749"/>
              <a:gd name="csX60" fmla="*/ 111344 w 258606"/>
              <a:gd name="csY60" fmla="*/ 69447 h 198749"/>
              <a:gd name="csX61" fmla="*/ 110147 w 258606"/>
              <a:gd name="csY61" fmla="*/ 63460 h 198749"/>
              <a:gd name="csX62" fmla="*/ 112542 w 258606"/>
              <a:gd name="csY62" fmla="*/ 61066 h 198749"/>
              <a:gd name="csX63" fmla="*/ 99372 w 258606"/>
              <a:gd name="csY63" fmla="*/ 64658 h 198749"/>
              <a:gd name="csX64" fmla="*/ 94583 w 258606"/>
              <a:gd name="csY64" fmla="*/ 67052 h 198749"/>
              <a:gd name="csX65" fmla="*/ 90991 w 258606"/>
              <a:gd name="csY65" fmla="*/ 61066 h 198749"/>
              <a:gd name="csX66" fmla="*/ 105358 w 258606"/>
              <a:gd name="csY66" fmla="*/ 53882 h 198749"/>
              <a:gd name="csX67" fmla="*/ 100569 w 258606"/>
              <a:gd name="csY67" fmla="*/ 39515 h 198749"/>
              <a:gd name="csX68" fmla="*/ 107753 w 258606"/>
              <a:gd name="csY68" fmla="*/ 32332 h 198749"/>
              <a:gd name="csX69" fmla="*/ 102964 w 258606"/>
              <a:gd name="csY69" fmla="*/ 28740 h 198749"/>
              <a:gd name="csX70" fmla="*/ 80216 w 258606"/>
              <a:gd name="csY70" fmla="*/ 50291 h 198749"/>
              <a:gd name="csX71" fmla="*/ 79019 w 258606"/>
              <a:gd name="csY71" fmla="*/ 57474 h 198749"/>
              <a:gd name="csX72" fmla="*/ 68243 w 258606"/>
              <a:gd name="csY72" fmla="*/ 64658 h 198749"/>
              <a:gd name="csX73" fmla="*/ 65849 w 258606"/>
              <a:gd name="csY73" fmla="*/ 59869 h 198749"/>
              <a:gd name="csX74" fmla="*/ 50285 w 258606"/>
              <a:gd name="csY74" fmla="*/ 65855 h 198749"/>
              <a:gd name="csX75" fmla="*/ 61060 w 258606"/>
              <a:gd name="csY75" fmla="*/ 79025 h 198749"/>
              <a:gd name="csX76" fmla="*/ 47890 w 258606"/>
              <a:gd name="csY76" fmla="*/ 74236 h 198749"/>
              <a:gd name="csX77" fmla="*/ 40707 w 258606"/>
              <a:gd name="csY77" fmla="*/ 83814 h 198749"/>
              <a:gd name="csX78" fmla="*/ 43101 w 258606"/>
              <a:gd name="csY78" fmla="*/ 87405 h 198749"/>
              <a:gd name="csX79" fmla="*/ 40707 w 258606"/>
              <a:gd name="csY79" fmla="*/ 99378 h 198749"/>
              <a:gd name="csX80" fmla="*/ 28734 w 258606"/>
              <a:gd name="csY80" fmla="*/ 100575 h 198749"/>
              <a:gd name="csX81" fmla="*/ 35918 w 258606"/>
              <a:gd name="csY81" fmla="*/ 104167 h 198749"/>
              <a:gd name="csX82" fmla="*/ 23945 w 258606"/>
              <a:gd name="csY82" fmla="*/ 123323 h 198749"/>
              <a:gd name="csX83" fmla="*/ 28734 w 258606"/>
              <a:gd name="csY83" fmla="*/ 134098 h 198749"/>
              <a:gd name="csX84" fmla="*/ 37115 w 258606"/>
              <a:gd name="csY84" fmla="*/ 136493 h 198749"/>
              <a:gd name="csX85" fmla="*/ 34720 w 258606"/>
              <a:gd name="csY85" fmla="*/ 131704 h 198749"/>
              <a:gd name="csX86" fmla="*/ 33523 w 258606"/>
              <a:gd name="csY86" fmla="*/ 144873 h 198749"/>
              <a:gd name="csX87" fmla="*/ 33523 w 258606"/>
              <a:gd name="csY87" fmla="*/ 149662 h 198749"/>
              <a:gd name="csX88" fmla="*/ 32326 w 258606"/>
              <a:gd name="csY88" fmla="*/ 158043 h 198749"/>
              <a:gd name="csX89" fmla="*/ 34720 w 258606"/>
              <a:gd name="csY89" fmla="*/ 155649 h 198749"/>
              <a:gd name="csX90" fmla="*/ 47890 w 258606"/>
              <a:gd name="csY90" fmla="*/ 171213 h 198749"/>
              <a:gd name="csX91" fmla="*/ 45496 w 258606"/>
              <a:gd name="csY91" fmla="*/ 174805 h 198749"/>
              <a:gd name="csX92" fmla="*/ 51482 w 258606"/>
              <a:gd name="csY92" fmla="*/ 186777 h 198749"/>
              <a:gd name="csX93" fmla="*/ 55074 w 258606"/>
              <a:gd name="csY93" fmla="*/ 179594 h 198749"/>
              <a:gd name="csX94" fmla="*/ 55074 w 258606"/>
              <a:gd name="csY94" fmla="*/ 184383 h 198749"/>
              <a:gd name="csX95" fmla="*/ 62257 w 258606"/>
              <a:gd name="csY95" fmla="*/ 187975 h 198749"/>
              <a:gd name="csX96" fmla="*/ 56271 w 258606"/>
              <a:gd name="csY96" fmla="*/ 198750 h 198749"/>
              <a:gd name="csX97" fmla="*/ 51482 w 258606"/>
              <a:gd name="csY97" fmla="*/ 189172 h 198749"/>
              <a:gd name="csX98" fmla="*/ 43101 w 258606"/>
              <a:gd name="csY98" fmla="*/ 185580 h 198749"/>
              <a:gd name="csX99" fmla="*/ 45496 w 258606"/>
              <a:gd name="csY99" fmla="*/ 183186 h 198749"/>
              <a:gd name="csX100" fmla="*/ 33523 w 258606"/>
              <a:gd name="csY100" fmla="*/ 168818 h 198749"/>
              <a:gd name="csX101" fmla="*/ 35918 w 258606"/>
              <a:gd name="csY101" fmla="*/ 166424 h 198749"/>
              <a:gd name="csX102" fmla="*/ 26340 w 258606"/>
              <a:gd name="csY102" fmla="*/ 161635 h 198749"/>
              <a:gd name="csX103" fmla="*/ 23945 w 258606"/>
              <a:gd name="csY103" fmla="*/ 155649 h 198749"/>
              <a:gd name="csX104" fmla="*/ 20353 w 258606"/>
              <a:gd name="csY104" fmla="*/ 160438 h 198749"/>
              <a:gd name="csX105" fmla="*/ 21551 w 258606"/>
              <a:gd name="csY105" fmla="*/ 142479 h 198749"/>
              <a:gd name="csX106" fmla="*/ 7184 w 258606"/>
              <a:gd name="csY106" fmla="*/ 138887 h 198749"/>
              <a:gd name="csX107" fmla="*/ 0 w 258606"/>
              <a:gd name="csY107" fmla="*/ 114942 h 198749"/>
              <a:gd name="csX108" fmla="*/ 8381 w 258606"/>
              <a:gd name="csY108" fmla="*/ 110153 h 198749"/>
              <a:gd name="csX109" fmla="*/ 20353 w 258606"/>
              <a:gd name="csY109" fmla="*/ 93392 h 198749"/>
              <a:gd name="csX110" fmla="*/ 17959 w 258606"/>
              <a:gd name="csY110" fmla="*/ 81419 h 198749"/>
              <a:gd name="csX111" fmla="*/ 22748 w 258606"/>
              <a:gd name="csY111" fmla="*/ 86208 h 198749"/>
              <a:gd name="csX112" fmla="*/ 26340 w 258606"/>
              <a:gd name="csY112" fmla="*/ 74236 h 198749"/>
              <a:gd name="csX113" fmla="*/ 45496 w 258606"/>
              <a:gd name="csY113" fmla="*/ 62263 h 198749"/>
              <a:gd name="csX114" fmla="*/ 43101 w 258606"/>
              <a:gd name="csY114" fmla="*/ 58671 h 198749"/>
              <a:gd name="csX115" fmla="*/ 47890 w 258606"/>
              <a:gd name="csY115" fmla="*/ 41910 h 198749"/>
              <a:gd name="csX116" fmla="*/ 50285 w 258606"/>
              <a:gd name="csY116" fmla="*/ 35924 h 198749"/>
              <a:gd name="csX117" fmla="*/ 81413 w 258606"/>
              <a:gd name="csY117" fmla="*/ 25148 h 198749"/>
              <a:gd name="csX118" fmla="*/ 193955 w 258606"/>
              <a:gd name="csY118" fmla="*/ 1203 h 198749"/>
              <a:gd name="csX119" fmla="*/ 217900 w 258606"/>
              <a:gd name="csY119" fmla="*/ 1203 h 198749"/>
              <a:gd name="csX120" fmla="*/ 220294 w 258606"/>
              <a:gd name="csY120" fmla="*/ 9584 h 198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</a:cxnLst>
            <a:rect l="l" t="t" r="r" b="b"/>
            <a:pathLst>
              <a:path w="258606" h="198749">
                <a:moveTo>
                  <a:pt x="220294" y="9584"/>
                </a:moveTo>
                <a:cubicBezTo>
                  <a:pt x="217996" y="10662"/>
                  <a:pt x="216008" y="12266"/>
                  <a:pt x="214308" y="14373"/>
                </a:cubicBezTo>
                <a:cubicBezTo>
                  <a:pt x="211483" y="9225"/>
                  <a:pt x="208681" y="10015"/>
                  <a:pt x="205927" y="16767"/>
                </a:cubicBezTo>
                <a:cubicBezTo>
                  <a:pt x="210357" y="27399"/>
                  <a:pt x="215146" y="37767"/>
                  <a:pt x="220294" y="47896"/>
                </a:cubicBezTo>
                <a:cubicBezTo>
                  <a:pt x="217900" y="54840"/>
                  <a:pt x="220294" y="61617"/>
                  <a:pt x="227478" y="68249"/>
                </a:cubicBezTo>
                <a:cubicBezTo>
                  <a:pt x="227478" y="72248"/>
                  <a:pt x="227478" y="76223"/>
                  <a:pt x="227478" y="80222"/>
                </a:cubicBezTo>
                <a:cubicBezTo>
                  <a:pt x="233369" y="82976"/>
                  <a:pt x="233369" y="86184"/>
                  <a:pt x="227478" y="89800"/>
                </a:cubicBezTo>
                <a:cubicBezTo>
                  <a:pt x="230447" y="97845"/>
                  <a:pt x="232459" y="97438"/>
                  <a:pt x="233464" y="88603"/>
                </a:cubicBezTo>
                <a:cubicBezTo>
                  <a:pt x="234542" y="93439"/>
                  <a:pt x="236529" y="97821"/>
                  <a:pt x="239450" y="101772"/>
                </a:cubicBezTo>
                <a:cubicBezTo>
                  <a:pt x="237846" y="102563"/>
                  <a:pt x="236266" y="103377"/>
                  <a:pt x="234661" y="104167"/>
                </a:cubicBezTo>
                <a:cubicBezTo>
                  <a:pt x="239498" y="108046"/>
                  <a:pt x="244287" y="113649"/>
                  <a:pt x="249029" y="120928"/>
                </a:cubicBezTo>
                <a:cubicBezTo>
                  <a:pt x="247424" y="121719"/>
                  <a:pt x="245844" y="122533"/>
                  <a:pt x="244239" y="123323"/>
                </a:cubicBezTo>
                <a:cubicBezTo>
                  <a:pt x="248262" y="128136"/>
                  <a:pt x="253051" y="132135"/>
                  <a:pt x="258607" y="135295"/>
                </a:cubicBezTo>
                <a:cubicBezTo>
                  <a:pt x="257242" y="139294"/>
                  <a:pt x="256859" y="143700"/>
                  <a:pt x="257409" y="148465"/>
                </a:cubicBezTo>
                <a:cubicBezTo>
                  <a:pt x="254919" y="145783"/>
                  <a:pt x="253315" y="142575"/>
                  <a:pt x="252620" y="138887"/>
                </a:cubicBezTo>
                <a:cubicBezTo>
                  <a:pt x="251016" y="140492"/>
                  <a:pt x="249436" y="142072"/>
                  <a:pt x="247831" y="143676"/>
                </a:cubicBezTo>
                <a:cubicBezTo>
                  <a:pt x="244862" y="138791"/>
                  <a:pt x="240456" y="135990"/>
                  <a:pt x="234661" y="135295"/>
                </a:cubicBezTo>
                <a:cubicBezTo>
                  <a:pt x="236601" y="132159"/>
                  <a:pt x="238996" y="129357"/>
                  <a:pt x="241845" y="126915"/>
                </a:cubicBezTo>
                <a:cubicBezTo>
                  <a:pt x="235667" y="118510"/>
                  <a:pt x="230495" y="109722"/>
                  <a:pt x="226281" y="100575"/>
                </a:cubicBezTo>
                <a:cubicBezTo>
                  <a:pt x="224126" y="103616"/>
                  <a:pt x="221324" y="106011"/>
                  <a:pt x="217900" y="107759"/>
                </a:cubicBezTo>
                <a:cubicBezTo>
                  <a:pt x="217900" y="110943"/>
                  <a:pt x="217900" y="114152"/>
                  <a:pt x="217900" y="117337"/>
                </a:cubicBezTo>
                <a:cubicBezTo>
                  <a:pt x="215386" y="120641"/>
                  <a:pt x="212201" y="123036"/>
                  <a:pt x="208322" y="124520"/>
                </a:cubicBezTo>
                <a:cubicBezTo>
                  <a:pt x="200229" y="115732"/>
                  <a:pt x="192662" y="115732"/>
                  <a:pt x="185574" y="124520"/>
                </a:cubicBezTo>
                <a:cubicBezTo>
                  <a:pt x="178391" y="119707"/>
                  <a:pt x="177193" y="114511"/>
                  <a:pt x="181982" y="108956"/>
                </a:cubicBezTo>
                <a:cubicBezTo>
                  <a:pt x="178702" y="107998"/>
                  <a:pt x="175493" y="106801"/>
                  <a:pt x="172404" y="105364"/>
                </a:cubicBezTo>
                <a:cubicBezTo>
                  <a:pt x="171710" y="115349"/>
                  <a:pt x="166538" y="123347"/>
                  <a:pt x="156840" y="129309"/>
                </a:cubicBezTo>
                <a:cubicBezTo>
                  <a:pt x="153200" y="130363"/>
                  <a:pt x="150399" y="128782"/>
                  <a:pt x="148459" y="124520"/>
                </a:cubicBezTo>
                <a:cubicBezTo>
                  <a:pt x="144820" y="127753"/>
                  <a:pt x="143215" y="130937"/>
                  <a:pt x="143670" y="134098"/>
                </a:cubicBezTo>
                <a:cubicBezTo>
                  <a:pt x="141443" y="130243"/>
                  <a:pt x="139456" y="126244"/>
                  <a:pt x="137684" y="122126"/>
                </a:cubicBezTo>
                <a:cubicBezTo>
                  <a:pt x="132632" y="123419"/>
                  <a:pt x="131434" y="125813"/>
                  <a:pt x="134092" y="129309"/>
                </a:cubicBezTo>
                <a:cubicBezTo>
                  <a:pt x="131291" y="133308"/>
                  <a:pt x="128106" y="136900"/>
                  <a:pt x="124514" y="140084"/>
                </a:cubicBezTo>
                <a:cubicBezTo>
                  <a:pt x="124850" y="141928"/>
                  <a:pt x="125664" y="143533"/>
                  <a:pt x="126909" y="144873"/>
                </a:cubicBezTo>
                <a:cubicBezTo>
                  <a:pt x="120372" y="144873"/>
                  <a:pt x="115583" y="147675"/>
                  <a:pt x="112542" y="153254"/>
                </a:cubicBezTo>
                <a:cubicBezTo>
                  <a:pt x="111129" y="152751"/>
                  <a:pt x="109932" y="151961"/>
                  <a:pt x="108950" y="150860"/>
                </a:cubicBezTo>
                <a:cubicBezTo>
                  <a:pt x="106412" y="153111"/>
                  <a:pt x="103610" y="155505"/>
                  <a:pt x="100569" y="158043"/>
                </a:cubicBezTo>
                <a:cubicBezTo>
                  <a:pt x="100593" y="155792"/>
                  <a:pt x="99396" y="154188"/>
                  <a:pt x="96977" y="153254"/>
                </a:cubicBezTo>
                <a:cubicBezTo>
                  <a:pt x="94056" y="154116"/>
                  <a:pt x="91255" y="155314"/>
                  <a:pt x="88597" y="156846"/>
                </a:cubicBezTo>
                <a:cubicBezTo>
                  <a:pt x="93386" y="159600"/>
                  <a:pt x="94176" y="163191"/>
                  <a:pt x="90991" y="167621"/>
                </a:cubicBezTo>
                <a:cubicBezTo>
                  <a:pt x="85556" y="164772"/>
                  <a:pt x="80767" y="161994"/>
                  <a:pt x="76624" y="159240"/>
                </a:cubicBezTo>
                <a:cubicBezTo>
                  <a:pt x="74780" y="165538"/>
                  <a:pt x="74780" y="172314"/>
                  <a:pt x="76624" y="179594"/>
                </a:cubicBezTo>
                <a:cubicBezTo>
                  <a:pt x="75762" y="182036"/>
                  <a:pt x="74182" y="183640"/>
                  <a:pt x="71835" y="184383"/>
                </a:cubicBezTo>
                <a:cubicBezTo>
                  <a:pt x="69944" y="181294"/>
                  <a:pt x="67549" y="178492"/>
                  <a:pt x="64652" y="176002"/>
                </a:cubicBezTo>
                <a:cubicBezTo>
                  <a:pt x="67621" y="176194"/>
                  <a:pt x="70015" y="175787"/>
                  <a:pt x="71835" y="174805"/>
                </a:cubicBezTo>
                <a:cubicBezTo>
                  <a:pt x="67070" y="170159"/>
                  <a:pt x="62281" y="167358"/>
                  <a:pt x="57468" y="166424"/>
                </a:cubicBezTo>
                <a:cubicBezTo>
                  <a:pt x="64508" y="162928"/>
                  <a:pt x="65322" y="158929"/>
                  <a:pt x="59863" y="154451"/>
                </a:cubicBezTo>
                <a:cubicBezTo>
                  <a:pt x="64484" y="152584"/>
                  <a:pt x="68076" y="153781"/>
                  <a:pt x="70638" y="158043"/>
                </a:cubicBezTo>
                <a:cubicBezTo>
                  <a:pt x="71572" y="150956"/>
                  <a:pt x="75164" y="145783"/>
                  <a:pt x="81413" y="142479"/>
                </a:cubicBezTo>
                <a:cubicBezTo>
                  <a:pt x="79809" y="141689"/>
                  <a:pt x="78229" y="140875"/>
                  <a:pt x="76624" y="140084"/>
                </a:cubicBezTo>
                <a:cubicBezTo>
                  <a:pt x="80360" y="139318"/>
                  <a:pt x="83161" y="137331"/>
                  <a:pt x="85005" y="134098"/>
                </a:cubicBezTo>
                <a:cubicBezTo>
                  <a:pt x="89004" y="136110"/>
                  <a:pt x="89387" y="134912"/>
                  <a:pt x="86202" y="130506"/>
                </a:cubicBezTo>
                <a:cubicBezTo>
                  <a:pt x="90512" y="129740"/>
                  <a:pt x="91302" y="128160"/>
                  <a:pt x="88597" y="125717"/>
                </a:cubicBezTo>
                <a:cubicBezTo>
                  <a:pt x="90991" y="124927"/>
                  <a:pt x="93386" y="124113"/>
                  <a:pt x="95780" y="123323"/>
                </a:cubicBezTo>
                <a:cubicBezTo>
                  <a:pt x="92236" y="114320"/>
                  <a:pt x="93817" y="113122"/>
                  <a:pt x="100569" y="119731"/>
                </a:cubicBezTo>
                <a:cubicBezTo>
                  <a:pt x="106172" y="115589"/>
                  <a:pt x="106172" y="111997"/>
                  <a:pt x="100569" y="108956"/>
                </a:cubicBezTo>
                <a:cubicBezTo>
                  <a:pt x="105358" y="106561"/>
                  <a:pt x="110147" y="104167"/>
                  <a:pt x="114936" y="101772"/>
                </a:cubicBezTo>
                <a:cubicBezTo>
                  <a:pt x="110937" y="100982"/>
                  <a:pt x="106963" y="100168"/>
                  <a:pt x="102964" y="99378"/>
                </a:cubicBezTo>
                <a:cubicBezTo>
                  <a:pt x="111560" y="97750"/>
                  <a:pt x="112374" y="94158"/>
                  <a:pt x="105358" y="88603"/>
                </a:cubicBezTo>
                <a:cubicBezTo>
                  <a:pt x="107418" y="86711"/>
                  <a:pt x="109405" y="87501"/>
                  <a:pt x="111344" y="90997"/>
                </a:cubicBezTo>
                <a:cubicBezTo>
                  <a:pt x="111991" y="87166"/>
                  <a:pt x="113188" y="83574"/>
                  <a:pt x="114936" y="80222"/>
                </a:cubicBezTo>
                <a:cubicBezTo>
                  <a:pt x="108280" y="78306"/>
                  <a:pt x="102676" y="74715"/>
                  <a:pt x="98175" y="69447"/>
                </a:cubicBezTo>
                <a:cubicBezTo>
                  <a:pt x="102437" y="66789"/>
                  <a:pt x="106843" y="66789"/>
                  <a:pt x="111344" y="69447"/>
                </a:cubicBezTo>
                <a:cubicBezTo>
                  <a:pt x="115679" y="67244"/>
                  <a:pt x="115272" y="65232"/>
                  <a:pt x="110147" y="63460"/>
                </a:cubicBezTo>
                <a:cubicBezTo>
                  <a:pt x="110937" y="62670"/>
                  <a:pt x="111752" y="61856"/>
                  <a:pt x="112542" y="61066"/>
                </a:cubicBezTo>
                <a:cubicBezTo>
                  <a:pt x="107274" y="59102"/>
                  <a:pt x="102892" y="60300"/>
                  <a:pt x="99372" y="64658"/>
                </a:cubicBezTo>
                <a:cubicBezTo>
                  <a:pt x="96930" y="61952"/>
                  <a:pt x="95349" y="62742"/>
                  <a:pt x="94583" y="67052"/>
                </a:cubicBezTo>
                <a:cubicBezTo>
                  <a:pt x="92500" y="65591"/>
                  <a:pt x="91302" y="63604"/>
                  <a:pt x="90991" y="61066"/>
                </a:cubicBezTo>
                <a:cubicBezTo>
                  <a:pt x="94559" y="54864"/>
                  <a:pt x="99348" y="52470"/>
                  <a:pt x="105358" y="53882"/>
                </a:cubicBezTo>
                <a:cubicBezTo>
                  <a:pt x="106819" y="48662"/>
                  <a:pt x="105215" y="43873"/>
                  <a:pt x="100569" y="39515"/>
                </a:cubicBezTo>
                <a:cubicBezTo>
                  <a:pt x="102964" y="37121"/>
                  <a:pt x="105358" y="34726"/>
                  <a:pt x="107753" y="32332"/>
                </a:cubicBezTo>
                <a:cubicBezTo>
                  <a:pt x="106484" y="30680"/>
                  <a:pt x="104903" y="29482"/>
                  <a:pt x="102964" y="28740"/>
                </a:cubicBezTo>
                <a:cubicBezTo>
                  <a:pt x="94966" y="35564"/>
                  <a:pt x="87376" y="42748"/>
                  <a:pt x="80216" y="50291"/>
                </a:cubicBezTo>
                <a:cubicBezTo>
                  <a:pt x="79067" y="52565"/>
                  <a:pt x="78660" y="54960"/>
                  <a:pt x="79019" y="57474"/>
                </a:cubicBezTo>
                <a:cubicBezTo>
                  <a:pt x="73248" y="56612"/>
                  <a:pt x="69656" y="59007"/>
                  <a:pt x="68243" y="64658"/>
                </a:cubicBezTo>
                <a:cubicBezTo>
                  <a:pt x="67453" y="63053"/>
                  <a:pt x="66639" y="61473"/>
                  <a:pt x="65849" y="59869"/>
                </a:cubicBezTo>
                <a:cubicBezTo>
                  <a:pt x="61204" y="63125"/>
                  <a:pt x="56008" y="65136"/>
                  <a:pt x="50285" y="65855"/>
                </a:cubicBezTo>
                <a:cubicBezTo>
                  <a:pt x="58210" y="67004"/>
                  <a:pt x="61802" y="71386"/>
                  <a:pt x="61060" y="79025"/>
                </a:cubicBezTo>
                <a:cubicBezTo>
                  <a:pt x="58043" y="72895"/>
                  <a:pt x="53661" y="71314"/>
                  <a:pt x="47890" y="74236"/>
                </a:cubicBezTo>
                <a:cubicBezTo>
                  <a:pt x="46406" y="78115"/>
                  <a:pt x="44011" y="81299"/>
                  <a:pt x="40707" y="83814"/>
                </a:cubicBezTo>
                <a:cubicBezTo>
                  <a:pt x="41209" y="85226"/>
                  <a:pt x="42000" y="86424"/>
                  <a:pt x="43101" y="87405"/>
                </a:cubicBezTo>
                <a:cubicBezTo>
                  <a:pt x="34912" y="90135"/>
                  <a:pt x="34122" y="94134"/>
                  <a:pt x="40707" y="99378"/>
                </a:cubicBezTo>
                <a:cubicBezTo>
                  <a:pt x="36564" y="98396"/>
                  <a:pt x="32589" y="98803"/>
                  <a:pt x="28734" y="100575"/>
                </a:cubicBezTo>
                <a:cubicBezTo>
                  <a:pt x="31200" y="100096"/>
                  <a:pt x="33595" y="101293"/>
                  <a:pt x="35918" y="104167"/>
                </a:cubicBezTo>
                <a:cubicBezTo>
                  <a:pt x="29764" y="110249"/>
                  <a:pt x="25789" y="116642"/>
                  <a:pt x="23945" y="123323"/>
                </a:cubicBezTo>
                <a:cubicBezTo>
                  <a:pt x="27130" y="127226"/>
                  <a:pt x="28734" y="130818"/>
                  <a:pt x="28734" y="134098"/>
                </a:cubicBezTo>
                <a:cubicBezTo>
                  <a:pt x="41856" y="110943"/>
                  <a:pt x="44658" y="111757"/>
                  <a:pt x="37115" y="136493"/>
                </a:cubicBezTo>
                <a:cubicBezTo>
                  <a:pt x="36325" y="134888"/>
                  <a:pt x="35511" y="133308"/>
                  <a:pt x="34720" y="131704"/>
                </a:cubicBezTo>
                <a:cubicBezTo>
                  <a:pt x="28878" y="136349"/>
                  <a:pt x="28495" y="140731"/>
                  <a:pt x="33523" y="144873"/>
                </a:cubicBezTo>
                <a:cubicBezTo>
                  <a:pt x="27130" y="146478"/>
                  <a:pt x="27130" y="148058"/>
                  <a:pt x="33523" y="149662"/>
                </a:cubicBezTo>
                <a:cubicBezTo>
                  <a:pt x="31081" y="152177"/>
                  <a:pt x="30698" y="154978"/>
                  <a:pt x="32326" y="158043"/>
                </a:cubicBezTo>
                <a:cubicBezTo>
                  <a:pt x="33116" y="157253"/>
                  <a:pt x="33930" y="156439"/>
                  <a:pt x="34720" y="155649"/>
                </a:cubicBezTo>
                <a:cubicBezTo>
                  <a:pt x="36612" y="163024"/>
                  <a:pt x="40994" y="168220"/>
                  <a:pt x="47890" y="171213"/>
                </a:cubicBezTo>
                <a:cubicBezTo>
                  <a:pt x="46789" y="172195"/>
                  <a:pt x="45998" y="173392"/>
                  <a:pt x="45496" y="174805"/>
                </a:cubicBezTo>
                <a:cubicBezTo>
                  <a:pt x="48752" y="178133"/>
                  <a:pt x="50764" y="182132"/>
                  <a:pt x="51482" y="186777"/>
                </a:cubicBezTo>
                <a:cubicBezTo>
                  <a:pt x="52080" y="184095"/>
                  <a:pt x="53278" y="181701"/>
                  <a:pt x="55074" y="179594"/>
                </a:cubicBezTo>
                <a:cubicBezTo>
                  <a:pt x="57492" y="180647"/>
                  <a:pt x="57492" y="182228"/>
                  <a:pt x="55074" y="184383"/>
                </a:cubicBezTo>
                <a:cubicBezTo>
                  <a:pt x="57181" y="186179"/>
                  <a:pt x="59575" y="187376"/>
                  <a:pt x="62257" y="187975"/>
                </a:cubicBezTo>
                <a:cubicBezTo>
                  <a:pt x="58737" y="190608"/>
                  <a:pt x="56750" y="194200"/>
                  <a:pt x="56271" y="198750"/>
                </a:cubicBezTo>
                <a:cubicBezTo>
                  <a:pt x="53781" y="196068"/>
                  <a:pt x="52176" y="192859"/>
                  <a:pt x="51482" y="189172"/>
                </a:cubicBezTo>
                <a:cubicBezTo>
                  <a:pt x="48225" y="190992"/>
                  <a:pt x="45424" y="189794"/>
                  <a:pt x="43101" y="185580"/>
                </a:cubicBezTo>
                <a:cubicBezTo>
                  <a:pt x="43891" y="184790"/>
                  <a:pt x="44705" y="183976"/>
                  <a:pt x="45496" y="183186"/>
                </a:cubicBezTo>
                <a:cubicBezTo>
                  <a:pt x="38719" y="180839"/>
                  <a:pt x="34720" y="176050"/>
                  <a:pt x="33523" y="168818"/>
                </a:cubicBezTo>
                <a:cubicBezTo>
                  <a:pt x="34313" y="168028"/>
                  <a:pt x="35127" y="167214"/>
                  <a:pt x="35918" y="166424"/>
                </a:cubicBezTo>
                <a:cubicBezTo>
                  <a:pt x="32733" y="164820"/>
                  <a:pt x="29524" y="163239"/>
                  <a:pt x="26340" y="161635"/>
                </a:cubicBezTo>
                <a:cubicBezTo>
                  <a:pt x="25310" y="159432"/>
                  <a:pt x="24520" y="157445"/>
                  <a:pt x="23945" y="155649"/>
                </a:cubicBezTo>
                <a:cubicBezTo>
                  <a:pt x="22293" y="156918"/>
                  <a:pt x="21096" y="158498"/>
                  <a:pt x="20353" y="160438"/>
                </a:cubicBezTo>
                <a:cubicBezTo>
                  <a:pt x="20186" y="153901"/>
                  <a:pt x="20593" y="147914"/>
                  <a:pt x="21551" y="142479"/>
                </a:cubicBezTo>
                <a:cubicBezTo>
                  <a:pt x="16905" y="140539"/>
                  <a:pt x="12116" y="139342"/>
                  <a:pt x="7184" y="138887"/>
                </a:cubicBezTo>
                <a:cubicBezTo>
                  <a:pt x="2921" y="132781"/>
                  <a:pt x="527" y="124807"/>
                  <a:pt x="0" y="114942"/>
                </a:cubicBezTo>
                <a:cubicBezTo>
                  <a:pt x="1221" y="109195"/>
                  <a:pt x="3999" y="107591"/>
                  <a:pt x="8381" y="110153"/>
                </a:cubicBezTo>
                <a:cubicBezTo>
                  <a:pt x="11446" y="103904"/>
                  <a:pt x="15445" y="98300"/>
                  <a:pt x="20353" y="93392"/>
                </a:cubicBezTo>
                <a:cubicBezTo>
                  <a:pt x="17360" y="91907"/>
                  <a:pt x="16546" y="87908"/>
                  <a:pt x="17959" y="81419"/>
                </a:cubicBezTo>
                <a:cubicBezTo>
                  <a:pt x="19563" y="83023"/>
                  <a:pt x="21144" y="84604"/>
                  <a:pt x="22748" y="86208"/>
                </a:cubicBezTo>
                <a:cubicBezTo>
                  <a:pt x="23586" y="82090"/>
                  <a:pt x="24783" y="78115"/>
                  <a:pt x="26340" y="74236"/>
                </a:cubicBezTo>
                <a:cubicBezTo>
                  <a:pt x="33356" y="71195"/>
                  <a:pt x="39749" y="67196"/>
                  <a:pt x="45496" y="62263"/>
                </a:cubicBezTo>
                <a:cubicBezTo>
                  <a:pt x="44993" y="60850"/>
                  <a:pt x="44203" y="59653"/>
                  <a:pt x="43101" y="58671"/>
                </a:cubicBezTo>
                <a:cubicBezTo>
                  <a:pt x="51889" y="54218"/>
                  <a:pt x="53493" y="48638"/>
                  <a:pt x="47890" y="41910"/>
                </a:cubicBezTo>
                <a:cubicBezTo>
                  <a:pt x="52344" y="40473"/>
                  <a:pt x="53134" y="38486"/>
                  <a:pt x="50285" y="35924"/>
                </a:cubicBezTo>
                <a:cubicBezTo>
                  <a:pt x="59815" y="30704"/>
                  <a:pt x="70183" y="27112"/>
                  <a:pt x="81413" y="25148"/>
                </a:cubicBezTo>
                <a:cubicBezTo>
                  <a:pt x="119079" y="17941"/>
                  <a:pt x="156601" y="9967"/>
                  <a:pt x="193955" y="1203"/>
                </a:cubicBezTo>
                <a:cubicBezTo>
                  <a:pt x="201929" y="-401"/>
                  <a:pt x="209926" y="-401"/>
                  <a:pt x="217900" y="1203"/>
                </a:cubicBezTo>
                <a:cubicBezTo>
                  <a:pt x="219911" y="3622"/>
                  <a:pt x="220702" y="6423"/>
                  <a:pt x="220294" y="9584"/>
                </a:cubicBezTo>
                <a:close/>
              </a:path>
            </a:pathLst>
          </a:custGeom>
          <a:solidFill>
            <a:srgbClr val="CEDAD2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77A39F62-EE5D-B136-D265-DDC2685AB803}"/>
              </a:ext>
            </a:extLst>
          </p:cNvPr>
          <p:cNvSpPr/>
          <p:nvPr/>
        </p:nvSpPr>
        <p:spPr>
          <a:xfrm>
            <a:off x="9048699" y="4535737"/>
            <a:ext cx="79018" cy="100569"/>
          </a:xfrm>
          <a:custGeom>
            <a:avLst/>
            <a:gdLst>
              <a:gd name="csX0" fmla="*/ 4789 w 79018"/>
              <a:gd name="csY0" fmla="*/ 0 h 100569"/>
              <a:gd name="csX1" fmla="*/ 79019 w 79018"/>
              <a:gd name="csY1" fmla="*/ 98175 h 100569"/>
              <a:gd name="csX2" fmla="*/ 74230 w 79018"/>
              <a:gd name="csY2" fmla="*/ 100569 h 100569"/>
              <a:gd name="csX3" fmla="*/ 47890 w 79018"/>
              <a:gd name="csY3" fmla="*/ 69441 h 100569"/>
              <a:gd name="csX4" fmla="*/ 0 w 79018"/>
              <a:gd name="csY4" fmla="*/ 4789 h 100569"/>
              <a:gd name="csX5" fmla="*/ 4789 w 79018"/>
              <a:gd name="csY5" fmla="*/ 0 h 100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9018" h="100569">
                <a:moveTo>
                  <a:pt x="4789" y="0"/>
                </a:moveTo>
                <a:cubicBezTo>
                  <a:pt x="30075" y="32206"/>
                  <a:pt x="54834" y="64939"/>
                  <a:pt x="79019" y="98175"/>
                </a:cubicBezTo>
                <a:cubicBezTo>
                  <a:pt x="76648" y="97768"/>
                  <a:pt x="75044" y="98558"/>
                  <a:pt x="74230" y="100569"/>
                </a:cubicBezTo>
                <a:cubicBezTo>
                  <a:pt x="66016" y="89746"/>
                  <a:pt x="57229" y="79378"/>
                  <a:pt x="47890" y="69441"/>
                </a:cubicBezTo>
                <a:cubicBezTo>
                  <a:pt x="33667" y="46621"/>
                  <a:pt x="17719" y="25070"/>
                  <a:pt x="0" y="4789"/>
                </a:cubicBezTo>
                <a:cubicBezTo>
                  <a:pt x="3185" y="4789"/>
                  <a:pt x="4789" y="3185"/>
                  <a:pt x="4789" y="0"/>
                </a:cubicBezTo>
                <a:close/>
              </a:path>
            </a:pathLst>
          </a:custGeom>
          <a:solidFill>
            <a:srgbClr val="494A45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7B1A0B2A-A77B-518F-8FD9-8EC6BCAD3AC8}"/>
              </a:ext>
            </a:extLst>
          </p:cNvPr>
          <p:cNvSpPr/>
          <p:nvPr/>
        </p:nvSpPr>
        <p:spPr>
          <a:xfrm>
            <a:off x="9513233" y="4526159"/>
            <a:ext cx="7443" cy="33523"/>
          </a:xfrm>
          <a:custGeom>
            <a:avLst/>
            <a:gdLst>
              <a:gd name="csX0" fmla="*/ 7184 w 7443"/>
              <a:gd name="csY0" fmla="*/ 0 h 33523"/>
              <a:gd name="csX1" fmla="*/ 0 w 7443"/>
              <a:gd name="csY1" fmla="*/ 33523 h 33523"/>
              <a:gd name="csX2" fmla="*/ 7184 w 7443"/>
              <a:gd name="csY2" fmla="*/ 0 h 33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43" h="33523">
                <a:moveTo>
                  <a:pt x="7184" y="0"/>
                </a:moveTo>
                <a:cubicBezTo>
                  <a:pt x="8285" y="12212"/>
                  <a:pt x="5891" y="23370"/>
                  <a:pt x="0" y="33523"/>
                </a:cubicBezTo>
                <a:cubicBezTo>
                  <a:pt x="2418" y="22125"/>
                  <a:pt x="4813" y="10943"/>
                  <a:pt x="7184" y="0"/>
                </a:cubicBezTo>
                <a:close/>
              </a:path>
            </a:pathLst>
          </a:custGeom>
          <a:solidFill>
            <a:srgbClr val="959E90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E6C27F12-821C-183D-F92F-DF48F40CBD76}"/>
              </a:ext>
            </a:extLst>
          </p:cNvPr>
          <p:cNvSpPr/>
          <p:nvPr/>
        </p:nvSpPr>
        <p:spPr>
          <a:xfrm>
            <a:off x="8799670" y="4435168"/>
            <a:ext cx="351992" cy="351992"/>
          </a:xfrm>
          <a:custGeom>
            <a:avLst/>
            <a:gdLst>
              <a:gd name="csX0" fmla="*/ 107753 w 351992"/>
              <a:gd name="csY0" fmla="*/ 0 h 351992"/>
              <a:gd name="csX1" fmla="*/ 95780 w 351992"/>
              <a:gd name="csY1" fmla="*/ 50285 h 351992"/>
              <a:gd name="csX2" fmla="*/ 104161 w 351992"/>
              <a:gd name="csY2" fmla="*/ 55074 h 351992"/>
              <a:gd name="csX3" fmla="*/ 112542 w 351992"/>
              <a:gd name="csY3" fmla="*/ 46693 h 351992"/>
              <a:gd name="csX4" fmla="*/ 113739 w 351992"/>
              <a:gd name="csY4" fmla="*/ 38312 h 351992"/>
              <a:gd name="csX5" fmla="*/ 116133 w 351992"/>
              <a:gd name="csY5" fmla="*/ 40707 h 351992"/>
              <a:gd name="csX6" fmla="*/ 126909 w 351992"/>
              <a:gd name="csY6" fmla="*/ 29931 h 351992"/>
              <a:gd name="csX7" fmla="*/ 122120 w 351992"/>
              <a:gd name="csY7" fmla="*/ 25142 h 351992"/>
              <a:gd name="csX8" fmla="*/ 131698 w 351992"/>
              <a:gd name="csY8" fmla="*/ 21551 h 351992"/>
              <a:gd name="csX9" fmla="*/ 125712 w 351992"/>
              <a:gd name="csY9" fmla="*/ 19156 h 351992"/>
              <a:gd name="csX10" fmla="*/ 128106 w 351992"/>
              <a:gd name="csY10" fmla="*/ 14367 h 351992"/>
              <a:gd name="csX11" fmla="*/ 136487 w 351992"/>
              <a:gd name="csY11" fmla="*/ 13170 h 351992"/>
              <a:gd name="csX12" fmla="*/ 136487 w 351992"/>
              <a:gd name="csY12" fmla="*/ 26340 h 351992"/>
              <a:gd name="csX13" fmla="*/ 143670 w 351992"/>
              <a:gd name="csY13" fmla="*/ 27537 h 351992"/>
              <a:gd name="csX14" fmla="*/ 152051 w 351992"/>
              <a:gd name="csY14" fmla="*/ 35918 h 351992"/>
              <a:gd name="csX15" fmla="*/ 153248 w 351992"/>
              <a:gd name="csY15" fmla="*/ 43101 h 351992"/>
              <a:gd name="csX16" fmla="*/ 152051 w 351992"/>
              <a:gd name="csY16" fmla="*/ 45496 h 351992"/>
              <a:gd name="csX17" fmla="*/ 142473 w 351992"/>
              <a:gd name="csY17" fmla="*/ 35918 h 351992"/>
              <a:gd name="csX18" fmla="*/ 131698 w 351992"/>
              <a:gd name="csY18" fmla="*/ 39509 h 351992"/>
              <a:gd name="csX19" fmla="*/ 134092 w 351992"/>
              <a:gd name="csY19" fmla="*/ 31129 h 351992"/>
              <a:gd name="csX20" fmla="*/ 114936 w 351992"/>
              <a:gd name="csY20" fmla="*/ 44298 h 351992"/>
              <a:gd name="csX21" fmla="*/ 112542 w 351992"/>
              <a:gd name="csY21" fmla="*/ 56271 h 351992"/>
              <a:gd name="csX22" fmla="*/ 113739 w 351992"/>
              <a:gd name="csY22" fmla="*/ 62257 h 351992"/>
              <a:gd name="csX23" fmla="*/ 110147 w 351992"/>
              <a:gd name="csY23" fmla="*/ 65849 h 351992"/>
              <a:gd name="csX24" fmla="*/ 100569 w 351992"/>
              <a:gd name="csY24" fmla="*/ 82610 h 351992"/>
              <a:gd name="csX25" fmla="*/ 102964 w 351992"/>
              <a:gd name="csY25" fmla="*/ 85005 h 351992"/>
              <a:gd name="csX26" fmla="*/ 94583 w 351992"/>
              <a:gd name="csY26" fmla="*/ 83808 h 351992"/>
              <a:gd name="csX27" fmla="*/ 95780 w 351992"/>
              <a:gd name="csY27" fmla="*/ 89794 h 351992"/>
              <a:gd name="csX28" fmla="*/ 83808 w 351992"/>
              <a:gd name="csY28" fmla="*/ 113739 h 351992"/>
              <a:gd name="csX29" fmla="*/ 89794 w 351992"/>
              <a:gd name="csY29" fmla="*/ 117331 h 351992"/>
              <a:gd name="csX30" fmla="*/ 94583 w 351992"/>
              <a:gd name="csY30" fmla="*/ 105358 h 351992"/>
              <a:gd name="csX31" fmla="*/ 102964 w 351992"/>
              <a:gd name="csY31" fmla="*/ 106555 h 351992"/>
              <a:gd name="csX32" fmla="*/ 105358 w 351992"/>
              <a:gd name="csY32" fmla="*/ 99372 h 351992"/>
              <a:gd name="csX33" fmla="*/ 102964 w 351992"/>
              <a:gd name="csY33" fmla="*/ 94583 h 351992"/>
              <a:gd name="csX34" fmla="*/ 118528 w 351992"/>
              <a:gd name="csY34" fmla="*/ 83808 h 351992"/>
              <a:gd name="csX35" fmla="*/ 126909 w 351992"/>
              <a:gd name="csY35" fmla="*/ 100569 h 351992"/>
              <a:gd name="csX36" fmla="*/ 122120 w 351992"/>
              <a:gd name="csY36" fmla="*/ 102964 h 351992"/>
              <a:gd name="csX37" fmla="*/ 134092 w 351992"/>
              <a:gd name="csY37" fmla="*/ 105358 h 351992"/>
              <a:gd name="csX38" fmla="*/ 140079 w 351992"/>
              <a:gd name="csY38" fmla="*/ 88597 h 351992"/>
              <a:gd name="csX39" fmla="*/ 144868 w 351992"/>
              <a:gd name="csY39" fmla="*/ 100569 h 351992"/>
              <a:gd name="csX40" fmla="*/ 147262 w 351992"/>
              <a:gd name="csY40" fmla="*/ 95780 h 351992"/>
              <a:gd name="csX41" fmla="*/ 148459 w 351992"/>
              <a:gd name="csY41" fmla="*/ 107753 h 351992"/>
              <a:gd name="csX42" fmla="*/ 155643 w 351992"/>
              <a:gd name="csY42" fmla="*/ 117331 h 351992"/>
              <a:gd name="csX43" fmla="*/ 150854 w 351992"/>
              <a:gd name="csY43" fmla="*/ 120922 h 351992"/>
              <a:gd name="csX44" fmla="*/ 161629 w 351992"/>
              <a:gd name="csY44" fmla="*/ 143670 h 351992"/>
              <a:gd name="csX45" fmla="*/ 166418 w 351992"/>
              <a:gd name="csY45" fmla="*/ 138881 h 351992"/>
              <a:gd name="csX46" fmla="*/ 179588 w 351992"/>
              <a:gd name="csY46" fmla="*/ 149657 h 351992"/>
              <a:gd name="csX47" fmla="*/ 202336 w 351992"/>
              <a:gd name="csY47" fmla="*/ 177193 h 351992"/>
              <a:gd name="csX48" fmla="*/ 210716 w 351992"/>
              <a:gd name="csY48" fmla="*/ 173602 h 351992"/>
              <a:gd name="csX49" fmla="*/ 208322 w 351992"/>
              <a:gd name="csY49" fmla="*/ 183180 h 351992"/>
              <a:gd name="csX50" fmla="*/ 219097 w 351992"/>
              <a:gd name="csY50" fmla="*/ 177193 h 351992"/>
              <a:gd name="csX51" fmla="*/ 237056 w 351992"/>
              <a:gd name="csY51" fmla="*/ 186771 h 351992"/>
              <a:gd name="csX52" fmla="*/ 247831 w 351992"/>
              <a:gd name="csY52" fmla="*/ 191560 h 351992"/>
              <a:gd name="csX53" fmla="*/ 255015 w 351992"/>
              <a:gd name="csY53" fmla="*/ 181982 h 351992"/>
              <a:gd name="csX54" fmla="*/ 256212 w 351992"/>
              <a:gd name="csY54" fmla="*/ 201138 h 351992"/>
              <a:gd name="csX55" fmla="*/ 268185 w 351992"/>
              <a:gd name="csY55" fmla="*/ 198744 h 351992"/>
              <a:gd name="csX56" fmla="*/ 277763 w 351992"/>
              <a:gd name="csY56" fmla="*/ 202336 h 351992"/>
              <a:gd name="csX57" fmla="*/ 280157 w 351992"/>
              <a:gd name="csY57" fmla="*/ 217900 h 351992"/>
              <a:gd name="csX58" fmla="*/ 270579 w 351992"/>
              <a:gd name="csY58" fmla="*/ 231070 h 351992"/>
              <a:gd name="csX59" fmla="*/ 272974 w 351992"/>
              <a:gd name="csY59" fmla="*/ 235859 h 351992"/>
              <a:gd name="csX60" fmla="*/ 278960 w 351992"/>
              <a:gd name="csY60" fmla="*/ 239450 h 351992"/>
              <a:gd name="csX61" fmla="*/ 282552 w 351992"/>
              <a:gd name="csY61" fmla="*/ 250226 h 351992"/>
              <a:gd name="csX62" fmla="*/ 323258 w 351992"/>
              <a:gd name="csY62" fmla="*/ 266987 h 351992"/>
              <a:gd name="csX63" fmla="*/ 347203 w 351992"/>
              <a:gd name="csY63" fmla="*/ 269382 h 351992"/>
              <a:gd name="csX64" fmla="*/ 342414 w 351992"/>
              <a:gd name="csY64" fmla="*/ 274171 h 351992"/>
              <a:gd name="csX65" fmla="*/ 351992 w 351992"/>
              <a:gd name="csY65" fmla="*/ 280157 h 351992"/>
              <a:gd name="csX66" fmla="*/ 258607 w 351992"/>
              <a:gd name="csY66" fmla="*/ 247831 h 351992"/>
              <a:gd name="csX67" fmla="*/ 246634 w 351992"/>
              <a:gd name="csY67" fmla="*/ 247831 h 351992"/>
              <a:gd name="csX68" fmla="*/ 2395 w 351992"/>
              <a:gd name="csY68" fmla="*/ 351992 h 351992"/>
              <a:gd name="csX69" fmla="*/ 0 w 351992"/>
              <a:gd name="csY69" fmla="*/ 348400 h 351992"/>
              <a:gd name="csX70" fmla="*/ 107753 w 351992"/>
              <a:gd name="csY70" fmla="*/ 0 h 351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</a:cxnLst>
            <a:rect l="l" t="t" r="r" b="b"/>
            <a:pathLst>
              <a:path w="351992" h="351992">
                <a:moveTo>
                  <a:pt x="107753" y="0"/>
                </a:moveTo>
                <a:cubicBezTo>
                  <a:pt x="106340" y="17576"/>
                  <a:pt x="102365" y="34337"/>
                  <a:pt x="95780" y="50285"/>
                </a:cubicBezTo>
                <a:cubicBezTo>
                  <a:pt x="99659" y="49949"/>
                  <a:pt x="102461" y="51554"/>
                  <a:pt x="104161" y="55074"/>
                </a:cubicBezTo>
                <a:cubicBezTo>
                  <a:pt x="106963" y="52272"/>
                  <a:pt x="109740" y="49494"/>
                  <a:pt x="112542" y="46693"/>
                </a:cubicBezTo>
                <a:cubicBezTo>
                  <a:pt x="110674" y="44131"/>
                  <a:pt x="111081" y="41329"/>
                  <a:pt x="113739" y="38312"/>
                </a:cubicBezTo>
                <a:cubicBezTo>
                  <a:pt x="114529" y="39102"/>
                  <a:pt x="115343" y="39916"/>
                  <a:pt x="116133" y="40707"/>
                </a:cubicBezTo>
                <a:cubicBezTo>
                  <a:pt x="118360" y="35798"/>
                  <a:pt x="121952" y="32206"/>
                  <a:pt x="126909" y="29931"/>
                </a:cubicBezTo>
                <a:cubicBezTo>
                  <a:pt x="125304" y="28327"/>
                  <a:pt x="123724" y="26747"/>
                  <a:pt x="122120" y="25142"/>
                </a:cubicBezTo>
                <a:cubicBezTo>
                  <a:pt x="125568" y="24615"/>
                  <a:pt x="128753" y="23418"/>
                  <a:pt x="131698" y="21551"/>
                </a:cubicBezTo>
                <a:cubicBezTo>
                  <a:pt x="130405" y="17312"/>
                  <a:pt x="128417" y="16522"/>
                  <a:pt x="125712" y="19156"/>
                </a:cubicBezTo>
                <a:cubicBezTo>
                  <a:pt x="124299" y="16809"/>
                  <a:pt x="125089" y="15205"/>
                  <a:pt x="128106" y="14367"/>
                </a:cubicBezTo>
                <a:cubicBezTo>
                  <a:pt x="130884" y="12715"/>
                  <a:pt x="133685" y="12332"/>
                  <a:pt x="136487" y="13170"/>
                </a:cubicBezTo>
                <a:cubicBezTo>
                  <a:pt x="135649" y="17073"/>
                  <a:pt x="135649" y="21455"/>
                  <a:pt x="136487" y="26340"/>
                </a:cubicBezTo>
                <a:cubicBezTo>
                  <a:pt x="139001" y="25980"/>
                  <a:pt x="141396" y="26387"/>
                  <a:pt x="143670" y="27537"/>
                </a:cubicBezTo>
                <a:cubicBezTo>
                  <a:pt x="145658" y="31129"/>
                  <a:pt x="148459" y="33930"/>
                  <a:pt x="152051" y="35918"/>
                </a:cubicBezTo>
                <a:cubicBezTo>
                  <a:pt x="153200" y="38192"/>
                  <a:pt x="153607" y="40587"/>
                  <a:pt x="153248" y="43101"/>
                </a:cubicBezTo>
                <a:cubicBezTo>
                  <a:pt x="153416" y="44155"/>
                  <a:pt x="153009" y="44945"/>
                  <a:pt x="152051" y="45496"/>
                </a:cubicBezTo>
                <a:cubicBezTo>
                  <a:pt x="148052" y="43101"/>
                  <a:pt x="144868" y="39916"/>
                  <a:pt x="142473" y="35918"/>
                </a:cubicBezTo>
                <a:cubicBezTo>
                  <a:pt x="139767" y="40012"/>
                  <a:pt x="136175" y="41209"/>
                  <a:pt x="131698" y="39509"/>
                </a:cubicBezTo>
                <a:cubicBezTo>
                  <a:pt x="139145" y="37474"/>
                  <a:pt x="139959" y="34672"/>
                  <a:pt x="134092" y="31129"/>
                </a:cubicBezTo>
                <a:cubicBezTo>
                  <a:pt x="127938" y="35774"/>
                  <a:pt x="121569" y="40156"/>
                  <a:pt x="114936" y="44298"/>
                </a:cubicBezTo>
                <a:cubicBezTo>
                  <a:pt x="120827" y="48872"/>
                  <a:pt x="120013" y="52871"/>
                  <a:pt x="112542" y="56271"/>
                </a:cubicBezTo>
                <a:cubicBezTo>
                  <a:pt x="114817" y="57995"/>
                  <a:pt x="115224" y="59982"/>
                  <a:pt x="113739" y="62257"/>
                </a:cubicBezTo>
                <a:cubicBezTo>
                  <a:pt x="107896" y="58977"/>
                  <a:pt x="106699" y="60174"/>
                  <a:pt x="110147" y="65849"/>
                </a:cubicBezTo>
                <a:cubicBezTo>
                  <a:pt x="106508" y="71213"/>
                  <a:pt x="103323" y="76792"/>
                  <a:pt x="100569" y="82610"/>
                </a:cubicBezTo>
                <a:cubicBezTo>
                  <a:pt x="101359" y="83401"/>
                  <a:pt x="102174" y="84215"/>
                  <a:pt x="102964" y="85005"/>
                </a:cubicBezTo>
                <a:cubicBezTo>
                  <a:pt x="99899" y="86633"/>
                  <a:pt x="97097" y="86250"/>
                  <a:pt x="94583" y="83808"/>
                </a:cubicBezTo>
                <a:cubicBezTo>
                  <a:pt x="89554" y="86729"/>
                  <a:pt x="89962" y="88716"/>
                  <a:pt x="95780" y="89794"/>
                </a:cubicBezTo>
                <a:cubicBezTo>
                  <a:pt x="91063" y="97552"/>
                  <a:pt x="87064" y="105526"/>
                  <a:pt x="83808" y="113739"/>
                </a:cubicBezTo>
                <a:cubicBezTo>
                  <a:pt x="86011" y="114625"/>
                  <a:pt x="87998" y="115822"/>
                  <a:pt x="89794" y="117331"/>
                </a:cubicBezTo>
                <a:cubicBezTo>
                  <a:pt x="90632" y="113571"/>
                  <a:pt x="92236" y="109573"/>
                  <a:pt x="94583" y="105358"/>
                </a:cubicBezTo>
                <a:cubicBezTo>
                  <a:pt x="97097" y="107801"/>
                  <a:pt x="99899" y="108184"/>
                  <a:pt x="102964" y="106555"/>
                </a:cubicBezTo>
                <a:cubicBezTo>
                  <a:pt x="93362" y="102245"/>
                  <a:pt x="94152" y="99851"/>
                  <a:pt x="105358" y="99372"/>
                </a:cubicBezTo>
                <a:cubicBezTo>
                  <a:pt x="108064" y="96930"/>
                  <a:pt x="107274" y="95349"/>
                  <a:pt x="102964" y="94583"/>
                </a:cubicBezTo>
                <a:cubicBezTo>
                  <a:pt x="109094" y="92284"/>
                  <a:pt x="114266" y="88692"/>
                  <a:pt x="118528" y="83808"/>
                </a:cubicBezTo>
                <a:cubicBezTo>
                  <a:pt x="119821" y="89100"/>
                  <a:pt x="122623" y="94703"/>
                  <a:pt x="126909" y="100569"/>
                </a:cubicBezTo>
                <a:cubicBezTo>
                  <a:pt x="125304" y="101359"/>
                  <a:pt x="123724" y="102173"/>
                  <a:pt x="122120" y="102964"/>
                </a:cubicBezTo>
                <a:cubicBezTo>
                  <a:pt x="125831" y="105238"/>
                  <a:pt x="129806" y="106053"/>
                  <a:pt x="134092" y="105358"/>
                </a:cubicBezTo>
                <a:cubicBezTo>
                  <a:pt x="133039" y="98510"/>
                  <a:pt x="135050" y="92907"/>
                  <a:pt x="140079" y="88597"/>
                </a:cubicBezTo>
                <a:cubicBezTo>
                  <a:pt x="140605" y="93098"/>
                  <a:pt x="142186" y="97097"/>
                  <a:pt x="144868" y="100569"/>
                </a:cubicBezTo>
                <a:cubicBezTo>
                  <a:pt x="145658" y="98965"/>
                  <a:pt x="146472" y="97384"/>
                  <a:pt x="147262" y="95780"/>
                </a:cubicBezTo>
                <a:cubicBezTo>
                  <a:pt x="149704" y="100018"/>
                  <a:pt x="150112" y="104017"/>
                  <a:pt x="148459" y="107753"/>
                </a:cubicBezTo>
                <a:cubicBezTo>
                  <a:pt x="150854" y="110937"/>
                  <a:pt x="153248" y="114146"/>
                  <a:pt x="155643" y="117331"/>
                </a:cubicBezTo>
                <a:cubicBezTo>
                  <a:pt x="154374" y="118983"/>
                  <a:pt x="152793" y="120180"/>
                  <a:pt x="150854" y="120922"/>
                </a:cubicBezTo>
                <a:cubicBezTo>
                  <a:pt x="155068" y="128058"/>
                  <a:pt x="158660" y="135649"/>
                  <a:pt x="161629" y="143670"/>
                </a:cubicBezTo>
                <a:cubicBezTo>
                  <a:pt x="163233" y="142066"/>
                  <a:pt x="164814" y="140486"/>
                  <a:pt x="166418" y="138881"/>
                </a:cubicBezTo>
                <a:cubicBezTo>
                  <a:pt x="170106" y="143383"/>
                  <a:pt x="174512" y="146975"/>
                  <a:pt x="179588" y="149657"/>
                </a:cubicBezTo>
                <a:cubicBezTo>
                  <a:pt x="184544" y="160983"/>
                  <a:pt x="192111" y="170177"/>
                  <a:pt x="202336" y="177193"/>
                </a:cubicBezTo>
                <a:cubicBezTo>
                  <a:pt x="204347" y="173578"/>
                  <a:pt x="207125" y="172380"/>
                  <a:pt x="210716" y="173602"/>
                </a:cubicBezTo>
                <a:cubicBezTo>
                  <a:pt x="209399" y="176954"/>
                  <a:pt x="208609" y="180139"/>
                  <a:pt x="208322" y="183180"/>
                </a:cubicBezTo>
                <a:cubicBezTo>
                  <a:pt x="213326" y="184257"/>
                  <a:pt x="216918" y="182246"/>
                  <a:pt x="219097" y="177193"/>
                </a:cubicBezTo>
                <a:cubicBezTo>
                  <a:pt x="226137" y="178558"/>
                  <a:pt x="232123" y="181767"/>
                  <a:pt x="237056" y="186771"/>
                </a:cubicBezTo>
                <a:cubicBezTo>
                  <a:pt x="242037" y="184018"/>
                  <a:pt x="245628" y="185622"/>
                  <a:pt x="247831" y="191560"/>
                </a:cubicBezTo>
                <a:cubicBezTo>
                  <a:pt x="251615" y="189453"/>
                  <a:pt x="254009" y="186268"/>
                  <a:pt x="255015" y="181982"/>
                </a:cubicBezTo>
                <a:cubicBezTo>
                  <a:pt x="261935" y="188160"/>
                  <a:pt x="262318" y="194553"/>
                  <a:pt x="256212" y="201138"/>
                </a:cubicBezTo>
                <a:cubicBezTo>
                  <a:pt x="260187" y="202862"/>
                  <a:pt x="264186" y="202072"/>
                  <a:pt x="268185" y="198744"/>
                </a:cubicBezTo>
                <a:cubicBezTo>
                  <a:pt x="271273" y="200181"/>
                  <a:pt x="274482" y="201378"/>
                  <a:pt x="277763" y="202336"/>
                </a:cubicBezTo>
                <a:cubicBezTo>
                  <a:pt x="280013" y="206909"/>
                  <a:pt x="280804" y="212081"/>
                  <a:pt x="280157" y="217900"/>
                </a:cubicBezTo>
                <a:cubicBezTo>
                  <a:pt x="274314" y="221204"/>
                  <a:pt x="271130" y="225586"/>
                  <a:pt x="270579" y="231070"/>
                </a:cubicBezTo>
                <a:cubicBezTo>
                  <a:pt x="277858" y="231932"/>
                  <a:pt x="278672" y="233536"/>
                  <a:pt x="272974" y="235859"/>
                </a:cubicBezTo>
                <a:cubicBezTo>
                  <a:pt x="275177" y="236745"/>
                  <a:pt x="277164" y="237942"/>
                  <a:pt x="278960" y="239450"/>
                </a:cubicBezTo>
                <a:cubicBezTo>
                  <a:pt x="282240" y="243114"/>
                  <a:pt x="283438" y="246706"/>
                  <a:pt x="282552" y="250226"/>
                </a:cubicBezTo>
                <a:cubicBezTo>
                  <a:pt x="296607" y="254727"/>
                  <a:pt x="310184" y="260330"/>
                  <a:pt x="323258" y="266987"/>
                </a:cubicBezTo>
                <a:cubicBezTo>
                  <a:pt x="331232" y="267777"/>
                  <a:pt x="339230" y="268592"/>
                  <a:pt x="347203" y="269382"/>
                </a:cubicBezTo>
                <a:cubicBezTo>
                  <a:pt x="345599" y="270986"/>
                  <a:pt x="344019" y="272566"/>
                  <a:pt x="342414" y="274171"/>
                </a:cubicBezTo>
                <a:cubicBezTo>
                  <a:pt x="346772" y="274650"/>
                  <a:pt x="349957" y="276637"/>
                  <a:pt x="351992" y="280157"/>
                </a:cubicBezTo>
                <a:cubicBezTo>
                  <a:pt x="320792" y="269765"/>
                  <a:pt x="289663" y="258990"/>
                  <a:pt x="258607" y="247831"/>
                </a:cubicBezTo>
                <a:cubicBezTo>
                  <a:pt x="254608" y="246227"/>
                  <a:pt x="250633" y="246227"/>
                  <a:pt x="246634" y="247831"/>
                </a:cubicBezTo>
                <a:cubicBezTo>
                  <a:pt x="164934" y="281881"/>
                  <a:pt x="83520" y="316601"/>
                  <a:pt x="2395" y="351992"/>
                </a:cubicBezTo>
                <a:cubicBezTo>
                  <a:pt x="1604" y="350795"/>
                  <a:pt x="790" y="349598"/>
                  <a:pt x="0" y="348400"/>
                </a:cubicBezTo>
                <a:cubicBezTo>
                  <a:pt x="36253" y="232099"/>
                  <a:pt x="72170" y="115966"/>
                  <a:pt x="107753" y="0"/>
                </a:cubicBezTo>
                <a:close/>
              </a:path>
            </a:pathLst>
          </a:custGeom>
          <a:solidFill>
            <a:srgbClr val="CDD9C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15D946C8-4A20-8D33-FBF8-5C69A1AD7228}"/>
              </a:ext>
            </a:extLst>
          </p:cNvPr>
          <p:cNvSpPr/>
          <p:nvPr/>
        </p:nvSpPr>
        <p:spPr>
          <a:xfrm>
            <a:off x="8861927" y="4564471"/>
            <a:ext cx="105358" cy="141275"/>
          </a:xfrm>
          <a:custGeom>
            <a:avLst/>
            <a:gdLst>
              <a:gd name="csX0" fmla="*/ 33523 w 105358"/>
              <a:gd name="csY0" fmla="*/ 0 h 141275"/>
              <a:gd name="csX1" fmla="*/ 45496 w 105358"/>
              <a:gd name="csY1" fmla="*/ 5986 h 141275"/>
              <a:gd name="csX2" fmla="*/ 47890 w 105358"/>
              <a:gd name="csY2" fmla="*/ 17959 h 141275"/>
              <a:gd name="csX3" fmla="*/ 45496 w 105358"/>
              <a:gd name="csY3" fmla="*/ 23945 h 141275"/>
              <a:gd name="csX4" fmla="*/ 41904 w 105358"/>
              <a:gd name="csY4" fmla="*/ 31129 h 141275"/>
              <a:gd name="csX5" fmla="*/ 56271 w 105358"/>
              <a:gd name="csY5" fmla="*/ 45496 h 141275"/>
              <a:gd name="csX6" fmla="*/ 52679 w 105358"/>
              <a:gd name="csY6" fmla="*/ 46693 h 141275"/>
              <a:gd name="csX7" fmla="*/ 61060 w 105358"/>
              <a:gd name="csY7" fmla="*/ 43101 h 141275"/>
              <a:gd name="csX8" fmla="*/ 64652 w 105358"/>
              <a:gd name="csY8" fmla="*/ 47890 h 141275"/>
              <a:gd name="csX9" fmla="*/ 53876 w 105358"/>
              <a:gd name="csY9" fmla="*/ 59863 h 141275"/>
              <a:gd name="csX10" fmla="*/ 51482 w 105358"/>
              <a:gd name="csY10" fmla="*/ 57468 h 141275"/>
              <a:gd name="csX11" fmla="*/ 55074 w 105358"/>
              <a:gd name="csY11" fmla="*/ 65849 h 141275"/>
              <a:gd name="csX12" fmla="*/ 49087 w 105358"/>
              <a:gd name="csY12" fmla="*/ 64652 h 141275"/>
              <a:gd name="csX13" fmla="*/ 47890 w 105358"/>
              <a:gd name="csY13" fmla="*/ 71835 h 141275"/>
              <a:gd name="csX14" fmla="*/ 39509 w 105358"/>
              <a:gd name="csY14" fmla="*/ 83808 h 141275"/>
              <a:gd name="csX15" fmla="*/ 44298 w 105358"/>
              <a:gd name="csY15" fmla="*/ 74230 h 141275"/>
              <a:gd name="csX16" fmla="*/ 43101 w 105358"/>
              <a:gd name="csY16" fmla="*/ 85005 h 141275"/>
              <a:gd name="csX17" fmla="*/ 51482 w 105358"/>
              <a:gd name="csY17" fmla="*/ 83808 h 141275"/>
              <a:gd name="csX18" fmla="*/ 55074 w 105358"/>
              <a:gd name="csY18" fmla="*/ 92188 h 141275"/>
              <a:gd name="csX19" fmla="*/ 73032 w 105358"/>
              <a:gd name="csY19" fmla="*/ 98175 h 141275"/>
              <a:gd name="csX20" fmla="*/ 76624 w 105358"/>
              <a:gd name="csY20" fmla="*/ 86202 h 141275"/>
              <a:gd name="csX21" fmla="*/ 82610 w 105358"/>
              <a:gd name="csY21" fmla="*/ 86202 h 141275"/>
              <a:gd name="csX22" fmla="*/ 96977 w 105358"/>
              <a:gd name="csY22" fmla="*/ 86202 h 141275"/>
              <a:gd name="csX23" fmla="*/ 98175 w 105358"/>
              <a:gd name="csY23" fmla="*/ 93386 h 141275"/>
              <a:gd name="csX24" fmla="*/ 105358 w 105358"/>
              <a:gd name="csY24" fmla="*/ 94583 h 141275"/>
              <a:gd name="csX25" fmla="*/ 99372 w 105358"/>
              <a:gd name="csY25" fmla="*/ 105358 h 141275"/>
              <a:gd name="csX26" fmla="*/ 89794 w 105358"/>
              <a:gd name="csY26" fmla="*/ 95780 h 141275"/>
              <a:gd name="csX27" fmla="*/ 73032 w 105358"/>
              <a:gd name="csY27" fmla="*/ 105358 h 141275"/>
              <a:gd name="csX28" fmla="*/ 63454 w 105358"/>
              <a:gd name="csY28" fmla="*/ 98175 h 141275"/>
              <a:gd name="csX29" fmla="*/ 64652 w 105358"/>
              <a:gd name="csY29" fmla="*/ 104161 h 141275"/>
              <a:gd name="csX30" fmla="*/ 61060 w 105358"/>
              <a:gd name="csY30" fmla="*/ 112542 h 141275"/>
              <a:gd name="csX31" fmla="*/ 46693 w 105358"/>
              <a:gd name="csY31" fmla="*/ 122120 h 141275"/>
              <a:gd name="csX32" fmla="*/ 40707 w 105358"/>
              <a:gd name="csY32" fmla="*/ 122120 h 141275"/>
              <a:gd name="csX33" fmla="*/ 39509 w 105358"/>
              <a:gd name="csY33" fmla="*/ 134092 h 141275"/>
              <a:gd name="csX34" fmla="*/ 29931 w 105358"/>
              <a:gd name="csY34" fmla="*/ 138881 h 141275"/>
              <a:gd name="csX35" fmla="*/ 25142 w 105358"/>
              <a:gd name="csY35" fmla="*/ 134092 h 141275"/>
              <a:gd name="csX36" fmla="*/ 21551 w 105358"/>
              <a:gd name="csY36" fmla="*/ 141276 h 141275"/>
              <a:gd name="csX37" fmla="*/ 19156 w 105358"/>
              <a:gd name="csY37" fmla="*/ 135289 h 141275"/>
              <a:gd name="csX38" fmla="*/ 5986 w 105358"/>
              <a:gd name="csY38" fmla="*/ 138881 h 141275"/>
              <a:gd name="csX39" fmla="*/ 8381 w 105358"/>
              <a:gd name="csY39" fmla="*/ 126909 h 141275"/>
              <a:gd name="csX40" fmla="*/ 14367 w 105358"/>
              <a:gd name="csY40" fmla="*/ 124514 h 141275"/>
              <a:gd name="csX41" fmla="*/ 2395 w 105358"/>
              <a:gd name="csY41" fmla="*/ 123317 h 141275"/>
              <a:gd name="csX42" fmla="*/ 9578 w 105358"/>
              <a:gd name="csY42" fmla="*/ 116133 h 141275"/>
              <a:gd name="csX43" fmla="*/ 3592 w 105358"/>
              <a:gd name="csY43" fmla="*/ 107753 h 141275"/>
              <a:gd name="csX44" fmla="*/ 1197 w 105358"/>
              <a:gd name="csY44" fmla="*/ 110147 h 141275"/>
              <a:gd name="csX45" fmla="*/ 4789 w 105358"/>
              <a:gd name="csY45" fmla="*/ 100569 h 141275"/>
              <a:gd name="csX46" fmla="*/ 0 w 105358"/>
              <a:gd name="csY46" fmla="*/ 98175 h 141275"/>
              <a:gd name="csX47" fmla="*/ 9578 w 105358"/>
              <a:gd name="csY47" fmla="*/ 94583 h 141275"/>
              <a:gd name="csX48" fmla="*/ 11973 w 105358"/>
              <a:gd name="csY48" fmla="*/ 85005 h 141275"/>
              <a:gd name="csX49" fmla="*/ 11973 w 105358"/>
              <a:gd name="csY49" fmla="*/ 75427 h 141275"/>
              <a:gd name="csX50" fmla="*/ 7184 w 105358"/>
              <a:gd name="csY50" fmla="*/ 70638 h 141275"/>
              <a:gd name="csX51" fmla="*/ 14367 w 105358"/>
              <a:gd name="csY51" fmla="*/ 64652 h 141275"/>
              <a:gd name="csX52" fmla="*/ 13170 w 105358"/>
              <a:gd name="csY52" fmla="*/ 57468 h 141275"/>
              <a:gd name="csX53" fmla="*/ 16762 w 105358"/>
              <a:gd name="csY53" fmla="*/ 56271 h 141275"/>
              <a:gd name="csX54" fmla="*/ 19156 w 105358"/>
              <a:gd name="csY54" fmla="*/ 53876 h 141275"/>
              <a:gd name="csX55" fmla="*/ 21551 w 105358"/>
              <a:gd name="csY55" fmla="*/ 47890 h 141275"/>
              <a:gd name="csX56" fmla="*/ 20353 w 105358"/>
              <a:gd name="csY56" fmla="*/ 40707 h 141275"/>
              <a:gd name="csX57" fmla="*/ 14367 w 105358"/>
              <a:gd name="csY57" fmla="*/ 39509 h 141275"/>
              <a:gd name="csX58" fmla="*/ 23945 w 105358"/>
              <a:gd name="csY58" fmla="*/ 35918 h 141275"/>
              <a:gd name="csX59" fmla="*/ 23945 w 105358"/>
              <a:gd name="csY59" fmla="*/ 20353 h 141275"/>
              <a:gd name="csX60" fmla="*/ 32326 w 105358"/>
              <a:gd name="csY60" fmla="*/ 11973 h 141275"/>
              <a:gd name="csX61" fmla="*/ 28734 w 105358"/>
              <a:gd name="csY61" fmla="*/ 11973 h 141275"/>
              <a:gd name="csX62" fmla="*/ 35918 w 105358"/>
              <a:gd name="csY62" fmla="*/ 7184 h 141275"/>
              <a:gd name="csX63" fmla="*/ 33523 w 105358"/>
              <a:gd name="csY63" fmla="*/ 0 h 141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</a:cxnLst>
            <a:rect l="l" t="t" r="r" b="b"/>
            <a:pathLst>
              <a:path w="105358" h="141275">
                <a:moveTo>
                  <a:pt x="33523" y="0"/>
                </a:moveTo>
                <a:cubicBezTo>
                  <a:pt x="37594" y="1389"/>
                  <a:pt x="41593" y="3376"/>
                  <a:pt x="45496" y="5986"/>
                </a:cubicBezTo>
                <a:cubicBezTo>
                  <a:pt x="44059" y="9889"/>
                  <a:pt x="44873" y="13864"/>
                  <a:pt x="47890" y="17959"/>
                </a:cubicBezTo>
                <a:cubicBezTo>
                  <a:pt x="42933" y="18725"/>
                  <a:pt x="42143" y="20736"/>
                  <a:pt x="45496" y="23945"/>
                </a:cubicBezTo>
                <a:cubicBezTo>
                  <a:pt x="42359" y="25765"/>
                  <a:pt x="41162" y="28159"/>
                  <a:pt x="41904" y="31129"/>
                </a:cubicBezTo>
                <a:cubicBezTo>
                  <a:pt x="52823" y="29285"/>
                  <a:pt x="57612" y="34074"/>
                  <a:pt x="56271" y="45496"/>
                </a:cubicBezTo>
                <a:cubicBezTo>
                  <a:pt x="51075" y="38839"/>
                  <a:pt x="49878" y="39246"/>
                  <a:pt x="52679" y="46693"/>
                </a:cubicBezTo>
                <a:cubicBezTo>
                  <a:pt x="56534" y="48273"/>
                  <a:pt x="59312" y="47076"/>
                  <a:pt x="61060" y="43101"/>
                </a:cubicBezTo>
                <a:cubicBezTo>
                  <a:pt x="62712" y="44370"/>
                  <a:pt x="63909" y="45951"/>
                  <a:pt x="64652" y="47890"/>
                </a:cubicBezTo>
                <a:cubicBezTo>
                  <a:pt x="59048" y="50093"/>
                  <a:pt x="55457" y="54068"/>
                  <a:pt x="53876" y="59863"/>
                </a:cubicBezTo>
                <a:cubicBezTo>
                  <a:pt x="53086" y="59072"/>
                  <a:pt x="52272" y="58258"/>
                  <a:pt x="51482" y="57468"/>
                </a:cubicBezTo>
                <a:cubicBezTo>
                  <a:pt x="50261" y="61060"/>
                  <a:pt x="51458" y="63837"/>
                  <a:pt x="55074" y="65849"/>
                </a:cubicBezTo>
                <a:cubicBezTo>
                  <a:pt x="52799" y="67333"/>
                  <a:pt x="50811" y="66926"/>
                  <a:pt x="49087" y="64652"/>
                </a:cubicBezTo>
                <a:cubicBezTo>
                  <a:pt x="47938" y="66926"/>
                  <a:pt x="47531" y="69321"/>
                  <a:pt x="47890" y="71835"/>
                </a:cubicBezTo>
                <a:cubicBezTo>
                  <a:pt x="37690" y="71548"/>
                  <a:pt x="34912" y="75547"/>
                  <a:pt x="39509" y="83808"/>
                </a:cubicBezTo>
                <a:cubicBezTo>
                  <a:pt x="40204" y="80120"/>
                  <a:pt x="41808" y="76911"/>
                  <a:pt x="44298" y="74230"/>
                </a:cubicBezTo>
                <a:cubicBezTo>
                  <a:pt x="48968" y="78157"/>
                  <a:pt x="48561" y="81748"/>
                  <a:pt x="43101" y="85005"/>
                </a:cubicBezTo>
                <a:cubicBezTo>
                  <a:pt x="46166" y="86633"/>
                  <a:pt x="48968" y="86250"/>
                  <a:pt x="51482" y="83808"/>
                </a:cubicBezTo>
                <a:cubicBezTo>
                  <a:pt x="55696" y="86130"/>
                  <a:pt x="56893" y="88932"/>
                  <a:pt x="55074" y="92188"/>
                </a:cubicBezTo>
                <a:cubicBezTo>
                  <a:pt x="61419" y="93266"/>
                  <a:pt x="67405" y="95277"/>
                  <a:pt x="73032" y="98175"/>
                </a:cubicBezTo>
                <a:cubicBezTo>
                  <a:pt x="73511" y="93960"/>
                  <a:pt x="74709" y="89986"/>
                  <a:pt x="76624" y="86202"/>
                </a:cubicBezTo>
                <a:cubicBezTo>
                  <a:pt x="78851" y="88932"/>
                  <a:pt x="80838" y="88932"/>
                  <a:pt x="82610" y="86202"/>
                </a:cubicBezTo>
                <a:cubicBezTo>
                  <a:pt x="87830" y="95277"/>
                  <a:pt x="92619" y="95277"/>
                  <a:pt x="96977" y="86202"/>
                </a:cubicBezTo>
                <a:cubicBezTo>
                  <a:pt x="98127" y="88477"/>
                  <a:pt x="98534" y="90871"/>
                  <a:pt x="98175" y="93386"/>
                </a:cubicBezTo>
                <a:cubicBezTo>
                  <a:pt x="100689" y="93026"/>
                  <a:pt x="103083" y="93434"/>
                  <a:pt x="105358" y="94583"/>
                </a:cubicBezTo>
                <a:cubicBezTo>
                  <a:pt x="101958" y="97839"/>
                  <a:pt x="99947" y="101431"/>
                  <a:pt x="99372" y="105358"/>
                </a:cubicBezTo>
                <a:cubicBezTo>
                  <a:pt x="97744" y="100545"/>
                  <a:pt x="94559" y="97337"/>
                  <a:pt x="89794" y="95780"/>
                </a:cubicBezTo>
                <a:cubicBezTo>
                  <a:pt x="84382" y="99420"/>
                  <a:pt x="78803" y="102628"/>
                  <a:pt x="73032" y="105358"/>
                </a:cubicBezTo>
                <a:cubicBezTo>
                  <a:pt x="69369" y="103634"/>
                  <a:pt x="66184" y="101240"/>
                  <a:pt x="63454" y="98175"/>
                </a:cubicBezTo>
                <a:cubicBezTo>
                  <a:pt x="59719" y="99611"/>
                  <a:pt x="60102" y="101623"/>
                  <a:pt x="64652" y="104161"/>
                </a:cubicBezTo>
                <a:cubicBezTo>
                  <a:pt x="62999" y="106723"/>
                  <a:pt x="61802" y="109501"/>
                  <a:pt x="61060" y="112542"/>
                </a:cubicBezTo>
                <a:cubicBezTo>
                  <a:pt x="55145" y="113978"/>
                  <a:pt x="50356" y="117187"/>
                  <a:pt x="46693" y="122120"/>
                </a:cubicBezTo>
                <a:cubicBezTo>
                  <a:pt x="44921" y="119390"/>
                  <a:pt x="42933" y="119390"/>
                  <a:pt x="40707" y="122120"/>
                </a:cubicBezTo>
                <a:cubicBezTo>
                  <a:pt x="38935" y="125975"/>
                  <a:pt x="38528" y="129950"/>
                  <a:pt x="39509" y="134092"/>
                </a:cubicBezTo>
                <a:cubicBezTo>
                  <a:pt x="35750" y="132751"/>
                  <a:pt x="32565" y="134356"/>
                  <a:pt x="29931" y="138881"/>
                </a:cubicBezTo>
                <a:cubicBezTo>
                  <a:pt x="28327" y="137277"/>
                  <a:pt x="26747" y="135697"/>
                  <a:pt x="25142" y="134092"/>
                </a:cubicBezTo>
                <a:cubicBezTo>
                  <a:pt x="22269" y="136415"/>
                  <a:pt x="21072" y="138809"/>
                  <a:pt x="21551" y="141276"/>
                </a:cubicBezTo>
                <a:cubicBezTo>
                  <a:pt x="14463" y="139647"/>
                  <a:pt x="13673" y="137636"/>
                  <a:pt x="19156" y="135289"/>
                </a:cubicBezTo>
                <a:cubicBezTo>
                  <a:pt x="13888" y="133326"/>
                  <a:pt x="9506" y="134523"/>
                  <a:pt x="5986" y="138881"/>
                </a:cubicBezTo>
                <a:cubicBezTo>
                  <a:pt x="4741" y="134595"/>
                  <a:pt x="5531" y="130596"/>
                  <a:pt x="8381" y="126909"/>
                </a:cubicBezTo>
                <a:cubicBezTo>
                  <a:pt x="11087" y="129543"/>
                  <a:pt x="13074" y="128752"/>
                  <a:pt x="14367" y="124514"/>
                </a:cubicBezTo>
                <a:cubicBezTo>
                  <a:pt x="10991" y="124155"/>
                  <a:pt x="6992" y="123748"/>
                  <a:pt x="2395" y="123317"/>
                </a:cubicBezTo>
                <a:cubicBezTo>
                  <a:pt x="3999" y="120132"/>
                  <a:pt x="6393" y="117738"/>
                  <a:pt x="9578" y="116133"/>
                </a:cubicBezTo>
                <a:cubicBezTo>
                  <a:pt x="6705" y="113978"/>
                  <a:pt x="4717" y="111177"/>
                  <a:pt x="3592" y="107753"/>
                </a:cubicBezTo>
                <a:cubicBezTo>
                  <a:pt x="2802" y="108543"/>
                  <a:pt x="1987" y="109357"/>
                  <a:pt x="1197" y="110147"/>
                </a:cubicBezTo>
                <a:cubicBezTo>
                  <a:pt x="407" y="106436"/>
                  <a:pt x="1604" y="103251"/>
                  <a:pt x="4789" y="100569"/>
                </a:cubicBezTo>
                <a:cubicBezTo>
                  <a:pt x="3185" y="99779"/>
                  <a:pt x="1604" y="98965"/>
                  <a:pt x="0" y="98175"/>
                </a:cubicBezTo>
                <a:cubicBezTo>
                  <a:pt x="2945" y="96307"/>
                  <a:pt x="6130" y="95110"/>
                  <a:pt x="9578" y="94583"/>
                </a:cubicBezTo>
                <a:cubicBezTo>
                  <a:pt x="-263" y="89435"/>
                  <a:pt x="527" y="86250"/>
                  <a:pt x="11973" y="85005"/>
                </a:cubicBezTo>
                <a:cubicBezTo>
                  <a:pt x="9410" y="82012"/>
                  <a:pt x="9410" y="78827"/>
                  <a:pt x="11973" y="75427"/>
                </a:cubicBezTo>
                <a:cubicBezTo>
                  <a:pt x="10991" y="73152"/>
                  <a:pt x="9410" y="71572"/>
                  <a:pt x="7184" y="70638"/>
                </a:cubicBezTo>
                <a:cubicBezTo>
                  <a:pt x="9578" y="68650"/>
                  <a:pt x="11973" y="66639"/>
                  <a:pt x="14367" y="64652"/>
                </a:cubicBezTo>
                <a:cubicBezTo>
                  <a:pt x="12380" y="62377"/>
                  <a:pt x="11996" y="59982"/>
                  <a:pt x="13170" y="57468"/>
                </a:cubicBezTo>
                <a:cubicBezTo>
                  <a:pt x="20856" y="63814"/>
                  <a:pt x="22053" y="63406"/>
                  <a:pt x="16762" y="56271"/>
                </a:cubicBezTo>
                <a:cubicBezTo>
                  <a:pt x="17552" y="55481"/>
                  <a:pt x="18366" y="54667"/>
                  <a:pt x="19156" y="53876"/>
                </a:cubicBezTo>
                <a:cubicBezTo>
                  <a:pt x="9458" y="49231"/>
                  <a:pt x="10248" y="47244"/>
                  <a:pt x="21551" y="47890"/>
                </a:cubicBezTo>
                <a:cubicBezTo>
                  <a:pt x="21910" y="45376"/>
                  <a:pt x="21503" y="42981"/>
                  <a:pt x="20353" y="40707"/>
                </a:cubicBezTo>
                <a:cubicBezTo>
                  <a:pt x="18174" y="43460"/>
                  <a:pt x="16163" y="43077"/>
                  <a:pt x="14367" y="39509"/>
                </a:cubicBezTo>
                <a:cubicBezTo>
                  <a:pt x="17815" y="38983"/>
                  <a:pt x="21000" y="37785"/>
                  <a:pt x="23945" y="35918"/>
                </a:cubicBezTo>
                <a:cubicBezTo>
                  <a:pt x="23490" y="30554"/>
                  <a:pt x="23490" y="25382"/>
                  <a:pt x="23945" y="20353"/>
                </a:cubicBezTo>
                <a:cubicBezTo>
                  <a:pt x="30171" y="20281"/>
                  <a:pt x="32972" y="17504"/>
                  <a:pt x="32326" y="11973"/>
                </a:cubicBezTo>
                <a:cubicBezTo>
                  <a:pt x="30769" y="14846"/>
                  <a:pt x="29572" y="14846"/>
                  <a:pt x="28734" y="11973"/>
                </a:cubicBezTo>
                <a:cubicBezTo>
                  <a:pt x="31129" y="10368"/>
                  <a:pt x="33523" y="8788"/>
                  <a:pt x="35918" y="7184"/>
                </a:cubicBezTo>
                <a:cubicBezTo>
                  <a:pt x="34409" y="4981"/>
                  <a:pt x="33619" y="2586"/>
                  <a:pt x="33523" y="0"/>
                </a:cubicBezTo>
                <a:close/>
              </a:path>
            </a:pathLst>
          </a:custGeom>
          <a:solidFill>
            <a:srgbClr val="C9D4CD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366F81CD-007D-00F3-A14E-AB8070940417}"/>
              </a:ext>
            </a:extLst>
          </p:cNvPr>
          <p:cNvSpPr/>
          <p:nvPr/>
        </p:nvSpPr>
        <p:spPr>
          <a:xfrm>
            <a:off x="9525188" y="4478269"/>
            <a:ext cx="4827" cy="16761"/>
          </a:xfrm>
          <a:custGeom>
            <a:avLst/>
            <a:gdLst>
              <a:gd name="csX0" fmla="*/ 4808 w 4827"/>
              <a:gd name="csY0" fmla="*/ 0 h 16761"/>
              <a:gd name="csX1" fmla="*/ 19 w 4827"/>
              <a:gd name="csY1" fmla="*/ 16762 h 16761"/>
              <a:gd name="csX2" fmla="*/ 4808 w 4827"/>
              <a:gd name="csY2" fmla="*/ 0 h 167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27" h="16761">
                <a:moveTo>
                  <a:pt x="4808" y="0"/>
                </a:moveTo>
                <a:cubicBezTo>
                  <a:pt x="5024" y="6345"/>
                  <a:pt x="3419" y="11949"/>
                  <a:pt x="19" y="16762"/>
                </a:cubicBezTo>
                <a:cubicBezTo>
                  <a:pt x="-196" y="10416"/>
                  <a:pt x="1408" y="4813"/>
                  <a:pt x="4808" y="0"/>
                </a:cubicBezTo>
                <a:close/>
              </a:path>
            </a:pathLst>
          </a:custGeom>
          <a:solidFill>
            <a:srgbClr val="61685C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62D51F36-4316-B334-EA12-3D558F36AF3A}"/>
              </a:ext>
            </a:extLst>
          </p:cNvPr>
          <p:cNvSpPr/>
          <p:nvPr/>
        </p:nvSpPr>
        <p:spPr>
          <a:xfrm>
            <a:off x="8979470" y="4417243"/>
            <a:ext cx="235687" cy="298083"/>
          </a:xfrm>
          <a:custGeom>
            <a:avLst/>
            <a:gdLst>
              <a:gd name="csX0" fmla="*/ 217688 w 235687"/>
              <a:gd name="csY0" fmla="*/ 295689 h 298083"/>
              <a:gd name="csX1" fmla="*/ 148247 w 235687"/>
              <a:gd name="csY1" fmla="*/ 216671 h 298083"/>
              <a:gd name="csX2" fmla="*/ 74018 w 235687"/>
              <a:gd name="csY2" fmla="*/ 118496 h 298083"/>
              <a:gd name="csX3" fmla="*/ 985 w 235687"/>
              <a:gd name="csY3" fmla="*/ 20321 h 298083"/>
              <a:gd name="csX4" fmla="*/ 2183 w 235687"/>
              <a:gd name="csY4" fmla="*/ 11941 h 298083"/>
              <a:gd name="csX5" fmla="*/ 14155 w 235687"/>
              <a:gd name="csY5" fmla="*/ 8349 h 298083"/>
              <a:gd name="csX6" fmla="*/ 34509 w 235687"/>
              <a:gd name="csY6" fmla="*/ 22716 h 298083"/>
              <a:gd name="csX7" fmla="*/ 33311 w 235687"/>
              <a:gd name="csY7" fmla="*/ 29899 h 298083"/>
              <a:gd name="csX8" fmla="*/ 40495 w 235687"/>
              <a:gd name="csY8" fmla="*/ 40675 h 298083"/>
              <a:gd name="csX9" fmla="*/ 38100 w 235687"/>
              <a:gd name="csY9" fmla="*/ 45464 h 298083"/>
              <a:gd name="csX10" fmla="*/ 46481 w 235687"/>
              <a:gd name="csY10" fmla="*/ 51450 h 298083"/>
              <a:gd name="csX11" fmla="*/ 47678 w 235687"/>
              <a:gd name="csY11" fmla="*/ 55042 h 298083"/>
              <a:gd name="csX12" fmla="*/ 64440 w 235687"/>
              <a:gd name="csY12" fmla="*/ 71803 h 298083"/>
              <a:gd name="csX13" fmla="*/ 74018 w 235687"/>
              <a:gd name="csY13" fmla="*/ 67014 h 298083"/>
              <a:gd name="csX14" fmla="*/ 64440 w 235687"/>
              <a:gd name="csY14" fmla="*/ 67014 h 298083"/>
              <a:gd name="csX15" fmla="*/ 66834 w 235687"/>
              <a:gd name="csY15" fmla="*/ 56239 h 298083"/>
              <a:gd name="csX16" fmla="*/ 54862 w 235687"/>
              <a:gd name="csY16" fmla="*/ 55042 h 298083"/>
              <a:gd name="csX17" fmla="*/ 57256 w 235687"/>
              <a:gd name="csY17" fmla="*/ 51450 h 298083"/>
              <a:gd name="csX18" fmla="*/ 57256 w 235687"/>
              <a:gd name="csY18" fmla="*/ 45464 h 298083"/>
              <a:gd name="csX19" fmla="*/ 45284 w 235687"/>
              <a:gd name="csY19" fmla="*/ 27505 h 298083"/>
              <a:gd name="csX20" fmla="*/ 54862 w 235687"/>
              <a:gd name="csY20" fmla="*/ 10743 h 298083"/>
              <a:gd name="csX21" fmla="*/ 62045 w 235687"/>
              <a:gd name="csY21" fmla="*/ 11941 h 298083"/>
              <a:gd name="csX22" fmla="*/ 64440 w 235687"/>
              <a:gd name="csY22" fmla="*/ 8349 h 298083"/>
              <a:gd name="csX23" fmla="*/ 66834 w 235687"/>
              <a:gd name="csY23" fmla="*/ 1165 h 298083"/>
              <a:gd name="csX24" fmla="*/ 76412 w 235687"/>
              <a:gd name="csY24" fmla="*/ 4757 h 298083"/>
              <a:gd name="csX25" fmla="*/ 76412 w 235687"/>
              <a:gd name="csY25" fmla="*/ 17927 h 298083"/>
              <a:gd name="csX26" fmla="*/ 74018 w 235687"/>
              <a:gd name="csY26" fmla="*/ 21519 h 298083"/>
              <a:gd name="csX27" fmla="*/ 82399 w 235687"/>
              <a:gd name="csY27" fmla="*/ 13138 h 298083"/>
              <a:gd name="csX28" fmla="*/ 91977 w 235687"/>
              <a:gd name="csY28" fmla="*/ 25110 h 298083"/>
              <a:gd name="csX29" fmla="*/ 94371 w 235687"/>
              <a:gd name="csY29" fmla="*/ 22716 h 298083"/>
              <a:gd name="csX30" fmla="*/ 95568 w 235687"/>
              <a:gd name="csY30" fmla="*/ 31097 h 298083"/>
              <a:gd name="csX31" fmla="*/ 101555 w 235687"/>
              <a:gd name="csY31" fmla="*/ 27505 h 298083"/>
              <a:gd name="csX32" fmla="*/ 109935 w 235687"/>
              <a:gd name="csY32" fmla="*/ 38280 h 298083"/>
              <a:gd name="csX33" fmla="*/ 103949 w 235687"/>
              <a:gd name="csY33" fmla="*/ 34688 h 298083"/>
              <a:gd name="csX34" fmla="*/ 89582 w 235687"/>
              <a:gd name="csY34" fmla="*/ 39477 h 298083"/>
              <a:gd name="csX35" fmla="*/ 87188 w 235687"/>
              <a:gd name="csY35" fmla="*/ 37083 h 298083"/>
              <a:gd name="csX36" fmla="*/ 81201 w 235687"/>
              <a:gd name="csY36" fmla="*/ 49055 h 298083"/>
              <a:gd name="csX37" fmla="*/ 93174 w 235687"/>
              <a:gd name="csY37" fmla="*/ 53844 h 298083"/>
              <a:gd name="csX38" fmla="*/ 117119 w 235687"/>
              <a:gd name="csY38" fmla="*/ 50253 h 298083"/>
              <a:gd name="csX39" fmla="*/ 105146 w 235687"/>
              <a:gd name="csY39" fmla="*/ 56239 h 298083"/>
              <a:gd name="csX40" fmla="*/ 108738 w 235687"/>
              <a:gd name="csY40" fmla="*/ 56239 h 298083"/>
              <a:gd name="csX41" fmla="*/ 112330 w 235687"/>
              <a:gd name="csY41" fmla="*/ 63423 h 298083"/>
              <a:gd name="csX42" fmla="*/ 111133 w 235687"/>
              <a:gd name="csY42" fmla="*/ 70606 h 298083"/>
              <a:gd name="csX43" fmla="*/ 131486 w 235687"/>
              <a:gd name="csY43" fmla="*/ 74198 h 298083"/>
              <a:gd name="csX44" fmla="*/ 124302 w 235687"/>
              <a:gd name="csY44" fmla="*/ 77790 h 298083"/>
              <a:gd name="csX45" fmla="*/ 132683 w 235687"/>
              <a:gd name="csY45" fmla="*/ 82579 h 298083"/>
              <a:gd name="csX46" fmla="*/ 153036 w 235687"/>
              <a:gd name="csY46" fmla="*/ 71803 h 298083"/>
              <a:gd name="csX47" fmla="*/ 138669 w 235687"/>
              <a:gd name="csY47" fmla="*/ 105326 h 298083"/>
              <a:gd name="csX48" fmla="*/ 151839 w 235687"/>
              <a:gd name="csY48" fmla="*/ 108918 h 298083"/>
              <a:gd name="csX49" fmla="*/ 167404 w 235687"/>
              <a:gd name="csY49" fmla="*/ 107721 h 298083"/>
              <a:gd name="csX50" fmla="*/ 167404 w 235687"/>
              <a:gd name="csY50" fmla="*/ 125680 h 298083"/>
              <a:gd name="csX51" fmla="*/ 174587 w 235687"/>
              <a:gd name="csY51" fmla="*/ 126877 h 298083"/>
              <a:gd name="csX52" fmla="*/ 165009 w 235687"/>
              <a:gd name="csY52" fmla="*/ 129271 h 298083"/>
              <a:gd name="csX53" fmla="*/ 169798 w 235687"/>
              <a:gd name="csY53" fmla="*/ 132863 h 298083"/>
              <a:gd name="csX54" fmla="*/ 179376 w 235687"/>
              <a:gd name="csY54" fmla="*/ 131666 h 298083"/>
              <a:gd name="csX55" fmla="*/ 176982 w 235687"/>
              <a:gd name="csY55" fmla="*/ 140047 h 298083"/>
              <a:gd name="csX56" fmla="*/ 186560 w 235687"/>
              <a:gd name="csY56" fmla="*/ 142441 h 298083"/>
              <a:gd name="csX57" fmla="*/ 192546 w 235687"/>
              <a:gd name="csY57" fmla="*/ 152019 h 298083"/>
              <a:gd name="csX58" fmla="*/ 186560 w 235687"/>
              <a:gd name="csY58" fmla="*/ 155611 h 298083"/>
              <a:gd name="csX59" fmla="*/ 179376 w 235687"/>
              <a:gd name="csY59" fmla="*/ 159203 h 298083"/>
              <a:gd name="csX60" fmla="*/ 193743 w 235687"/>
              <a:gd name="csY60" fmla="*/ 159203 h 298083"/>
              <a:gd name="csX61" fmla="*/ 184165 w 235687"/>
              <a:gd name="csY61" fmla="*/ 165189 h 298083"/>
              <a:gd name="csX62" fmla="*/ 193743 w 235687"/>
              <a:gd name="csY62" fmla="*/ 173570 h 298083"/>
              <a:gd name="csX63" fmla="*/ 184165 w 235687"/>
              <a:gd name="csY63" fmla="*/ 179556 h 298083"/>
              <a:gd name="csX64" fmla="*/ 196138 w 235687"/>
              <a:gd name="csY64" fmla="*/ 186739 h 298083"/>
              <a:gd name="csX65" fmla="*/ 187757 w 235687"/>
              <a:gd name="csY65" fmla="*/ 185542 h 298083"/>
              <a:gd name="csX66" fmla="*/ 185362 w 235687"/>
              <a:gd name="csY66" fmla="*/ 199909 h 298083"/>
              <a:gd name="csX67" fmla="*/ 193743 w 235687"/>
              <a:gd name="csY67" fmla="*/ 199909 h 298083"/>
              <a:gd name="csX68" fmla="*/ 208110 w 235687"/>
              <a:gd name="csY68" fmla="*/ 214276 h 298083"/>
              <a:gd name="csX69" fmla="*/ 212899 w 235687"/>
              <a:gd name="csY69" fmla="*/ 207093 h 298083"/>
              <a:gd name="csX70" fmla="*/ 217688 w 235687"/>
              <a:gd name="csY70" fmla="*/ 199909 h 298083"/>
              <a:gd name="csX71" fmla="*/ 212899 w 235687"/>
              <a:gd name="csY71" fmla="*/ 214276 h 298083"/>
              <a:gd name="csX72" fmla="*/ 199729 w 235687"/>
              <a:gd name="csY72" fmla="*/ 211882 h 298083"/>
              <a:gd name="csX73" fmla="*/ 196138 w 235687"/>
              <a:gd name="csY73" fmla="*/ 217868 h 298083"/>
              <a:gd name="csX74" fmla="*/ 200927 w 235687"/>
              <a:gd name="csY74" fmla="*/ 235827 h 298083"/>
              <a:gd name="csX75" fmla="*/ 208110 w 235687"/>
              <a:gd name="csY75" fmla="*/ 241813 h 298083"/>
              <a:gd name="csX76" fmla="*/ 212899 w 235687"/>
              <a:gd name="csY76" fmla="*/ 247799 h 298083"/>
              <a:gd name="csX77" fmla="*/ 210505 w 235687"/>
              <a:gd name="csY77" fmla="*/ 256180 h 298083"/>
              <a:gd name="csX78" fmla="*/ 226069 w 235687"/>
              <a:gd name="csY78" fmla="*/ 269350 h 298083"/>
              <a:gd name="csX79" fmla="*/ 228463 w 235687"/>
              <a:gd name="csY79" fmla="*/ 266955 h 298083"/>
              <a:gd name="csX80" fmla="*/ 227266 w 235687"/>
              <a:gd name="csY80" fmla="*/ 275336 h 298083"/>
              <a:gd name="csX81" fmla="*/ 230858 w 235687"/>
              <a:gd name="csY81" fmla="*/ 298084 h 298083"/>
              <a:gd name="csX82" fmla="*/ 217688 w 235687"/>
              <a:gd name="csY82" fmla="*/ 295689 h 2980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235687" h="298083">
                <a:moveTo>
                  <a:pt x="217688" y="295689"/>
                </a:moveTo>
                <a:cubicBezTo>
                  <a:pt x="193719" y="270116"/>
                  <a:pt x="170564" y="243777"/>
                  <a:pt x="148247" y="216671"/>
                </a:cubicBezTo>
                <a:cubicBezTo>
                  <a:pt x="124063" y="183435"/>
                  <a:pt x="99304" y="150702"/>
                  <a:pt x="74018" y="118496"/>
                </a:cubicBezTo>
                <a:cubicBezTo>
                  <a:pt x="50863" y="84997"/>
                  <a:pt x="26511" y="52264"/>
                  <a:pt x="985" y="20321"/>
                </a:cubicBezTo>
                <a:cubicBezTo>
                  <a:pt x="-643" y="17256"/>
                  <a:pt x="-260" y="14455"/>
                  <a:pt x="2183" y="11941"/>
                </a:cubicBezTo>
                <a:cubicBezTo>
                  <a:pt x="6134" y="10480"/>
                  <a:pt x="10132" y="9283"/>
                  <a:pt x="14155" y="8349"/>
                </a:cubicBezTo>
                <a:cubicBezTo>
                  <a:pt x="20501" y="13473"/>
                  <a:pt x="27301" y="18262"/>
                  <a:pt x="34509" y="22716"/>
                </a:cubicBezTo>
                <a:cubicBezTo>
                  <a:pt x="35682" y="25230"/>
                  <a:pt x="35299" y="27625"/>
                  <a:pt x="33311" y="29899"/>
                </a:cubicBezTo>
                <a:cubicBezTo>
                  <a:pt x="36209" y="33180"/>
                  <a:pt x="38603" y="36772"/>
                  <a:pt x="40495" y="40675"/>
                </a:cubicBezTo>
                <a:cubicBezTo>
                  <a:pt x="40160" y="42518"/>
                  <a:pt x="39345" y="44123"/>
                  <a:pt x="38100" y="45464"/>
                </a:cubicBezTo>
                <a:cubicBezTo>
                  <a:pt x="41836" y="46230"/>
                  <a:pt x="44637" y="48217"/>
                  <a:pt x="46481" y="51450"/>
                </a:cubicBezTo>
                <a:cubicBezTo>
                  <a:pt x="50480" y="49439"/>
                  <a:pt x="50863" y="50636"/>
                  <a:pt x="47678" y="55042"/>
                </a:cubicBezTo>
                <a:cubicBezTo>
                  <a:pt x="55508" y="58418"/>
                  <a:pt x="61088" y="63997"/>
                  <a:pt x="64440" y="71803"/>
                </a:cubicBezTo>
                <a:cubicBezTo>
                  <a:pt x="68870" y="73120"/>
                  <a:pt x="72078" y="71516"/>
                  <a:pt x="74018" y="67014"/>
                </a:cubicBezTo>
                <a:cubicBezTo>
                  <a:pt x="70833" y="67014"/>
                  <a:pt x="67625" y="67014"/>
                  <a:pt x="64440" y="67014"/>
                </a:cubicBezTo>
                <a:cubicBezTo>
                  <a:pt x="66547" y="63758"/>
                  <a:pt x="67337" y="60166"/>
                  <a:pt x="66834" y="56239"/>
                </a:cubicBezTo>
                <a:cubicBezTo>
                  <a:pt x="62764" y="56622"/>
                  <a:pt x="58765" y="56215"/>
                  <a:pt x="54862" y="55042"/>
                </a:cubicBezTo>
                <a:cubicBezTo>
                  <a:pt x="55963" y="54060"/>
                  <a:pt x="56753" y="52863"/>
                  <a:pt x="57256" y="51450"/>
                </a:cubicBezTo>
                <a:cubicBezTo>
                  <a:pt x="51294" y="48960"/>
                  <a:pt x="51294" y="46972"/>
                  <a:pt x="57256" y="45464"/>
                </a:cubicBezTo>
                <a:cubicBezTo>
                  <a:pt x="55508" y="39070"/>
                  <a:pt x="51533" y="33084"/>
                  <a:pt x="45284" y="27505"/>
                </a:cubicBezTo>
                <a:cubicBezTo>
                  <a:pt x="46529" y="21902"/>
                  <a:pt x="49714" y="16323"/>
                  <a:pt x="54862" y="10743"/>
                </a:cubicBezTo>
                <a:cubicBezTo>
                  <a:pt x="56825" y="16131"/>
                  <a:pt x="59220" y="16514"/>
                  <a:pt x="62045" y="11941"/>
                </a:cubicBezTo>
                <a:cubicBezTo>
                  <a:pt x="58837" y="4135"/>
                  <a:pt x="59627" y="2937"/>
                  <a:pt x="64440" y="8349"/>
                </a:cubicBezTo>
                <a:cubicBezTo>
                  <a:pt x="69181" y="6888"/>
                  <a:pt x="69971" y="4494"/>
                  <a:pt x="66834" y="1165"/>
                </a:cubicBezTo>
                <a:cubicBezTo>
                  <a:pt x="70713" y="-1181"/>
                  <a:pt x="73922" y="16"/>
                  <a:pt x="76412" y="4757"/>
                </a:cubicBezTo>
                <a:cubicBezTo>
                  <a:pt x="67122" y="8995"/>
                  <a:pt x="67122" y="13377"/>
                  <a:pt x="76412" y="17927"/>
                </a:cubicBezTo>
                <a:cubicBezTo>
                  <a:pt x="75909" y="19340"/>
                  <a:pt x="75119" y="20537"/>
                  <a:pt x="74018" y="21519"/>
                </a:cubicBezTo>
                <a:cubicBezTo>
                  <a:pt x="79549" y="22165"/>
                  <a:pt x="82327" y="19364"/>
                  <a:pt x="82399" y="13138"/>
                </a:cubicBezTo>
                <a:cubicBezTo>
                  <a:pt x="84673" y="17831"/>
                  <a:pt x="87882" y="21806"/>
                  <a:pt x="91977" y="25110"/>
                </a:cubicBezTo>
                <a:cubicBezTo>
                  <a:pt x="92767" y="24320"/>
                  <a:pt x="93581" y="23506"/>
                  <a:pt x="94371" y="22716"/>
                </a:cubicBezTo>
                <a:cubicBezTo>
                  <a:pt x="94012" y="25877"/>
                  <a:pt x="94419" y="28678"/>
                  <a:pt x="95568" y="31097"/>
                </a:cubicBezTo>
                <a:cubicBezTo>
                  <a:pt x="98538" y="32198"/>
                  <a:pt x="100549" y="31001"/>
                  <a:pt x="101555" y="27505"/>
                </a:cubicBezTo>
                <a:cubicBezTo>
                  <a:pt x="105577" y="30139"/>
                  <a:pt x="108355" y="33731"/>
                  <a:pt x="109935" y="38280"/>
                </a:cubicBezTo>
                <a:cubicBezTo>
                  <a:pt x="106296" y="42542"/>
                  <a:pt x="104308" y="41345"/>
                  <a:pt x="103949" y="34688"/>
                </a:cubicBezTo>
                <a:cubicBezTo>
                  <a:pt x="99160" y="36293"/>
                  <a:pt x="94371" y="37873"/>
                  <a:pt x="89582" y="39477"/>
                </a:cubicBezTo>
                <a:cubicBezTo>
                  <a:pt x="88792" y="38687"/>
                  <a:pt x="87978" y="37873"/>
                  <a:pt x="87188" y="37083"/>
                </a:cubicBezTo>
                <a:cubicBezTo>
                  <a:pt x="84530" y="40675"/>
                  <a:pt x="82518" y="44674"/>
                  <a:pt x="81201" y="49055"/>
                </a:cubicBezTo>
                <a:cubicBezTo>
                  <a:pt x="85679" y="47643"/>
                  <a:pt x="89678" y="49247"/>
                  <a:pt x="93174" y="53844"/>
                </a:cubicBezTo>
                <a:cubicBezTo>
                  <a:pt x="100741" y="44961"/>
                  <a:pt x="108738" y="43764"/>
                  <a:pt x="117119" y="50253"/>
                </a:cubicBezTo>
                <a:cubicBezTo>
                  <a:pt x="113383" y="52599"/>
                  <a:pt x="109385" y="54587"/>
                  <a:pt x="105146" y="56239"/>
                </a:cubicBezTo>
                <a:cubicBezTo>
                  <a:pt x="105984" y="59112"/>
                  <a:pt x="107182" y="59112"/>
                  <a:pt x="108738" y="56239"/>
                </a:cubicBezTo>
                <a:cubicBezTo>
                  <a:pt x="109935" y="58633"/>
                  <a:pt x="111133" y="61028"/>
                  <a:pt x="112330" y="63423"/>
                </a:cubicBezTo>
                <a:cubicBezTo>
                  <a:pt x="110342" y="65697"/>
                  <a:pt x="109959" y="68092"/>
                  <a:pt x="111133" y="70606"/>
                </a:cubicBezTo>
                <a:cubicBezTo>
                  <a:pt x="117789" y="69528"/>
                  <a:pt x="124566" y="70726"/>
                  <a:pt x="131486" y="74198"/>
                </a:cubicBezTo>
                <a:cubicBezTo>
                  <a:pt x="129163" y="77071"/>
                  <a:pt x="126769" y="78268"/>
                  <a:pt x="124302" y="77790"/>
                </a:cubicBezTo>
                <a:cubicBezTo>
                  <a:pt x="127008" y="79609"/>
                  <a:pt x="129786" y="81214"/>
                  <a:pt x="132683" y="82579"/>
                </a:cubicBezTo>
                <a:cubicBezTo>
                  <a:pt x="136682" y="73599"/>
                  <a:pt x="143482" y="70007"/>
                  <a:pt x="153036" y="71803"/>
                </a:cubicBezTo>
                <a:cubicBezTo>
                  <a:pt x="143411" y="81405"/>
                  <a:pt x="138622" y="92588"/>
                  <a:pt x="138669" y="105326"/>
                </a:cubicBezTo>
                <a:cubicBezTo>
                  <a:pt x="142932" y="107002"/>
                  <a:pt x="147314" y="108200"/>
                  <a:pt x="151839" y="108918"/>
                </a:cubicBezTo>
                <a:cubicBezTo>
                  <a:pt x="156987" y="107122"/>
                  <a:pt x="162184" y="106715"/>
                  <a:pt x="167404" y="107721"/>
                </a:cubicBezTo>
                <a:cubicBezTo>
                  <a:pt x="165129" y="113539"/>
                  <a:pt x="165129" y="119526"/>
                  <a:pt x="167404" y="125680"/>
                </a:cubicBezTo>
                <a:cubicBezTo>
                  <a:pt x="169918" y="125320"/>
                  <a:pt x="172312" y="125727"/>
                  <a:pt x="174587" y="126877"/>
                </a:cubicBezTo>
                <a:cubicBezTo>
                  <a:pt x="171402" y="127667"/>
                  <a:pt x="168194" y="128481"/>
                  <a:pt x="165009" y="129271"/>
                </a:cubicBezTo>
                <a:cubicBezTo>
                  <a:pt x="166278" y="130924"/>
                  <a:pt x="167858" y="132121"/>
                  <a:pt x="169798" y="132863"/>
                </a:cubicBezTo>
                <a:cubicBezTo>
                  <a:pt x="172839" y="130636"/>
                  <a:pt x="176024" y="130253"/>
                  <a:pt x="179376" y="131666"/>
                </a:cubicBezTo>
                <a:cubicBezTo>
                  <a:pt x="177365" y="134084"/>
                  <a:pt x="176574" y="136886"/>
                  <a:pt x="176982" y="140047"/>
                </a:cubicBezTo>
                <a:cubicBezTo>
                  <a:pt x="180525" y="139424"/>
                  <a:pt x="183710" y="140214"/>
                  <a:pt x="186560" y="142441"/>
                </a:cubicBezTo>
                <a:cubicBezTo>
                  <a:pt x="191301" y="144309"/>
                  <a:pt x="193288" y="147494"/>
                  <a:pt x="192546" y="152019"/>
                </a:cubicBezTo>
                <a:cubicBezTo>
                  <a:pt x="186416" y="146177"/>
                  <a:pt x="184428" y="147374"/>
                  <a:pt x="186560" y="155611"/>
                </a:cubicBezTo>
                <a:cubicBezTo>
                  <a:pt x="183878" y="156210"/>
                  <a:pt x="181483" y="157407"/>
                  <a:pt x="179376" y="159203"/>
                </a:cubicBezTo>
                <a:cubicBezTo>
                  <a:pt x="184476" y="160160"/>
                  <a:pt x="189265" y="160160"/>
                  <a:pt x="193743" y="159203"/>
                </a:cubicBezTo>
                <a:cubicBezTo>
                  <a:pt x="190942" y="161789"/>
                  <a:pt x="187757" y="163800"/>
                  <a:pt x="184165" y="165189"/>
                </a:cubicBezTo>
                <a:cubicBezTo>
                  <a:pt x="187709" y="167536"/>
                  <a:pt x="190894" y="170337"/>
                  <a:pt x="193743" y="173570"/>
                </a:cubicBezTo>
                <a:cubicBezTo>
                  <a:pt x="190247" y="173139"/>
                  <a:pt x="187062" y="175150"/>
                  <a:pt x="184165" y="179556"/>
                </a:cubicBezTo>
                <a:cubicBezTo>
                  <a:pt x="189337" y="180155"/>
                  <a:pt x="193336" y="182549"/>
                  <a:pt x="196138" y="186739"/>
                </a:cubicBezTo>
                <a:cubicBezTo>
                  <a:pt x="191995" y="191169"/>
                  <a:pt x="189194" y="190786"/>
                  <a:pt x="187757" y="185542"/>
                </a:cubicBezTo>
                <a:cubicBezTo>
                  <a:pt x="184644" y="189996"/>
                  <a:pt x="183854" y="194785"/>
                  <a:pt x="185362" y="199909"/>
                </a:cubicBezTo>
                <a:cubicBezTo>
                  <a:pt x="188020" y="197012"/>
                  <a:pt x="190822" y="197012"/>
                  <a:pt x="193743" y="199909"/>
                </a:cubicBezTo>
                <a:cubicBezTo>
                  <a:pt x="198532" y="204698"/>
                  <a:pt x="203321" y="209487"/>
                  <a:pt x="208110" y="214276"/>
                </a:cubicBezTo>
                <a:cubicBezTo>
                  <a:pt x="210289" y="212289"/>
                  <a:pt x="211893" y="209894"/>
                  <a:pt x="212899" y="207093"/>
                </a:cubicBezTo>
                <a:cubicBezTo>
                  <a:pt x="209619" y="202016"/>
                  <a:pt x="211223" y="199622"/>
                  <a:pt x="217688" y="199909"/>
                </a:cubicBezTo>
                <a:cubicBezTo>
                  <a:pt x="218287" y="205488"/>
                  <a:pt x="216706" y="210277"/>
                  <a:pt x="212899" y="214276"/>
                </a:cubicBezTo>
                <a:cubicBezTo>
                  <a:pt x="207703" y="217605"/>
                  <a:pt x="203297" y="216814"/>
                  <a:pt x="199729" y="211882"/>
                </a:cubicBezTo>
                <a:cubicBezTo>
                  <a:pt x="198843" y="214085"/>
                  <a:pt x="197646" y="216072"/>
                  <a:pt x="196138" y="217868"/>
                </a:cubicBezTo>
                <a:cubicBezTo>
                  <a:pt x="203704" y="223112"/>
                  <a:pt x="205285" y="229098"/>
                  <a:pt x="200927" y="235827"/>
                </a:cubicBezTo>
                <a:cubicBezTo>
                  <a:pt x="203321" y="237814"/>
                  <a:pt x="205716" y="239826"/>
                  <a:pt x="208110" y="241813"/>
                </a:cubicBezTo>
                <a:cubicBezTo>
                  <a:pt x="205452" y="246147"/>
                  <a:pt x="207057" y="248158"/>
                  <a:pt x="212899" y="247799"/>
                </a:cubicBezTo>
                <a:cubicBezTo>
                  <a:pt x="213306" y="250960"/>
                  <a:pt x="212516" y="253762"/>
                  <a:pt x="210505" y="256180"/>
                </a:cubicBezTo>
                <a:cubicBezTo>
                  <a:pt x="214982" y="261472"/>
                  <a:pt x="220178" y="265854"/>
                  <a:pt x="226069" y="269350"/>
                </a:cubicBezTo>
                <a:cubicBezTo>
                  <a:pt x="226859" y="268560"/>
                  <a:pt x="227673" y="267746"/>
                  <a:pt x="228463" y="266955"/>
                </a:cubicBezTo>
                <a:cubicBezTo>
                  <a:pt x="232893" y="271098"/>
                  <a:pt x="232510" y="273899"/>
                  <a:pt x="227266" y="275336"/>
                </a:cubicBezTo>
                <a:cubicBezTo>
                  <a:pt x="237132" y="281729"/>
                  <a:pt x="238329" y="289320"/>
                  <a:pt x="230858" y="298084"/>
                </a:cubicBezTo>
                <a:cubicBezTo>
                  <a:pt x="227290" y="292505"/>
                  <a:pt x="222908" y="291715"/>
                  <a:pt x="217688" y="295689"/>
                </a:cubicBezTo>
                <a:close/>
              </a:path>
            </a:pathLst>
          </a:custGeom>
          <a:solidFill>
            <a:srgbClr val="D2DBD4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DBDFF57C-1476-DFA5-11B5-B0466048A52F}"/>
              </a:ext>
            </a:extLst>
          </p:cNvPr>
          <p:cNvSpPr/>
          <p:nvPr/>
        </p:nvSpPr>
        <p:spPr>
          <a:xfrm>
            <a:off x="8883478" y="4466296"/>
            <a:ext cx="311285" cy="261000"/>
          </a:xfrm>
          <a:custGeom>
            <a:avLst/>
            <a:gdLst>
              <a:gd name="csX0" fmla="*/ 69441 w 311285"/>
              <a:gd name="csY0" fmla="*/ 11973 h 261000"/>
              <a:gd name="csX1" fmla="*/ 75427 w 311285"/>
              <a:gd name="csY1" fmla="*/ 19156 h 261000"/>
              <a:gd name="csX2" fmla="*/ 83808 w 311285"/>
              <a:gd name="csY2" fmla="*/ 20353 h 261000"/>
              <a:gd name="csX3" fmla="*/ 81413 w 311285"/>
              <a:gd name="csY3" fmla="*/ 22748 h 261000"/>
              <a:gd name="csX4" fmla="*/ 100569 w 311285"/>
              <a:gd name="csY4" fmla="*/ 39509 h 261000"/>
              <a:gd name="csX5" fmla="*/ 95780 w 311285"/>
              <a:gd name="csY5" fmla="*/ 41904 h 261000"/>
              <a:gd name="csX6" fmla="*/ 95780 w 311285"/>
              <a:gd name="csY6" fmla="*/ 51482 h 261000"/>
              <a:gd name="csX7" fmla="*/ 105358 w 311285"/>
              <a:gd name="csY7" fmla="*/ 62257 h 261000"/>
              <a:gd name="csX8" fmla="*/ 108950 w 311285"/>
              <a:gd name="csY8" fmla="*/ 55074 h 261000"/>
              <a:gd name="csX9" fmla="*/ 112542 w 311285"/>
              <a:gd name="csY9" fmla="*/ 58665 h 261000"/>
              <a:gd name="csX10" fmla="*/ 107753 w 311285"/>
              <a:gd name="csY10" fmla="*/ 67046 h 261000"/>
              <a:gd name="csX11" fmla="*/ 124514 w 311285"/>
              <a:gd name="csY11" fmla="*/ 82610 h 261000"/>
              <a:gd name="csX12" fmla="*/ 119725 w 311285"/>
              <a:gd name="csY12" fmla="*/ 86202 h 261000"/>
              <a:gd name="csX13" fmla="*/ 129303 w 311285"/>
              <a:gd name="csY13" fmla="*/ 92188 h 261000"/>
              <a:gd name="csX14" fmla="*/ 124514 w 311285"/>
              <a:gd name="csY14" fmla="*/ 95780 h 261000"/>
              <a:gd name="csX15" fmla="*/ 136487 w 311285"/>
              <a:gd name="csY15" fmla="*/ 101766 h 261000"/>
              <a:gd name="csX16" fmla="*/ 134092 w 311285"/>
              <a:gd name="csY16" fmla="*/ 106555 h 261000"/>
              <a:gd name="csX17" fmla="*/ 144868 w 311285"/>
              <a:gd name="csY17" fmla="*/ 110147 h 261000"/>
              <a:gd name="csX18" fmla="*/ 160432 w 311285"/>
              <a:gd name="csY18" fmla="*/ 108950 h 261000"/>
              <a:gd name="csX19" fmla="*/ 158037 w 311285"/>
              <a:gd name="csY19" fmla="*/ 116133 h 261000"/>
              <a:gd name="csX20" fmla="*/ 170010 w 311285"/>
              <a:gd name="csY20" fmla="*/ 118528 h 261000"/>
              <a:gd name="csX21" fmla="*/ 168813 w 311285"/>
              <a:gd name="csY21" fmla="*/ 124514 h 261000"/>
              <a:gd name="csX22" fmla="*/ 179588 w 311285"/>
              <a:gd name="csY22" fmla="*/ 126909 h 261000"/>
              <a:gd name="csX23" fmla="*/ 177193 w 311285"/>
              <a:gd name="csY23" fmla="*/ 130500 h 261000"/>
              <a:gd name="csX24" fmla="*/ 189166 w 311285"/>
              <a:gd name="csY24" fmla="*/ 136487 h 261000"/>
              <a:gd name="csX25" fmla="*/ 186771 w 311285"/>
              <a:gd name="csY25" fmla="*/ 141276 h 261000"/>
              <a:gd name="csX26" fmla="*/ 197547 w 311285"/>
              <a:gd name="csY26" fmla="*/ 153248 h 261000"/>
              <a:gd name="csX27" fmla="*/ 196349 w 311285"/>
              <a:gd name="csY27" fmla="*/ 159235 h 261000"/>
              <a:gd name="csX28" fmla="*/ 202336 w 311285"/>
              <a:gd name="csY28" fmla="*/ 155643 h 261000"/>
              <a:gd name="csX29" fmla="*/ 209519 w 311285"/>
              <a:gd name="csY29" fmla="*/ 167615 h 261000"/>
              <a:gd name="csX30" fmla="*/ 211914 w 311285"/>
              <a:gd name="csY30" fmla="*/ 165221 h 261000"/>
              <a:gd name="csX31" fmla="*/ 225083 w 311285"/>
              <a:gd name="csY31" fmla="*/ 179588 h 261000"/>
              <a:gd name="csX32" fmla="*/ 229872 w 311285"/>
              <a:gd name="csY32" fmla="*/ 175996 h 261000"/>
              <a:gd name="csX33" fmla="*/ 205927 w 311285"/>
              <a:gd name="csY33" fmla="*/ 153248 h 261000"/>
              <a:gd name="csX34" fmla="*/ 210716 w 311285"/>
              <a:gd name="csY34" fmla="*/ 149657 h 261000"/>
              <a:gd name="csX35" fmla="*/ 208322 w 311285"/>
              <a:gd name="csY35" fmla="*/ 147262 h 261000"/>
              <a:gd name="csX36" fmla="*/ 213111 w 311285"/>
              <a:gd name="csY36" fmla="*/ 138881 h 261000"/>
              <a:gd name="csX37" fmla="*/ 239450 w 311285"/>
              <a:gd name="csY37" fmla="*/ 170010 h 261000"/>
              <a:gd name="csX38" fmla="*/ 311286 w 311285"/>
              <a:gd name="csY38" fmla="*/ 261001 h 261000"/>
              <a:gd name="csX39" fmla="*/ 268185 w 311285"/>
              <a:gd name="csY39" fmla="*/ 249028 h 261000"/>
              <a:gd name="csX40" fmla="*/ 258606 w 311285"/>
              <a:gd name="csY40" fmla="*/ 243042 h 261000"/>
              <a:gd name="csX41" fmla="*/ 263396 w 311285"/>
              <a:gd name="csY41" fmla="*/ 238253 h 261000"/>
              <a:gd name="csX42" fmla="*/ 239450 w 311285"/>
              <a:gd name="csY42" fmla="*/ 235859 h 261000"/>
              <a:gd name="csX43" fmla="*/ 198744 w 311285"/>
              <a:gd name="csY43" fmla="*/ 219097 h 261000"/>
              <a:gd name="csX44" fmla="*/ 195152 w 311285"/>
              <a:gd name="csY44" fmla="*/ 208322 h 261000"/>
              <a:gd name="csX45" fmla="*/ 189166 w 311285"/>
              <a:gd name="csY45" fmla="*/ 204730 h 261000"/>
              <a:gd name="csX46" fmla="*/ 186771 w 311285"/>
              <a:gd name="csY46" fmla="*/ 199941 h 261000"/>
              <a:gd name="csX47" fmla="*/ 196349 w 311285"/>
              <a:gd name="csY47" fmla="*/ 186771 h 261000"/>
              <a:gd name="csX48" fmla="*/ 193955 w 311285"/>
              <a:gd name="csY48" fmla="*/ 171207 h 261000"/>
              <a:gd name="csX49" fmla="*/ 184377 w 311285"/>
              <a:gd name="csY49" fmla="*/ 167615 h 261000"/>
              <a:gd name="csX50" fmla="*/ 172404 w 311285"/>
              <a:gd name="csY50" fmla="*/ 170010 h 261000"/>
              <a:gd name="csX51" fmla="*/ 171207 w 311285"/>
              <a:gd name="csY51" fmla="*/ 150854 h 261000"/>
              <a:gd name="csX52" fmla="*/ 164024 w 311285"/>
              <a:gd name="csY52" fmla="*/ 160432 h 261000"/>
              <a:gd name="csX53" fmla="*/ 153248 w 311285"/>
              <a:gd name="csY53" fmla="*/ 155643 h 261000"/>
              <a:gd name="csX54" fmla="*/ 135290 w 311285"/>
              <a:gd name="csY54" fmla="*/ 146065 h 261000"/>
              <a:gd name="csX55" fmla="*/ 124514 w 311285"/>
              <a:gd name="csY55" fmla="*/ 152051 h 261000"/>
              <a:gd name="csX56" fmla="*/ 126909 w 311285"/>
              <a:gd name="csY56" fmla="*/ 142473 h 261000"/>
              <a:gd name="csX57" fmla="*/ 118528 w 311285"/>
              <a:gd name="csY57" fmla="*/ 146065 h 261000"/>
              <a:gd name="csX58" fmla="*/ 95780 w 311285"/>
              <a:gd name="csY58" fmla="*/ 118528 h 261000"/>
              <a:gd name="csX59" fmla="*/ 82610 w 311285"/>
              <a:gd name="csY59" fmla="*/ 107753 h 261000"/>
              <a:gd name="csX60" fmla="*/ 77821 w 311285"/>
              <a:gd name="csY60" fmla="*/ 112542 h 261000"/>
              <a:gd name="csX61" fmla="*/ 67046 w 311285"/>
              <a:gd name="csY61" fmla="*/ 89794 h 261000"/>
              <a:gd name="csX62" fmla="*/ 71835 w 311285"/>
              <a:gd name="csY62" fmla="*/ 86202 h 261000"/>
              <a:gd name="csX63" fmla="*/ 64652 w 311285"/>
              <a:gd name="csY63" fmla="*/ 76624 h 261000"/>
              <a:gd name="csX64" fmla="*/ 63454 w 311285"/>
              <a:gd name="csY64" fmla="*/ 64652 h 261000"/>
              <a:gd name="csX65" fmla="*/ 61060 w 311285"/>
              <a:gd name="csY65" fmla="*/ 69441 h 261000"/>
              <a:gd name="csX66" fmla="*/ 56271 w 311285"/>
              <a:gd name="csY66" fmla="*/ 57468 h 261000"/>
              <a:gd name="csX67" fmla="*/ 50285 w 311285"/>
              <a:gd name="csY67" fmla="*/ 74230 h 261000"/>
              <a:gd name="csX68" fmla="*/ 38312 w 311285"/>
              <a:gd name="csY68" fmla="*/ 71835 h 261000"/>
              <a:gd name="csX69" fmla="*/ 43101 w 311285"/>
              <a:gd name="csY69" fmla="*/ 69441 h 261000"/>
              <a:gd name="csX70" fmla="*/ 34720 w 311285"/>
              <a:gd name="csY70" fmla="*/ 52679 h 261000"/>
              <a:gd name="csX71" fmla="*/ 19156 w 311285"/>
              <a:gd name="csY71" fmla="*/ 63454 h 261000"/>
              <a:gd name="csX72" fmla="*/ 21551 w 311285"/>
              <a:gd name="csY72" fmla="*/ 68243 h 261000"/>
              <a:gd name="csX73" fmla="*/ 19156 w 311285"/>
              <a:gd name="csY73" fmla="*/ 75427 h 261000"/>
              <a:gd name="csX74" fmla="*/ 10775 w 311285"/>
              <a:gd name="csY74" fmla="*/ 74230 h 261000"/>
              <a:gd name="csX75" fmla="*/ 5986 w 311285"/>
              <a:gd name="csY75" fmla="*/ 86202 h 261000"/>
              <a:gd name="csX76" fmla="*/ 0 w 311285"/>
              <a:gd name="csY76" fmla="*/ 82610 h 261000"/>
              <a:gd name="csX77" fmla="*/ 11973 w 311285"/>
              <a:gd name="csY77" fmla="*/ 58665 h 261000"/>
              <a:gd name="csX78" fmla="*/ 10775 w 311285"/>
              <a:gd name="csY78" fmla="*/ 52679 h 261000"/>
              <a:gd name="csX79" fmla="*/ 19156 w 311285"/>
              <a:gd name="csY79" fmla="*/ 53876 h 261000"/>
              <a:gd name="csX80" fmla="*/ 16762 w 311285"/>
              <a:gd name="csY80" fmla="*/ 51482 h 261000"/>
              <a:gd name="csX81" fmla="*/ 26340 w 311285"/>
              <a:gd name="csY81" fmla="*/ 34720 h 261000"/>
              <a:gd name="csX82" fmla="*/ 29931 w 311285"/>
              <a:gd name="csY82" fmla="*/ 31129 h 261000"/>
              <a:gd name="csX83" fmla="*/ 28734 w 311285"/>
              <a:gd name="csY83" fmla="*/ 25142 h 261000"/>
              <a:gd name="csX84" fmla="*/ 31129 w 311285"/>
              <a:gd name="csY84" fmla="*/ 13170 h 261000"/>
              <a:gd name="csX85" fmla="*/ 50285 w 311285"/>
              <a:gd name="csY85" fmla="*/ 0 h 261000"/>
              <a:gd name="csX86" fmla="*/ 47890 w 311285"/>
              <a:gd name="csY86" fmla="*/ 8381 h 261000"/>
              <a:gd name="csX87" fmla="*/ 58665 w 311285"/>
              <a:gd name="csY87" fmla="*/ 4789 h 261000"/>
              <a:gd name="csX88" fmla="*/ 68243 w 311285"/>
              <a:gd name="csY88" fmla="*/ 14367 h 261000"/>
              <a:gd name="csX89" fmla="*/ 69441 w 311285"/>
              <a:gd name="csY89" fmla="*/ 11973 h 26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</a:cxnLst>
            <a:rect l="l" t="t" r="r" b="b"/>
            <a:pathLst>
              <a:path w="311285" h="261000">
                <a:moveTo>
                  <a:pt x="69441" y="11973"/>
                </a:moveTo>
                <a:cubicBezTo>
                  <a:pt x="72530" y="13313"/>
                  <a:pt x="74517" y="15708"/>
                  <a:pt x="75427" y="19156"/>
                </a:cubicBezTo>
                <a:cubicBezTo>
                  <a:pt x="79114" y="12547"/>
                  <a:pt x="81916" y="12930"/>
                  <a:pt x="83808" y="20353"/>
                </a:cubicBezTo>
                <a:cubicBezTo>
                  <a:pt x="83017" y="21143"/>
                  <a:pt x="82203" y="21958"/>
                  <a:pt x="81413" y="22748"/>
                </a:cubicBezTo>
                <a:cubicBezTo>
                  <a:pt x="88190" y="28064"/>
                  <a:pt x="94559" y="33643"/>
                  <a:pt x="100569" y="39509"/>
                </a:cubicBezTo>
                <a:cubicBezTo>
                  <a:pt x="98965" y="40300"/>
                  <a:pt x="97385" y="41114"/>
                  <a:pt x="95780" y="41904"/>
                </a:cubicBezTo>
                <a:cubicBezTo>
                  <a:pt x="104041" y="46597"/>
                  <a:pt x="104041" y="49806"/>
                  <a:pt x="95780" y="51482"/>
                </a:cubicBezTo>
                <a:cubicBezTo>
                  <a:pt x="98725" y="55385"/>
                  <a:pt x="101910" y="58977"/>
                  <a:pt x="105358" y="62257"/>
                </a:cubicBezTo>
                <a:cubicBezTo>
                  <a:pt x="104879" y="59791"/>
                  <a:pt x="106077" y="57396"/>
                  <a:pt x="108950" y="55074"/>
                </a:cubicBezTo>
                <a:cubicBezTo>
                  <a:pt x="110147" y="56271"/>
                  <a:pt x="111344" y="57468"/>
                  <a:pt x="112542" y="58665"/>
                </a:cubicBezTo>
                <a:cubicBezTo>
                  <a:pt x="113595" y="62305"/>
                  <a:pt x="112015" y="65107"/>
                  <a:pt x="107753" y="67046"/>
                </a:cubicBezTo>
                <a:cubicBezTo>
                  <a:pt x="114026" y="71715"/>
                  <a:pt x="119606" y="76888"/>
                  <a:pt x="124514" y="82610"/>
                </a:cubicBezTo>
                <a:cubicBezTo>
                  <a:pt x="122575" y="83353"/>
                  <a:pt x="120994" y="84550"/>
                  <a:pt x="119725" y="86202"/>
                </a:cubicBezTo>
                <a:cubicBezTo>
                  <a:pt x="122527" y="88788"/>
                  <a:pt x="125712" y="90800"/>
                  <a:pt x="129303" y="92188"/>
                </a:cubicBezTo>
                <a:cubicBezTo>
                  <a:pt x="127364" y="92931"/>
                  <a:pt x="125783" y="94128"/>
                  <a:pt x="124514" y="95780"/>
                </a:cubicBezTo>
                <a:cubicBezTo>
                  <a:pt x="128753" y="97432"/>
                  <a:pt x="132751" y="99420"/>
                  <a:pt x="136487" y="101766"/>
                </a:cubicBezTo>
                <a:cubicBezTo>
                  <a:pt x="132177" y="102533"/>
                  <a:pt x="131386" y="104113"/>
                  <a:pt x="134092" y="106555"/>
                </a:cubicBezTo>
                <a:cubicBezTo>
                  <a:pt x="137924" y="107202"/>
                  <a:pt x="141515" y="108399"/>
                  <a:pt x="144868" y="110147"/>
                </a:cubicBezTo>
                <a:cubicBezTo>
                  <a:pt x="150471" y="99348"/>
                  <a:pt x="155667" y="98965"/>
                  <a:pt x="160432" y="108950"/>
                </a:cubicBezTo>
                <a:cubicBezTo>
                  <a:pt x="152195" y="109477"/>
                  <a:pt x="151381" y="111871"/>
                  <a:pt x="158037" y="116133"/>
                </a:cubicBezTo>
                <a:cubicBezTo>
                  <a:pt x="162036" y="116924"/>
                  <a:pt x="166011" y="117738"/>
                  <a:pt x="170010" y="118528"/>
                </a:cubicBezTo>
                <a:cubicBezTo>
                  <a:pt x="161174" y="119534"/>
                  <a:pt x="160767" y="121545"/>
                  <a:pt x="168813" y="124514"/>
                </a:cubicBezTo>
                <a:cubicBezTo>
                  <a:pt x="172787" y="119007"/>
                  <a:pt x="176379" y="119797"/>
                  <a:pt x="179588" y="126909"/>
                </a:cubicBezTo>
                <a:cubicBezTo>
                  <a:pt x="179085" y="128321"/>
                  <a:pt x="178295" y="129519"/>
                  <a:pt x="177193" y="130500"/>
                </a:cubicBezTo>
                <a:cubicBezTo>
                  <a:pt x="181791" y="131362"/>
                  <a:pt x="185790" y="133350"/>
                  <a:pt x="189166" y="136487"/>
                </a:cubicBezTo>
                <a:cubicBezTo>
                  <a:pt x="188376" y="138091"/>
                  <a:pt x="187562" y="139671"/>
                  <a:pt x="186771" y="141276"/>
                </a:cubicBezTo>
                <a:cubicBezTo>
                  <a:pt x="191465" y="144269"/>
                  <a:pt x="195056" y="148244"/>
                  <a:pt x="197547" y="153248"/>
                </a:cubicBezTo>
                <a:cubicBezTo>
                  <a:pt x="199031" y="155523"/>
                  <a:pt x="198624" y="157510"/>
                  <a:pt x="196349" y="159235"/>
                </a:cubicBezTo>
                <a:cubicBezTo>
                  <a:pt x="199319" y="160336"/>
                  <a:pt x="201330" y="159139"/>
                  <a:pt x="202336" y="155643"/>
                </a:cubicBezTo>
                <a:cubicBezTo>
                  <a:pt x="203964" y="160097"/>
                  <a:pt x="206358" y="164095"/>
                  <a:pt x="209519" y="167615"/>
                </a:cubicBezTo>
                <a:cubicBezTo>
                  <a:pt x="210309" y="166825"/>
                  <a:pt x="211123" y="166011"/>
                  <a:pt x="211914" y="165221"/>
                </a:cubicBezTo>
                <a:cubicBezTo>
                  <a:pt x="217086" y="169220"/>
                  <a:pt x="221468" y="174009"/>
                  <a:pt x="225083" y="179588"/>
                </a:cubicBezTo>
                <a:cubicBezTo>
                  <a:pt x="227023" y="178846"/>
                  <a:pt x="228603" y="177648"/>
                  <a:pt x="229872" y="175996"/>
                </a:cubicBezTo>
                <a:cubicBezTo>
                  <a:pt x="221587" y="168406"/>
                  <a:pt x="213590" y="160839"/>
                  <a:pt x="205927" y="153248"/>
                </a:cubicBezTo>
                <a:cubicBezTo>
                  <a:pt x="207197" y="151596"/>
                  <a:pt x="208777" y="150399"/>
                  <a:pt x="210716" y="149657"/>
                </a:cubicBezTo>
                <a:cubicBezTo>
                  <a:pt x="209926" y="148866"/>
                  <a:pt x="209112" y="148052"/>
                  <a:pt x="208322" y="147262"/>
                </a:cubicBezTo>
                <a:cubicBezTo>
                  <a:pt x="210262" y="144604"/>
                  <a:pt x="211842" y="141803"/>
                  <a:pt x="213111" y="138881"/>
                </a:cubicBezTo>
                <a:cubicBezTo>
                  <a:pt x="222450" y="148818"/>
                  <a:pt x="231237" y="159187"/>
                  <a:pt x="239450" y="170010"/>
                </a:cubicBezTo>
                <a:cubicBezTo>
                  <a:pt x="264258" y="199606"/>
                  <a:pt x="288203" y="229944"/>
                  <a:pt x="311286" y="261001"/>
                </a:cubicBezTo>
                <a:cubicBezTo>
                  <a:pt x="296847" y="259133"/>
                  <a:pt x="282480" y="255158"/>
                  <a:pt x="268185" y="249028"/>
                </a:cubicBezTo>
                <a:cubicBezTo>
                  <a:pt x="266149" y="245509"/>
                  <a:pt x="262965" y="243521"/>
                  <a:pt x="258606" y="243042"/>
                </a:cubicBezTo>
                <a:cubicBezTo>
                  <a:pt x="260211" y="241438"/>
                  <a:pt x="261791" y="239858"/>
                  <a:pt x="263396" y="238253"/>
                </a:cubicBezTo>
                <a:cubicBezTo>
                  <a:pt x="255422" y="237463"/>
                  <a:pt x="247424" y="236649"/>
                  <a:pt x="239450" y="235859"/>
                </a:cubicBezTo>
                <a:cubicBezTo>
                  <a:pt x="226376" y="229202"/>
                  <a:pt x="212800" y="223599"/>
                  <a:pt x="198744" y="219097"/>
                </a:cubicBezTo>
                <a:cubicBezTo>
                  <a:pt x="199630" y="215577"/>
                  <a:pt x="198433" y="211985"/>
                  <a:pt x="195152" y="208322"/>
                </a:cubicBezTo>
                <a:cubicBezTo>
                  <a:pt x="193356" y="206813"/>
                  <a:pt x="191369" y="205616"/>
                  <a:pt x="189166" y="204730"/>
                </a:cubicBezTo>
                <a:cubicBezTo>
                  <a:pt x="194865" y="202407"/>
                  <a:pt x="194051" y="200803"/>
                  <a:pt x="186771" y="199941"/>
                </a:cubicBezTo>
                <a:cubicBezTo>
                  <a:pt x="187322" y="194458"/>
                  <a:pt x="190507" y="190076"/>
                  <a:pt x="196349" y="186771"/>
                </a:cubicBezTo>
                <a:cubicBezTo>
                  <a:pt x="196996" y="180953"/>
                  <a:pt x="196206" y="175781"/>
                  <a:pt x="193955" y="171207"/>
                </a:cubicBezTo>
                <a:cubicBezTo>
                  <a:pt x="190674" y="170249"/>
                  <a:pt x="187466" y="169052"/>
                  <a:pt x="184377" y="167615"/>
                </a:cubicBezTo>
                <a:cubicBezTo>
                  <a:pt x="180378" y="170944"/>
                  <a:pt x="176379" y="171734"/>
                  <a:pt x="172404" y="170010"/>
                </a:cubicBezTo>
                <a:cubicBezTo>
                  <a:pt x="178510" y="163425"/>
                  <a:pt x="178127" y="157032"/>
                  <a:pt x="171207" y="150854"/>
                </a:cubicBezTo>
                <a:cubicBezTo>
                  <a:pt x="170201" y="155140"/>
                  <a:pt x="167807" y="158325"/>
                  <a:pt x="164024" y="160432"/>
                </a:cubicBezTo>
                <a:cubicBezTo>
                  <a:pt x="161821" y="154493"/>
                  <a:pt x="158229" y="152889"/>
                  <a:pt x="153248" y="155643"/>
                </a:cubicBezTo>
                <a:cubicBezTo>
                  <a:pt x="148316" y="150638"/>
                  <a:pt x="142329" y="147430"/>
                  <a:pt x="135290" y="146065"/>
                </a:cubicBezTo>
                <a:cubicBezTo>
                  <a:pt x="133111" y="151117"/>
                  <a:pt x="129519" y="153129"/>
                  <a:pt x="124514" y="152051"/>
                </a:cubicBezTo>
                <a:cubicBezTo>
                  <a:pt x="124802" y="149010"/>
                  <a:pt x="125592" y="145825"/>
                  <a:pt x="126909" y="142473"/>
                </a:cubicBezTo>
                <a:cubicBezTo>
                  <a:pt x="123317" y="141252"/>
                  <a:pt x="120539" y="142449"/>
                  <a:pt x="118528" y="146065"/>
                </a:cubicBezTo>
                <a:cubicBezTo>
                  <a:pt x="108303" y="139049"/>
                  <a:pt x="100737" y="129854"/>
                  <a:pt x="95780" y="118528"/>
                </a:cubicBezTo>
                <a:cubicBezTo>
                  <a:pt x="90704" y="115846"/>
                  <a:pt x="86298" y="112254"/>
                  <a:pt x="82610" y="107753"/>
                </a:cubicBezTo>
                <a:cubicBezTo>
                  <a:pt x="81006" y="109357"/>
                  <a:pt x="79426" y="110937"/>
                  <a:pt x="77821" y="112542"/>
                </a:cubicBezTo>
                <a:cubicBezTo>
                  <a:pt x="74852" y="104520"/>
                  <a:pt x="71260" y="96930"/>
                  <a:pt x="67046" y="89794"/>
                </a:cubicBezTo>
                <a:cubicBezTo>
                  <a:pt x="68986" y="89052"/>
                  <a:pt x="70566" y="87854"/>
                  <a:pt x="71835" y="86202"/>
                </a:cubicBezTo>
                <a:cubicBezTo>
                  <a:pt x="69441" y="83017"/>
                  <a:pt x="67046" y="79809"/>
                  <a:pt x="64652" y="76624"/>
                </a:cubicBezTo>
                <a:cubicBezTo>
                  <a:pt x="66304" y="72889"/>
                  <a:pt x="65897" y="68890"/>
                  <a:pt x="63454" y="64652"/>
                </a:cubicBezTo>
                <a:cubicBezTo>
                  <a:pt x="62664" y="66256"/>
                  <a:pt x="61850" y="67836"/>
                  <a:pt x="61060" y="69441"/>
                </a:cubicBezTo>
                <a:cubicBezTo>
                  <a:pt x="58378" y="65969"/>
                  <a:pt x="56798" y="61970"/>
                  <a:pt x="56271" y="57468"/>
                </a:cubicBezTo>
                <a:cubicBezTo>
                  <a:pt x="51242" y="61778"/>
                  <a:pt x="49231" y="67381"/>
                  <a:pt x="50285" y="74230"/>
                </a:cubicBezTo>
                <a:cubicBezTo>
                  <a:pt x="45998" y="74924"/>
                  <a:pt x="42024" y="74110"/>
                  <a:pt x="38312" y="71835"/>
                </a:cubicBezTo>
                <a:cubicBezTo>
                  <a:pt x="39916" y="71045"/>
                  <a:pt x="41497" y="70231"/>
                  <a:pt x="43101" y="69441"/>
                </a:cubicBezTo>
                <a:cubicBezTo>
                  <a:pt x="38815" y="63574"/>
                  <a:pt x="36013" y="57971"/>
                  <a:pt x="34720" y="52679"/>
                </a:cubicBezTo>
                <a:cubicBezTo>
                  <a:pt x="30458" y="57564"/>
                  <a:pt x="25286" y="61156"/>
                  <a:pt x="19156" y="63454"/>
                </a:cubicBezTo>
                <a:cubicBezTo>
                  <a:pt x="23466" y="64221"/>
                  <a:pt x="24256" y="65801"/>
                  <a:pt x="21551" y="68243"/>
                </a:cubicBezTo>
                <a:cubicBezTo>
                  <a:pt x="10344" y="68722"/>
                  <a:pt x="9554" y="71117"/>
                  <a:pt x="19156" y="75427"/>
                </a:cubicBezTo>
                <a:cubicBezTo>
                  <a:pt x="16091" y="77055"/>
                  <a:pt x="13290" y="76672"/>
                  <a:pt x="10775" y="74230"/>
                </a:cubicBezTo>
                <a:cubicBezTo>
                  <a:pt x="8429" y="78444"/>
                  <a:pt x="6824" y="82443"/>
                  <a:pt x="5986" y="86202"/>
                </a:cubicBezTo>
                <a:cubicBezTo>
                  <a:pt x="4190" y="84694"/>
                  <a:pt x="2203" y="83496"/>
                  <a:pt x="0" y="82610"/>
                </a:cubicBezTo>
                <a:cubicBezTo>
                  <a:pt x="3257" y="74397"/>
                  <a:pt x="7255" y="66424"/>
                  <a:pt x="11973" y="58665"/>
                </a:cubicBezTo>
                <a:cubicBezTo>
                  <a:pt x="6154" y="57588"/>
                  <a:pt x="5747" y="55600"/>
                  <a:pt x="10775" y="52679"/>
                </a:cubicBezTo>
                <a:cubicBezTo>
                  <a:pt x="13290" y="55121"/>
                  <a:pt x="16091" y="55505"/>
                  <a:pt x="19156" y="53876"/>
                </a:cubicBezTo>
                <a:cubicBezTo>
                  <a:pt x="18366" y="53086"/>
                  <a:pt x="17552" y="52272"/>
                  <a:pt x="16762" y="51482"/>
                </a:cubicBezTo>
                <a:cubicBezTo>
                  <a:pt x="19515" y="45663"/>
                  <a:pt x="22700" y="40084"/>
                  <a:pt x="26340" y="34720"/>
                </a:cubicBezTo>
                <a:cubicBezTo>
                  <a:pt x="22891" y="29045"/>
                  <a:pt x="24089" y="27848"/>
                  <a:pt x="29931" y="31129"/>
                </a:cubicBezTo>
                <a:cubicBezTo>
                  <a:pt x="31416" y="28854"/>
                  <a:pt x="31009" y="26866"/>
                  <a:pt x="28734" y="25142"/>
                </a:cubicBezTo>
                <a:cubicBezTo>
                  <a:pt x="36205" y="21742"/>
                  <a:pt x="37019" y="17743"/>
                  <a:pt x="31129" y="13170"/>
                </a:cubicBezTo>
                <a:cubicBezTo>
                  <a:pt x="37761" y="9027"/>
                  <a:pt x="44131" y="4645"/>
                  <a:pt x="50285" y="0"/>
                </a:cubicBezTo>
                <a:cubicBezTo>
                  <a:pt x="56151" y="3544"/>
                  <a:pt x="55337" y="6345"/>
                  <a:pt x="47890" y="8381"/>
                </a:cubicBezTo>
                <a:cubicBezTo>
                  <a:pt x="52368" y="10081"/>
                  <a:pt x="55960" y="8884"/>
                  <a:pt x="58665" y="4789"/>
                </a:cubicBezTo>
                <a:cubicBezTo>
                  <a:pt x="61060" y="8788"/>
                  <a:pt x="64245" y="11973"/>
                  <a:pt x="68243" y="14367"/>
                </a:cubicBezTo>
                <a:cubicBezTo>
                  <a:pt x="69201" y="13816"/>
                  <a:pt x="69608" y="13026"/>
                  <a:pt x="69441" y="11973"/>
                </a:cubicBezTo>
                <a:close/>
              </a:path>
            </a:pathLst>
          </a:custGeom>
          <a:solidFill>
            <a:srgbClr val="D2DAD4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897775F2-DD0A-E8B2-16FD-023168DE91F7}"/>
              </a:ext>
            </a:extLst>
          </p:cNvPr>
          <p:cNvSpPr/>
          <p:nvPr/>
        </p:nvSpPr>
        <p:spPr>
          <a:xfrm>
            <a:off x="8895450" y="4387796"/>
            <a:ext cx="217899" cy="258087"/>
          </a:xfrm>
          <a:custGeom>
            <a:avLst/>
            <a:gdLst>
              <a:gd name="csX0" fmla="*/ 153248 w 217899"/>
              <a:gd name="csY0" fmla="*/ 152730 h 258087"/>
              <a:gd name="csX1" fmla="*/ 201138 w 217899"/>
              <a:gd name="csY1" fmla="*/ 217381 h 258087"/>
              <a:gd name="csX2" fmla="*/ 196349 w 217899"/>
              <a:gd name="csY2" fmla="*/ 225762 h 258087"/>
              <a:gd name="csX3" fmla="*/ 198744 w 217899"/>
              <a:gd name="csY3" fmla="*/ 228157 h 258087"/>
              <a:gd name="csX4" fmla="*/ 193955 w 217899"/>
              <a:gd name="csY4" fmla="*/ 231748 h 258087"/>
              <a:gd name="csX5" fmla="*/ 217900 w 217899"/>
              <a:gd name="csY5" fmla="*/ 254496 h 258087"/>
              <a:gd name="csX6" fmla="*/ 213111 w 217899"/>
              <a:gd name="csY6" fmla="*/ 258088 h 258087"/>
              <a:gd name="csX7" fmla="*/ 199941 w 217899"/>
              <a:gd name="csY7" fmla="*/ 243721 h 258087"/>
              <a:gd name="csX8" fmla="*/ 197547 w 217899"/>
              <a:gd name="csY8" fmla="*/ 246115 h 258087"/>
              <a:gd name="csX9" fmla="*/ 190363 w 217899"/>
              <a:gd name="csY9" fmla="*/ 234143 h 258087"/>
              <a:gd name="csX10" fmla="*/ 184377 w 217899"/>
              <a:gd name="csY10" fmla="*/ 237735 h 258087"/>
              <a:gd name="csX11" fmla="*/ 185574 w 217899"/>
              <a:gd name="csY11" fmla="*/ 231748 h 258087"/>
              <a:gd name="csX12" fmla="*/ 174799 w 217899"/>
              <a:gd name="csY12" fmla="*/ 219776 h 258087"/>
              <a:gd name="csX13" fmla="*/ 177193 w 217899"/>
              <a:gd name="csY13" fmla="*/ 214987 h 258087"/>
              <a:gd name="csX14" fmla="*/ 165221 w 217899"/>
              <a:gd name="csY14" fmla="*/ 209001 h 258087"/>
              <a:gd name="csX15" fmla="*/ 167615 w 217899"/>
              <a:gd name="csY15" fmla="*/ 205409 h 258087"/>
              <a:gd name="csX16" fmla="*/ 156840 w 217899"/>
              <a:gd name="csY16" fmla="*/ 203014 h 258087"/>
              <a:gd name="csX17" fmla="*/ 158037 w 217899"/>
              <a:gd name="csY17" fmla="*/ 197028 h 258087"/>
              <a:gd name="csX18" fmla="*/ 146065 w 217899"/>
              <a:gd name="csY18" fmla="*/ 194634 h 258087"/>
              <a:gd name="csX19" fmla="*/ 148459 w 217899"/>
              <a:gd name="csY19" fmla="*/ 187450 h 258087"/>
              <a:gd name="csX20" fmla="*/ 132895 w 217899"/>
              <a:gd name="csY20" fmla="*/ 188647 h 258087"/>
              <a:gd name="csX21" fmla="*/ 122120 w 217899"/>
              <a:gd name="csY21" fmla="*/ 185056 h 258087"/>
              <a:gd name="csX22" fmla="*/ 124514 w 217899"/>
              <a:gd name="csY22" fmla="*/ 180267 h 258087"/>
              <a:gd name="csX23" fmla="*/ 112542 w 217899"/>
              <a:gd name="csY23" fmla="*/ 174280 h 258087"/>
              <a:gd name="csX24" fmla="*/ 117331 w 217899"/>
              <a:gd name="csY24" fmla="*/ 170689 h 258087"/>
              <a:gd name="csX25" fmla="*/ 107753 w 217899"/>
              <a:gd name="csY25" fmla="*/ 164702 h 258087"/>
              <a:gd name="csX26" fmla="*/ 112542 w 217899"/>
              <a:gd name="csY26" fmla="*/ 161110 h 258087"/>
              <a:gd name="csX27" fmla="*/ 95780 w 217899"/>
              <a:gd name="csY27" fmla="*/ 145546 h 258087"/>
              <a:gd name="csX28" fmla="*/ 100569 w 217899"/>
              <a:gd name="csY28" fmla="*/ 137165 h 258087"/>
              <a:gd name="csX29" fmla="*/ 96977 w 217899"/>
              <a:gd name="csY29" fmla="*/ 133574 h 258087"/>
              <a:gd name="csX30" fmla="*/ 93386 w 217899"/>
              <a:gd name="csY30" fmla="*/ 140757 h 258087"/>
              <a:gd name="csX31" fmla="*/ 83808 w 217899"/>
              <a:gd name="csY31" fmla="*/ 129982 h 258087"/>
              <a:gd name="csX32" fmla="*/ 83808 w 217899"/>
              <a:gd name="csY32" fmla="*/ 120404 h 258087"/>
              <a:gd name="csX33" fmla="*/ 88597 w 217899"/>
              <a:gd name="csY33" fmla="*/ 118009 h 258087"/>
              <a:gd name="csX34" fmla="*/ 69441 w 217899"/>
              <a:gd name="csY34" fmla="*/ 101248 h 258087"/>
              <a:gd name="csX35" fmla="*/ 71835 w 217899"/>
              <a:gd name="csY35" fmla="*/ 98853 h 258087"/>
              <a:gd name="csX36" fmla="*/ 63454 w 217899"/>
              <a:gd name="csY36" fmla="*/ 97656 h 258087"/>
              <a:gd name="csX37" fmla="*/ 57468 w 217899"/>
              <a:gd name="csY37" fmla="*/ 90473 h 258087"/>
              <a:gd name="csX38" fmla="*/ 56271 w 217899"/>
              <a:gd name="csY38" fmla="*/ 83289 h 258087"/>
              <a:gd name="csX39" fmla="*/ 47890 w 217899"/>
              <a:gd name="csY39" fmla="*/ 74908 h 258087"/>
              <a:gd name="csX40" fmla="*/ 40707 w 217899"/>
              <a:gd name="csY40" fmla="*/ 73711 h 258087"/>
              <a:gd name="csX41" fmla="*/ 40707 w 217899"/>
              <a:gd name="csY41" fmla="*/ 60541 h 258087"/>
              <a:gd name="csX42" fmla="*/ 32326 w 217899"/>
              <a:gd name="csY42" fmla="*/ 61739 h 258087"/>
              <a:gd name="csX43" fmla="*/ 29931 w 217899"/>
              <a:gd name="csY43" fmla="*/ 66528 h 258087"/>
              <a:gd name="csX44" fmla="*/ 35918 w 217899"/>
              <a:gd name="csY44" fmla="*/ 68922 h 258087"/>
              <a:gd name="csX45" fmla="*/ 26340 w 217899"/>
              <a:gd name="csY45" fmla="*/ 72514 h 258087"/>
              <a:gd name="csX46" fmla="*/ 31129 w 217899"/>
              <a:gd name="csY46" fmla="*/ 77303 h 258087"/>
              <a:gd name="csX47" fmla="*/ 20353 w 217899"/>
              <a:gd name="csY47" fmla="*/ 88078 h 258087"/>
              <a:gd name="csX48" fmla="*/ 17959 w 217899"/>
              <a:gd name="csY48" fmla="*/ 85684 h 258087"/>
              <a:gd name="csX49" fmla="*/ 16762 w 217899"/>
              <a:gd name="csY49" fmla="*/ 94064 h 258087"/>
              <a:gd name="csX50" fmla="*/ 8381 w 217899"/>
              <a:gd name="csY50" fmla="*/ 102445 h 258087"/>
              <a:gd name="csX51" fmla="*/ 0 w 217899"/>
              <a:gd name="csY51" fmla="*/ 97656 h 258087"/>
              <a:gd name="csX52" fmla="*/ 11973 w 217899"/>
              <a:gd name="csY52" fmla="*/ 47372 h 258087"/>
              <a:gd name="csX53" fmla="*/ 23945 w 217899"/>
              <a:gd name="csY53" fmla="*/ 3073 h 258087"/>
              <a:gd name="csX54" fmla="*/ 28734 w 217899"/>
              <a:gd name="csY54" fmla="*/ 679 h 258087"/>
              <a:gd name="csX55" fmla="*/ 153248 w 217899"/>
              <a:gd name="csY55" fmla="*/ 152730 h 258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217899" h="258087">
                <a:moveTo>
                  <a:pt x="153248" y="152730"/>
                </a:moveTo>
                <a:cubicBezTo>
                  <a:pt x="170968" y="173011"/>
                  <a:pt x="186915" y="194562"/>
                  <a:pt x="201138" y="217381"/>
                </a:cubicBezTo>
                <a:cubicBezTo>
                  <a:pt x="199869" y="220303"/>
                  <a:pt x="198289" y="223104"/>
                  <a:pt x="196349" y="225762"/>
                </a:cubicBezTo>
                <a:cubicBezTo>
                  <a:pt x="197140" y="226552"/>
                  <a:pt x="197954" y="227366"/>
                  <a:pt x="198744" y="228157"/>
                </a:cubicBezTo>
                <a:cubicBezTo>
                  <a:pt x="196804" y="228899"/>
                  <a:pt x="195224" y="230096"/>
                  <a:pt x="193955" y="231748"/>
                </a:cubicBezTo>
                <a:cubicBezTo>
                  <a:pt x="201617" y="239339"/>
                  <a:pt x="209615" y="246906"/>
                  <a:pt x="217900" y="254496"/>
                </a:cubicBezTo>
                <a:cubicBezTo>
                  <a:pt x="216631" y="256148"/>
                  <a:pt x="215051" y="257346"/>
                  <a:pt x="213111" y="258088"/>
                </a:cubicBezTo>
                <a:cubicBezTo>
                  <a:pt x="209495" y="252509"/>
                  <a:pt x="205113" y="247720"/>
                  <a:pt x="199941" y="243721"/>
                </a:cubicBezTo>
                <a:cubicBezTo>
                  <a:pt x="199151" y="244511"/>
                  <a:pt x="198337" y="245325"/>
                  <a:pt x="197547" y="246115"/>
                </a:cubicBezTo>
                <a:cubicBezTo>
                  <a:pt x="194386" y="242595"/>
                  <a:pt x="191991" y="238597"/>
                  <a:pt x="190363" y="234143"/>
                </a:cubicBezTo>
                <a:cubicBezTo>
                  <a:pt x="189357" y="237639"/>
                  <a:pt x="187346" y="238836"/>
                  <a:pt x="184377" y="237735"/>
                </a:cubicBezTo>
                <a:cubicBezTo>
                  <a:pt x="186652" y="236011"/>
                  <a:pt x="187059" y="234023"/>
                  <a:pt x="185574" y="231748"/>
                </a:cubicBezTo>
                <a:cubicBezTo>
                  <a:pt x="183084" y="226744"/>
                  <a:pt x="179492" y="222769"/>
                  <a:pt x="174799" y="219776"/>
                </a:cubicBezTo>
                <a:cubicBezTo>
                  <a:pt x="175589" y="218172"/>
                  <a:pt x="176403" y="216591"/>
                  <a:pt x="177193" y="214987"/>
                </a:cubicBezTo>
                <a:cubicBezTo>
                  <a:pt x="173817" y="211850"/>
                  <a:pt x="169818" y="209863"/>
                  <a:pt x="165221" y="209001"/>
                </a:cubicBezTo>
                <a:cubicBezTo>
                  <a:pt x="166322" y="208019"/>
                  <a:pt x="167112" y="206822"/>
                  <a:pt x="167615" y="205409"/>
                </a:cubicBezTo>
                <a:cubicBezTo>
                  <a:pt x="164407" y="198297"/>
                  <a:pt x="160815" y="197507"/>
                  <a:pt x="156840" y="203014"/>
                </a:cubicBezTo>
                <a:cubicBezTo>
                  <a:pt x="148795" y="200045"/>
                  <a:pt x="149202" y="198034"/>
                  <a:pt x="158037" y="197028"/>
                </a:cubicBezTo>
                <a:cubicBezTo>
                  <a:pt x="154039" y="196238"/>
                  <a:pt x="150064" y="195424"/>
                  <a:pt x="146065" y="194634"/>
                </a:cubicBezTo>
                <a:cubicBezTo>
                  <a:pt x="139408" y="190371"/>
                  <a:pt x="140222" y="187977"/>
                  <a:pt x="148459" y="187450"/>
                </a:cubicBezTo>
                <a:cubicBezTo>
                  <a:pt x="143694" y="177465"/>
                  <a:pt x="138498" y="177848"/>
                  <a:pt x="132895" y="188647"/>
                </a:cubicBezTo>
                <a:cubicBezTo>
                  <a:pt x="129543" y="186899"/>
                  <a:pt x="125951" y="185702"/>
                  <a:pt x="122120" y="185056"/>
                </a:cubicBezTo>
                <a:cubicBezTo>
                  <a:pt x="119414" y="182613"/>
                  <a:pt x="120204" y="181033"/>
                  <a:pt x="124514" y="180267"/>
                </a:cubicBezTo>
                <a:cubicBezTo>
                  <a:pt x="120779" y="177920"/>
                  <a:pt x="116780" y="175932"/>
                  <a:pt x="112542" y="174280"/>
                </a:cubicBezTo>
                <a:cubicBezTo>
                  <a:pt x="113811" y="172628"/>
                  <a:pt x="115391" y="171431"/>
                  <a:pt x="117331" y="170689"/>
                </a:cubicBezTo>
                <a:cubicBezTo>
                  <a:pt x="113739" y="169300"/>
                  <a:pt x="110554" y="167288"/>
                  <a:pt x="107753" y="164702"/>
                </a:cubicBezTo>
                <a:cubicBezTo>
                  <a:pt x="109022" y="163050"/>
                  <a:pt x="110602" y="161853"/>
                  <a:pt x="112542" y="161110"/>
                </a:cubicBezTo>
                <a:cubicBezTo>
                  <a:pt x="107633" y="155388"/>
                  <a:pt x="102054" y="150215"/>
                  <a:pt x="95780" y="145546"/>
                </a:cubicBezTo>
                <a:cubicBezTo>
                  <a:pt x="100042" y="143607"/>
                  <a:pt x="101623" y="140805"/>
                  <a:pt x="100569" y="137165"/>
                </a:cubicBezTo>
                <a:cubicBezTo>
                  <a:pt x="99372" y="135968"/>
                  <a:pt x="98175" y="134771"/>
                  <a:pt x="96977" y="133574"/>
                </a:cubicBezTo>
                <a:cubicBezTo>
                  <a:pt x="94104" y="135896"/>
                  <a:pt x="92907" y="138291"/>
                  <a:pt x="93386" y="140757"/>
                </a:cubicBezTo>
                <a:cubicBezTo>
                  <a:pt x="89938" y="137477"/>
                  <a:pt x="86753" y="133885"/>
                  <a:pt x="83808" y="129982"/>
                </a:cubicBezTo>
                <a:cubicBezTo>
                  <a:pt x="92069" y="128306"/>
                  <a:pt x="92069" y="125097"/>
                  <a:pt x="83808" y="120404"/>
                </a:cubicBezTo>
                <a:cubicBezTo>
                  <a:pt x="85412" y="119614"/>
                  <a:pt x="86992" y="118800"/>
                  <a:pt x="88597" y="118009"/>
                </a:cubicBezTo>
                <a:cubicBezTo>
                  <a:pt x="82586" y="112143"/>
                  <a:pt x="76217" y="106564"/>
                  <a:pt x="69441" y="101248"/>
                </a:cubicBezTo>
                <a:cubicBezTo>
                  <a:pt x="70231" y="100458"/>
                  <a:pt x="71045" y="99644"/>
                  <a:pt x="71835" y="98853"/>
                </a:cubicBezTo>
                <a:cubicBezTo>
                  <a:pt x="69944" y="91430"/>
                  <a:pt x="67142" y="91047"/>
                  <a:pt x="63454" y="97656"/>
                </a:cubicBezTo>
                <a:cubicBezTo>
                  <a:pt x="62544" y="94208"/>
                  <a:pt x="60557" y="91814"/>
                  <a:pt x="57468" y="90473"/>
                </a:cubicBezTo>
                <a:cubicBezTo>
                  <a:pt x="57827" y="87958"/>
                  <a:pt x="57420" y="85564"/>
                  <a:pt x="56271" y="83289"/>
                </a:cubicBezTo>
                <a:cubicBezTo>
                  <a:pt x="52679" y="81302"/>
                  <a:pt x="49878" y="78500"/>
                  <a:pt x="47890" y="74908"/>
                </a:cubicBezTo>
                <a:cubicBezTo>
                  <a:pt x="45615" y="73759"/>
                  <a:pt x="43221" y="73352"/>
                  <a:pt x="40707" y="73711"/>
                </a:cubicBezTo>
                <a:cubicBezTo>
                  <a:pt x="39868" y="68826"/>
                  <a:pt x="39868" y="64444"/>
                  <a:pt x="40707" y="60541"/>
                </a:cubicBezTo>
                <a:cubicBezTo>
                  <a:pt x="37905" y="59703"/>
                  <a:pt x="35103" y="60086"/>
                  <a:pt x="32326" y="61739"/>
                </a:cubicBezTo>
                <a:cubicBezTo>
                  <a:pt x="29309" y="62577"/>
                  <a:pt x="28519" y="64181"/>
                  <a:pt x="29931" y="66528"/>
                </a:cubicBezTo>
                <a:cubicBezTo>
                  <a:pt x="32637" y="63894"/>
                  <a:pt x="34625" y="64684"/>
                  <a:pt x="35918" y="68922"/>
                </a:cubicBezTo>
                <a:cubicBezTo>
                  <a:pt x="32972" y="70790"/>
                  <a:pt x="29788" y="71987"/>
                  <a:pt x="26340" y="72514"/>
                </a:cubicBezTo>
                <a:cubicBezTo>
                  <a:pt x="27944" y="74118"/>
                  <a:pt x="29524" y="75699"/>
                  <a:pt x="31129" y="77303"/>
                </a:cubicBezTo>
                <a:cubicBezTo>
                  <a:pt x="26172" y="79578"/>
                  <a:pt x="22580" y="83169"/>
                  <a:pt x="20353" y="88078"/>
                </a:cubicBezTo>
                <a:cubicBezTo>
                  <a:pt x="19563" y="87288"/>
                  <a:pt x="18749" y="86474"/>
                  <a:pt x="17959" y="85684"/>
                </a:cubicBezTo>
                <a:cubicBezTo>
                  <a:pt x="15301" y="88701"/>
                  <a:pt x="14894" y="91502"/>
                  <a:pt x="16762" y="94064"/>
                </a:cubicBezTo>
                <a:cubicBezTo>
                  <a:pt x="13960" y="96866"/>
                  <a:pt x="11182" y="99644"/>
                  <a:pt x="8381" y="102445"/>
                </a:cubicBezTo>
                <a:cubicBezTo>
                  <a:pt x="6681" y="98925"/>
                  <a:pt x="3879" y="97321"/>
                  <a:pt x="0" y="97656"/>
                </a:cubicBezTo>
                <a:cubicBezTo>
                  <a:pt x="6585" y="81709"/>
                  <a:pt x="10560" y="64947"/>
                  <a:pt x="11973" y="47372"/>
                </a:cubicBezTo>
                <a:cubicBezTo>
                  <a:pt x="15397" y="32502"/>
                  <a:pt x="19396" y="17728"/>
                  <a:pt x="23945" y="3073"/>
                </a:cubicBezTo>
                <a:cubicBezTo>
                  <a:pt x="24783" y="56"/>
                  <a:pt x="26387" y="-734"/>
                  <a:pt x="28734" y="679"/>
                </a:cubicBezTo>
                <a:cubicBezTo>
                  <a:pt x="71644" y="50365"/>
                  <a:pt x="113164" y="101056"/>
                  <a:pt x="153248" y="152730"/>
                </a:cubicBezTo>
                <a:close/>
              </a:path>
            </a:pathLst>
          </a:custGeom>
          <a:solidFill>
            <a:srgbClr val="D7E1D9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1281FBEF-FDC1-DA8F-3DD8-4EB35D104959}"/>
              </a:ext>
            </a:extLst>
          </p:cNvPr>
          <p:cNvSpPr/>
          <p:nvPr/>
        </p:nvSpPr>
        <p:spPr>
          <a:xfrm>
            <a:off x="9223498" y="4420801"/>
            <a:ext cx="301707" cy="304102"/>
          </a:xfrm>
          <a:custGeom>
            <a:avLst/>
            <a:gdLst>
              <a:gd name="csX0" fmla="*/ 81413 w 301707"/>
              <a:gd name="csY0" fmla="*/ 16762 h 304102"/>
              <a:gd name="csX1" fmla="*/ 148459 w 301707"/>
              <a:gd name="csY1" fmla="*/ 13170 h 304102"/>
              <a:gd name="csX2" fmla="*/ 158037 w 301707"/>
              <a:gd name="csY2" fmla="*/ 9578 h 304102"/>
              <a:gd name="csX3" fmla="*/ 205927 w 301707"/>
              <a:gd name="csY3" fmla="*/ 7184 h 304102"/>
              <a:gd name="csX4" fmla="*/ 249029 w 301707"/>
              <a:gd name="csY4" fmla="*/ 2395 h 304102"/>
              <a:gd name="csX5" fmla="*/ 301708 w 301707"/>
              <a:gd name="csY5" fmla="*/ 0 h 304102"/>
              <a:gd name="csX6" fmla="*/ 264593 w 301707"/>
              <a:gd name="csY6" fmla="*/ 191560 h 304102"/>
              <a:gd name="csX7" fmla="*/ 253818 w 301707"/>
              <a:gd name="csY7" fmla="*/ 197547 h 304102"/>
              <a:gd name="csX8" fmla="*/ 95780 w 301707"/>
              <a:gd name="csY8" fmla="*/ 233464 h 304102"/>
              <a:gd name="csX9" fmla="*/ 2395 w 301707"/>
              <a:gd name="csY9" fmla="*/ 304102 h 304102"/>
              <a:gd name="csX10" fmla="*/ 0 w 301707"/>
              <a:gd name="csY10" fmla="*/ 301708 h 304102"/>
              <a:gd name="csX11" fmla="*/ 29931 w 301707"/>
              <a:gd name="csY11" fmla="*/ 181982 h 304102"/>
              <a:gd name="csX12" fmla="*/ 75427 w 301707"/>
              <a:gd name="csY12" fmla="*/ 21551 h 304102"/>
              <a:gd name="csX13" fmla="*/ 81413 w 301707"/>
              <a:gd name="csY13" fmla="*/ 16762 h 304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01707" h="304102">
                <a:moveTo>
                  <a:pt x="81413" y="16762"/>
                </a:moveTo>
                <a:cubicBezTo>
                  <a:pt x="103754" y="15804"/>
                  <a:pt x="126119" y="14606"/>
                  <a:pt x="148459" y="13170"/>
                </a:cubicBezTo>
                <a:cubicBezTo>
                  <a:pt x="152195" y="12667"/>
                  <a:pt x="155379" y="11470"/>
                  <a:pt x="158037" y="9578"/>
                </a:cubicBezTo>
                <a:cubicBezTo>
                  <a:pt x="173985" y="8500"/>
                  <a:pt x="189956" y="7686"/>
                  <a:pt x="205927" y="7184"/>
                </a:cubicBezTo>
                <a:cubicBezTo>
                  <a:pt x="220845" y="7447"/>
                  <a:pt x="235212" y="5867"/>
                  <a:pt x="249029" y="2395"/>
                </a:cubicBezTo>
                <a:cubicBezTo>
                  <a:pt x="266604" y="2083"/>
                  <a:pt x="284180" y="1293"/>
                  <a:pt x="301708" y="0"/>
                </a:cubicBezTo>
                <a:cubicBezTo>
                  <a:pt x="289520" y="63766"/>
                  <a:pt x="277140" y="127603"/>
                  <a:pt x="264593" y="191560"/>
                </a:cubicBezTo>
                <a:cubicBezTo>
                  <a:pt x="261791" y="194889"/>
                  <a:pt x="258200" y="196900"/>
                  <a:pt x="253818" y="197547"/>
                </a:cubicBezTo>
                <a:cubicBezTo>
                  <a:pt x="201138" y="209830"/>
                  <a:pt x="148459" y="221803"/>
                  <a:pt x="95780" y="233464"/>
                </a:cubicBezTo>
                <a:cubicBezTo>
                  <a:pt x="62952" y="254703"/>
                  <a:pt x="31823" y="278265"/>
                  <a:pt x="2395" y="304102"/>
                </a:cubicBezTo>
                <a:cubicBezTo>
                  <a:pt x="1604" y="303312"/>
                  <a:pt x="790" y="302498"/>
                  <a:pt x="0" y="301708"/>
                </a:cubicBezTo>
                <a:cubicBezTo>
                  <a:pt x="10727" y="262007"/>
                  <a:pt x="20713" y="222090"/>
                  <a:pt x="29931" y="181982"/>
                </a:cubicBezTo>
                <a:cubicBezTo>
                  <a:pt x="48417" y="129615"/>
                  <a:pt x="63574" y="76145"/>
                  <a:pt x="75427" y="21551"/>
                </a:cubicBezTo>
                <a:cubicBezTo>
                  <a:pt x="77127" y="19443"/>
                  <a:pt x="79114" y="17839"/>
                  <a:pt x="81413" y="16762"/>
                </a:cubicBezTo>
                <a:close/>
              </a:path>
            </a:pathLst>
          </a:custGeom>
          <a:solidFill>
            <a:srgbClr val="CCD8CD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875F32FA-1696-53ED-2C55-4DD23EDE74B4}"/>
              </a:ext>
            </a:extLst>
          </p:cNvPr>
          <p:cNvSpPr/>
          <p:nvPr/>
        </p:nvSpPr>
        <p:spPr>
          <a:xfrm>
            <a:off x="9304911" y="4430379"/>
            <a:ext cx="76624" cy="7183"/>
          </a:xfrm>
          <a:custGeom>
            <a:avLst/>
            <a:gdLst>
              <a:gd name="csX0" fmla="*/ 76624 w 76624"/>
              <a:gd name="csY0" fmla="*/ 0 h 7183"/>
              <a:gd name="csX1" fmla="*/ 67046 w 76624"/>
              <a:gd name="csY1" fmla="*/ 3592 h 7183"/>
              <a:gd name="csX2" fmla="*/ 0 w 76624"/>
              <a:gd name="csY2" fmla="*/ 7184 h 7183"/>
              <a:gd name="csX3" fmla="*/ 76624 w 76624"/>
              <a:gd name="csY3" fmla="*/ 0 h 71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6624" h="7183">
                <a:moveTo>
                  <a:pt x="76624" y="0"/>
                </a:moveTo>
                <a:cubicBezTo>
                  <a:pt x="73966" y="1892"/>
                  <a:pt x="70782" y="3089"/>
                  <a:pt x="67046" y="3592"/>
                </a:cubicBezTo>
                <a:cubicBezTo>
                  <a:pt x="44705" y="5028"/>
                  <a:pt x="22341" y="6226"/>
                  <a:pt x="0" y="7184"/>
                </a:cubicBezTo>
                <a:cubicBezTo>
                  <a:pt x="24999" y="2826"/>
                  <a:pt x="50548" y="431"/>
                  <a:pt x="76624" y="0"/>
                </a:cubicBezTo>
                <a:close/>
              </a:path>
            </a:pathLst>
          </a:custGeom>
          <a:solidFill>
            <a:srgbClr val="80867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4D3E5F22-64E1-DECB-D220-3BB8BE497A85}"/>
              </a:ext>
            </a:extLst>
          </p:cNvPr>
          <p:cNvSpPr/>
          <p:nvPr/>
        </p:nvSpPr>
        <p:spPr>
          <a:xfrm>
            <a:off x="9429425" y="4423167"/>
            <a:ext cx="43101" cy="4845"/>
          </a:xfrm>
          <a:custGeom>
            <a:avLst/>
            <a:gdLst>
              <a:gd name="csX0" fmla="*/ 43101 w 43101"/>
              <a:gd name="csY0" fmla="*/ 28 h 4845"/>
              <a:gd name="csX1" fmla="*/ 0 w 43101"/>
              <a:gd name="csY1" fmla="*/ 4817 h 4845"/>
              <a:gd name="csX2" fmla="*/ 43101 w 43101"/>
              <a:gd name="csY2" fmla="*/ 28 h 48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101" h="4845">
                <a:moveTo>
                  <a:pt x="43101" y="28"/>
                </a:moveTo>
                <a:cubicBezTo>
                  <a:pt x="29285" y="3500"/>
                  <a:pt x="14918" y="5081"/>
                  <a:pt x="0" y="4817"/>
                </a:cubicBezTo>
                <a:cubicBezTo>
                  <a:pt x="13816" y="1345"/>
                  <a:pt x="28183" y="-235"/>
                  <a:pt x="43101" y="28"/>
                </a:cubicBezTo>
                <a:close/>
              </a:path>
            </a:pathLst>
          </a:custGeom>
          <a:solidFill>
            <a:srgbClr val="7E827F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0219745F-4CB1-995C-773E-476B0378B09E}"/>
              </a:ext>
            </a:extLst>
          </p:cNvPr>
          <p:cNvSpPr/>
          <p:nvPr/>
        </p:nvSpPr>
        <p:spPr>
          <a:xfrm>
            <a:off x="9357590" y="4416012"/>
            <a:ext cx="69440" cy="4789"/>
          </a:xfrm>
          <a:custGeom>
            <a:avLst/>
            <a:gdLst>
              <a:gd name="csX0" fmla="*/ 40707 w 69440"/>
              <a:gd name="csY0" fmla="*/ 0 h 4789"/>
              <a:gd name="csX1" fmla="*/ 69441 w 69440"/>
              <a:gd name="csY1" fmla="*/ 0 h 4789"/>
              <a:gd name="csX2" fmla="*/ 0 w 69440"/>
              <a:gd name="csY2" fmla="*/ 4789 h 4789"/>
              <a:gd name="csX3" fmla="*/ 40707 w 69440"/>
              <a:gd name="csY3" fmla="*/ 0 h 47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9440" h="4789">
                <a:moveTo>
                  <a:pt x="40707" y="0"/>
                </a:moveTo>
                <a:cubicBezTo>
                  <a:pt x="50285" y="0"/>
                  <a:pt x="59863" y="0"/>
                  <a:pt x="69441" y="0"/>
                </a:cubicBezTo>
                <a:cubicBezTo>
                  <a:pt x="46717" y="2418"/>
                  <a:pt x="23562" y="4023"/>
                  <a:pt x="0" y="4789"/>
                </a:cubicBezTo>
                <a:cubicBezTo>
                  <a:pt x="13074" y="1820"/>
                  <a:pt x="26651" y="239"/>
                  <a:pt x="40707" y="0"/>
                </a:cubicBezTo>
                <a:close/>
              </a:path>
            </a:pathLst>
          </a:custGeom>
          <a:solidFill>
            <a:srgbClr val="5C5F57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A84577AE-D549-E814-B030-BCA7A993390B}"/>
              </a:ext>
            </a:extLst>
          </p:cNvPr>
          <p:cNvSpPr/>
          <p:nvPr/>
        </p:nvSpPr>
        <p:spPr>
          <a:xfrm>
            <a:off x="9479710" y="4408804"/>
            <a:ext cx="47890" cy="4812"/>
          </a:xfrm>
          <a:custGeom>
            <a:avLst/>
            <a:gdLst>
              <a:gd name="csX0" fmla="*/ 47890 w 47890"/>
              <a:gd name="csY0" fmla="*/ 24 h 4812"/>
              <a:gd name="csX1" fmla="*/ 0 w 47890"/>
              <a:gd name="csY1" fmla="*/ 4813 h 4812"/>
              <a:gd name="csX2" fmla="*/ 47890 w 47890"/>
              <a:gd name="csY2" fmla="*/ 24 h 4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7890" h="4812">
                <a:moveTo>
                  <a:pt x="47890" y="24"/>
                </a:moveTo>
                <a:cubicBezTo>
                  <a:pt x="32422" y="3160"/>
                  <a:pt x="16450" y="4765"/>
                  <a:pt x="0" y="4813"/>
                </a:cubicBezTo>
                <a:cubicBezTo>
                  <a:pt x="15445" y="1365"/>
                  <a:pt x="31392" y="-216"/>
                  <a:pt x="47890" y="24"/>
                </a:cubicBezTo>
                <a:close/>
              </a:path>
            </a:pathLst>
          </a:custGeom>
          <a:solidFill>
            <a:srgbClr val="3F413A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0E959AAC-3D87-EAC3-6276-7F0F0D44C440}"/>
              </a:ext>
            </a:extLst>
          </p:cNvPr>
          <p:cNvSpPr/>
          <p:nvPr/>
        </p:nvSpPr>
        <p:spPr>
          <a:xfrm>
            <a:off x="9345612" y="4641095"/>
            <a:ext cx="226756" cy="265789"/>
          </a:xfrm>
          <a:custGeom>
            <a:avLst/>
            <a:gdLst>
              <a:gd name="csX0" fmla="*/ 148465 w 226756"/>
              <a:gd name="csY0" fmla="*/ 0 h 265789"/>
              <a:gd name="csX1" fmla="*/ 221497 w 226756"/>
              <a:gd name="csY1" fmla="*/ 143670 h 265789"/>
              <a:gd name="csX2" fmla="*/ 226286 w 226756"/>
              <a:gd name="csY2" fmla="*/ 167615 h 265789"/>
              <a:gd name="csX3" fmla="*/ 38317 w 226756"/>
              <a:gd name="csY3" fmla="*/ 265790 h 265789"/>
              <a:gd name="csX4" fmla="*/ 16767 w 226756"/>
              <a:gd name="csY4" fmla="*/ 244239 h 265789"/>
              <a:gd name="csX5" fmla="*/ 26345 w 226756"/>
              <a:gd name="csY5" fmla="*/ 237056 h 265789"/>
              <a:gd name="csX6" fmla="*/ 31134 w 226756"/>
              <a:gd name="csY6" fmla="*/ 241845 h 265789"/>
              <a:gd name="csX7" fmla="*/ 33528 w 226756"/>
              <a:gd name="csY7" fmla="*/ 239450 h 265789"/>
              <a:gd name="csX8" fmla="*/ 15570 w 226756"/>
              <a:gd name="csY8" fmla="*/ 220294 h 265789"/>
              <a:gd name="csX9" fmla="*/ 19161 w 226756"/>
              <a:gd name="csY9" fmla="*/ 208322 h 265789"/>
              <a:gd name="csX10" fmla="*/ 15570 w 226756"/>
              <a:gd name="csY10" fmla="*/ 208322 h 265789"/>
              <a:gd name="csX11" fmla="*/ 7189 w 226756"/>
              <a:gd name="csY11" fmla="*/ 189166 h 265789"/>
              <a:gd name="csX12" fmla="*/ 5 w 226756"/>
              <a:gd name="csY12" fmla="*/ 189166 h 265789"/>
              <a:gd name="csX13" fmla="*/ 3597 w 226756"/>
              <a:gd name="csY13" fmla="*/ 186771 h 265789"/>
              <a:gd name="csX14" fmla="*/ 5 w 226756"/>
              <a:gd name="csY14" fmla="*/ 174799 h 265789"/>
              <a:gd name="csX15" fmla="*/ 4794 w 226756"/>
              <a:gd name="csY15" fmla="*/ 170010 h 265789"/>
              <a:gd name="csX16" fmla="*/ 4794 w 226756"/>
              <a:gd name="csY16" fmla="*/ 149657 h 265789"/>
              <a:gd name="csX17" fmla="*/ 19161 w 226756"/>
              <a:gd name="csY17" fmla="*/ 158037 h 265789"/>
              <a:gd name="csX18" fmla="*/ 16767 w 226756"/>
              <a:gd name="csY18" fmla="*/ 147262 h 265789"/>
              <a:gd name="csX19" fmla="*/ 25148 w 226756"/>
              <a:gd name="csY19" fmla="*/ 143670 h 265789"/>
              <a:gd name="csX20" fmla="*/ 28739 w 226756"/>
              <a:gd name="csY20" fmla="*/ 148459 h 265789"/>
              <a:gd name="csX21" fmla="*/ 37120 w 226756"/>
              <a:gd name="csY21" fmla="*/ 141276 h 265789"/>
              <a:gd name="csX22" fmla="*/ 40712 w 226756"/>
              <a:gd name="csY22" fmla="*/ 143670 h 265789"/>
              <a:gd name="csX23" fmla="*/ 55079 w 226756"/>
              <a:gd name="csY23" fmla="*/ 135289 h 265789"/>
              <a:gd name="csX24" fmla="*/ 52684 w 226756"/>
              <a:gd name="csY24" fmla="*/ 130500 h 265789"/>
              <a:gd name="csX25" fmla="*/ 62262 w 226756"/>
              <a:gd name="csY25" fmla="*/ 119725 h 265789"/>
              <a:gd name="csX26" fmla="*/ 65854 w 226756"/>
              <a:gd name="csY26" fmla="*/ 112542 h 265789"/>
              <a:gd name="csX27" fmla="*/ 71840 w 226756"/>
              <a:gd name="csY27" fmla="*/ 124514 h 265789"/>
              <a:gd name="csX28" fmla="*/ 76629 w 226756"/>
              <a:gd name="csY28" fmla="*/ 114936 h 265789"/>
              <a:gd name="csX29" fmla="*/ 85010 w 226756"/>
              <a:gd name="csY29" fmla="*/ 119725 h 265789"/>
              <a:gd name="csX30" fmla="*/ 100575 w 226756"/>
              <a:gd name="csY30" fmla="*/ 95780 h 265789"/>
              <a:gd name="csX31" fmla="*/ 110153 w 226756"/>
              <a:gd name="csY31" fmla="*/ 99372 h 265789"/>
              <a:gd name="csX32" fmla="*/ 113744 w 226756"/>
              <a:gd name="csY32" fmla="*/ 114936 h 265789"/>
              <a:gd name="csX33" fmla="*/ 136492 w 226756"/>
              <a:gd name="csY33" fmla="*/ 114936 h 265789"/>
              <a:gd name="csX34" fmla="*/ 146070 w 226756"/>
              <a:gd name="csY34" fmla="*/ 107753 h 265789"/>
              <a:gd name="csX35" fmla="*/ 146070 w 226756"/>
              <a:gd name="csY35" fmla="*/ 98175 h 265789"/>
              <a:gd name="csX36" fmla="*/ 154451 w 226756"/>
              <a:gd name="csY36" fmla="*/ 90991 h 265789"/>
              <a:gd name="csX37" fmla="*/ 170015 w 226756"/>
              <a:gd name="csY37" fmla="*/ 117331 h 265789"/>
              <a:gd name="csX38" fmla="*/ 162832 w 226756"/>
              <a:gd name="csY38" fmla="*/ 125711 h 265789"/>
              <a:gd name="csX39" fmla="*/ 176001 w 226756"/>
              <a:gd name="csY39" fmla="*/ 134092 h 265789"/>
              <a:gd name="csX40" fmla="*/ 180790 w 226756"/>
              <a:gd name="csY40" fmla="*/ 129303 h 265789"/>
              <a:gd name="csX41" fmla="*/ 185579 w 226756"/>
              <a:gd name="csY41" fmla="*/ 138881 h 265789"/>
              <a:gd name="csX42" fmla="*/ 186777 w 226756"/>
              <a:gd name="csY42" fmla="*/ 125711 h 265789"/>
              <a:gd name="csX43" fmla="*/ 172410 w 226756"/>
              <a:gd name="csY43" fmla="*/ 113739 h 265789"/>
              <a:gd name="csX44" fmla="*/ 177199 w 226756"/>
              <a:gd name="csY44" fmla="*/ 111344 h 265789"/>
              <a:gd name="csX45" fmla="*/ 162832 w 226756"/>
              <a:gd name="csY45" fmla="*/ 94583 h 265789"/>
              <a:gd name="csX46" fmla="*/ 167621 w 226756"/>
              <a:gd name="csY46" fmla="*/ 92188 h 265789"/>
              <a:gd name="csX47" fmla="*/ 161634 w 226756"/>
              <a:gd name="csY47" fmla="*/ 79019 h 265789"/>
              <a:gd name="csX48" fmla="*/ 155648 w 226756"/>
              <a:gd name="csY48" fmla="*/ 80216 h 265789"/>
              <a:gd name="csX49" fmla="*/ 155648 w 226756"/>
              <a:gd name="csY49" fmla="*/ 70638 h 265789"/>
              <a:gd name="csX50" fmla="*/ 155648 w 226756"/>
              <a:gd name="csY50" fmla="*/ 58665 h 265789"/>
              <a:gd name="csX51" fmla="*/ 148465 w 226756"/>
              <a:gd name="csY51" fmla="*/ 38312 h 265789"/>
              <a:gd name="csX52" fmla="*/ 134098 w 226756"/>
              <a:gd name="csY52" fmla="*/ 7184 h 265789"/>
              <a:gd name="csX53" fmla="*/ 142478 w 226756"/>
              <a:gd name="csY53" fmla="*/ 4789 h 265789"/>
              <a:gd name="csX54" fmla="*/ 148465 w 226756"/>
              <a:gd name="csY54" fmla="*/ 0 h 2657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</a:cxnLst>
            <a:rect l="l" t="t" r="r" b="b"/>
            <a:pathLst>
              <a:path w="226756" h="265789">
                <a:moveTo>
                  <a:pt x="148465" y="0"/>
                </a:moveTo>
                <a:cubicBezTo>
                  <a:pt x="173439" y="47244"/>
                  <a:pt x="197791" y="95134"/>
                  <a:pt x="221497" y="143670"/>
                </a:cubicBezTo>
                <a:cubicBezTo>
                  <a:pt x="226047" y="151141"/>
                  <a:pt x="227651" y="159139"/>
                  <a:pt x="226286" y="167615"/>
                </a:cubicBezTo>
                <a:cubicBezTo>
                  <a:pt x="162281" y="197690"/>
                  <a:pt x="99617" y="230399"/>
                  <a:pt x="38317" y="265790"/>
                </a:cubicBezTo>
                <a:cubicBezTo>
                  <a:pt x="30416" y="259492"/>
                  <a:pt x="23232" y="252309"/>
                  <a:pt x="16767" y="244239"/>
                </a:cubicBezTo>
                <a:cubicBezTo>
                  <a:pt x="19808" y="241893"/>
                  <a:pt x="22993" y="239498"/>
                  <a:pt x="26345" y="237056"/>
                </a:cubicBezTo>
                <a:cubicBezTo>
                  <a:pt x="27949" y="238660"/>
                  <a:pt x="29530" y="240241"/>
                  <a:pt x="31134" y="241845"/>
                </a:cubicBezTo>
                <a:cubicBezTo>
                  <a:pt x="31924" y="241055"/>
                  <a:pt x="32738" y="240241"/>
                  <a:pt x="33528" y="239450"/>
                </a:cubicBezTo>
                <a:cubicBezTo>
                  <a:pt x="30463" y="231932"/>
                  <a:pt x="24477" y="225538"/>
                  <a:pt x="15570" y="220294"/>
                </a:cubicBezTo>
                <a:cubicBezTo>
                  <a:pt x="15234" y="216080"/>
                  <a:pt x="16432" y="212105"/>
                  <a:pt x="19161" y="208322"/>
                </a:cubicBezTo>
                <a:cubicBezTo>
                  <a:pt x="18323" y="205448"/>
                  <a:pt x="17126" y="205448"/>
                  <a:pt x="15570" y="208322"/>
                </a:cubicBezTo>
                <a:cubicBezTo>
                  <a:pt x="14133" y="201043"/>
                  <a:pt x="11355" y="194649"/>
                  <a:pt x="7189" y="189166"/>
                </a:cubicBezTo>
                <a:cubicBezTo>
                  <a:pt x="4794" y="189166"/>
                  <a:pt x="2400" y="189166"/>
                  <a:pt x="5" y="189166"/>
                </a:cubicBezTo>
                <a:cubicBezTo>
                  <a:pt x="-90" y="178654"/>
                  <a:pt x="1107" y="177840"/>
                  <a:pt x="3597" y="186771"/>
                </a:cubicBezTo>
                <a:cubicBezTo>
                  <a:pt x="5130" y="181887"/>
                  <a:pt x="3932" y="177888"/>
                  <a:pt x="5" y="174799"/>
                </a:cubicBezTo>
                <a:cubicBezTo>
                  <a:pt x="2352" y="174057"/>
                  <a:pt x="3932" y="172452"/>
                  <a:pt x="4794" y="170010"/>
                </a:cubicBezTo>
                <a:cubicBezTo>
                  <a:pt x="2951" y="162730"/>
                  <a:pt x="2951" y="155954"/>
                  <a:pt x="4794" y="149657"/>
                </a:cubicBezTo>
                <a:cubicBezTo>
                  <a:pt x="8937" y="152410"/>
                  <a:pt x="13726" y="155188"/>
                  <a:pt x="19161" y="158037"/>
                </a:cubicBezTo>
                <a:cubicBezTo>
                  <a:pt x="22346" y="153607"/>
                  <a:pt x="21556" y="150016"/>
                  <a:pt x="16767" y="147262"/>
                </a:cubicBezTo>
                <a:cubicBezTo>
                  <a:pt x="19425" y="145730"/>
                  <a:pt x="22226" y="144532"/>
                  <a:pt x="25148" y="143670"/>
                </a:cubicBezTo>
                <a:cubicBezTo>
                  <a:pt x="27566" y="144604"/>
                  <a:pt x="28763" y="146208"/>
                  <a:pt x="28739" y="148459"/>
                </a:cubicBezTo>
                <a:cubicBezTo>
                  <a:pt x="31780" y="145921"/>
                  <a:pt x="34582" y="143527"/>
                  <a:pt x="37120" y="141276"/>
                </a:cubicBezTo>
                <a:cubicBezTo>
                  <a:pt x="38102" y="142377"/>
                  <a:pt x="39299" y="143167"/>
                  <a:pt x="40712" y="143670"/>
                </a:cubicBezTo>
                <a:cubicBezTo>
                  <a:pt x="43753" y="138091"/>
                  <a:pt x="48542" y="135289"/>
                  <a:pt x="55079" y="135289"/>
                </a:cubicBezTo>
                <a:cubicBezTo>
                  <a:pt x="53834" y="133949"/>
                  <a:pt x="53020" y="132344"/>
                  <a:pt x="52684" y="130500"/>
                </a:cubicBezTo>
                <a:cubicBezTo>
                  <a:pt x="56276" y="127316"/>
                  <a:pt x="59461" y="123724"/>
                  <a:pt x="62262" y="119725"/>
                </a:cubicBezTo>
                <a:cubicBezTo>
                  <a:pt x="59605" y="116229"/>
                  <a:pt x="60802" y="113835"/>
                  <a:pt x="65854" y="112542"/>
                </a:cubicBezTo>
                <a:cubicBezTo>
                  <a:pt x="67626" y="116660"/>
                  <a:pt x="69614" y="120659"/>
                  <a:pt x="71840" y="124514"/>
                </a:cubicBezTo>
                <a:cubicBezTo>
                  <a:pt x="71386" y="121353"/>
                  <a:pt x="72990" y="118169"/>
                  <a:pt x="76629" y="114936"/>
                </a:cubicBezTo>
                <a:cubicBezTo>
                  <a:pt x="78569" y="119198"/>
                  <a:pt x="81371" y="120779"/>
                  <a:pt x="85010" y="119725"/>
                </a:cubicBezTo>
                <a:cubicBezTo>
                  <a:pt x="94708" y="113763"/>
                  <a:pt x="99880" y="105765"/>
                  <a:pt x="100575" y="95780"/>
                </a:cubicBezTo>
                <a:cubicBezTo>
                  <a:pt x="103663" y="97217"/>
                  <a:pt x="106872" y="98414"/>
                  <a:pt x="110153" y="99372"/>
                </a:cubicBezTo>
                <a:cubicBezTo>
                  <a:pt x="105364" y="104927"/>
                  <a:pt x="106561" y="110123"/>
                  <a:pt x="113744" y="114936"/>
                </a:cubicBezTo>
                <a:cubicBezTo>
                  <a:pt x="120832" y="106148"/>
                  <a:pt x="128399" y="106148"/>
                  <a:pt x="136492" y="114936"/>
                </a:cubicBezTo>
                <a:cubicBezTo>
                  <a:pt x="140371" y="113452"/>
                  <a:pt x="143556" y="111057"/>
                  <a:pt x="146070" y="107753"/>
                </a:cubicBezTo>
                <a:cubicBezTo>
                  <a:pt x="146070" y="104568"/>
                  <a:pt x="146070" y="101359"/>
                  <a:pt x="146070" y="98175"/>
                </a:cubicBezTo>
                <a:cubicBezTo>
                  <a:pt x="149494" y="96427"/>
                  <a:pt x="152296" y="94032"/>
                  <a:pt x="154451" y="90991"/>
                </a:cubicBezTo>
                <a:cubicBezTo>
                  <a:pt x="158665" y="100138"/>
                  <a:pt x="163837" y="108926"/>
                  <a:pt x="170015" y="117331"/>
                </a:cubicBezTo>
                <a:cubicBezTo>
                  <a:pt x="167166" y="119773"/>
                  <a:pt x="164771" y="122575"/>
                  <a:pt x="162832" y="125711"/>
                </a:cubicBezTo>
                <a:cubicBezTo>
                  <a:pt x="168626" y="126406"/>
                  <a:pt x="173032" y="129207"/>
                  <a:pt x="176001" y="134092"/>
                </a:cubicBezTo>
                <a:cubicBezTo>
                  <a:pt x="177606" y="132488"/>
                  <a:pt x="179186" y="130908"/>
                  <a:pt x="180790" y="129303"/>
                </a:cubicBezTo>
                <a:cubicBezTo>
                  <a:pt x="181485" y="132991"/>
                  <a:pt x="183089" y="136199"/>
                  <a:pt x="185579" y="138881"/>
                </a:cubicBezTo>
                <a:cubicBezTo>
                  <a:pt x="185029" y="134116"/>
                  <a:pt x="185412" y="129710"/>
                  <a:pt x="186777" y="125711"/>
                </a:cubicBezTo>
                <a:cubicBezTo>
                  <a:pt x="181222" y="122551"/>
                  <a:pt x="176432" y="118552"/>
                  <a:pt x="172410" y="113739"/>
                </a:cubicBezTo>
                <a:cubicBezTo>
                  <a:pt x="174014" y="112949"/>
                  <a:pt x="175594" y="112135"/>
                  <a:pt x="177199" y="111344"/>
                </a:cubicBezTo>
                <a:cubicBezTo>
                  <a:pt x="172458" y="104065"/>
                  <a:pt x="167669" y="98462"/>
                  <a:pt x="162832" y="94583"/>
                </a:cubicBezTo>
                <a:cubicBezTo>
                  <a:pt x="164436" y="93793"/>
                  <a:pt x="166016" y="92979"/>
                  <a:pt x="167621" y="92188"/>
                </a:cubicBezTo>
                <a:cubicBezTo>
                  <a:pt x="164699" y="88237"/>
                  <a:pt x="162712" y="83856"/>
                  <a:pt x="161634" y="79019"/>
                </a:cubicBezTo>
                <a:cubicBezTo>
                  <a:pt x="160629" y="87854"/>
                  <a:pt x="158617" y="88261"/>
                  <a:pt x="155648" y="80216"/>
                </a:cubicBezTo>
                <a:cubicBezTo>
                  <a:pt x="161539" y="76600"/>
                  <a:pt x="161539" y="73392"/>
                  <a:pt x="155648" y="70638"/>
                </a:cubicBezTo>
                <a:cubicBezTo>
                  <a:pt x="155648" y="66639"/>
                  <a:pt x="155648" y="62664"/>
                  <a:pt x="155648" y="58665"/>
                </a:cubicBezTo>
                <a:cubicBezTo>
                  <a:pt x="148465" y="52033"/>
                  <a:pt x="146070" y="45256"/>
                  <a:pt x="148465" y="38312"/>
                </a:cubicBezTo>
                <a:cubicBezTo>
                  <a:pt x="143316" y="28183"/>
                  <a:pt x="138527" y="17815"/>
                  <a:pt x="134098" y="7184"/>
                </a:cubicBezTo>
                <a:cubicBezTo>
                  <a:pt x="136851" y="431"/>
                  <a:pt x="139653" y="-359"/>
                  <a:pt x="142478" y="4789"/>
                </a:cubicBezTo>
                <a:cubicBezTo>
                  <a:pt x="144179" y="2682"/>
                  <a:pt x="146166" y="1078"/>
                  <a:pt x="148465" y="0"/>
                </a:cubicBezTo>
                <a:close/>
              </a:path>
            </a:pathLst>
          </a:custGeom>
          <a:solidFill>
            <a:srgbClr val="CDDAC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E7DD7AE7-CC54-9036-FFB0-0772F668542B}"/>
              </a:ext>
            </a:extLst>
          </p:cNvPr>
          <p:cNvSpPr/>
          <p:nvPr/>
        </p:nvSpPr>
        <p:spPr>
          <a:xfrm>
            <a:off x="9939455" y="4667434"/>
            <a:ext cx="4808" cy="124514"/>
          </a:xfrm>
          <a:custGeom>
            <a:avLst/>
            <a:gdLst>
              <a:gd name="csX0" fmla="*/ 0 w 4808"/>
              <a:gd name="csY0" fmla="*/ 0 h 124514"/>
              <a:gd name="csX1" fmla="*/ 4789 w 4808"/>
              <a:gd name="csY1" fmla="*/ 79019 h 124514"/>
              <a:gd name="csX2" fmla="*/ 2395 w 4808"/>
              <a:gd name="csY2" fmla="*/ 124514 h 124514"/>
              <a:gd name="csX3" fmla="*/ 0 w 4808"/>
              <a:gd name="csY3" fmla="*/ 0 h 1245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808" h="124514">
                <a:moveTo>
                  <a:pt x="0" y="0"/>
                </a:moveTo>
                <a:cubicBezTo>
                  <a:pt x="3400" y="25861"/>
                  <a:pt x="5004" y="52200"/>
                  <a:pt x="4789" y="79019"/>
                </a:cubicBezTo>
                <a:cubicBezTo>
                  <a:pt x="4789" y="94607"/>
                  <a:pt x="3999" y="109764"/>
                  <a:pt x="2395" y="124514"/>
                </a:cubicBezTo>
                <a:cubicBezTo>
                  <a:pt x="2275" y="82994"/>
                  <a:pt x="1485" y="41497"/>
                  <a:pt x="0" y="0"/>
                </a:cubicBezTo>
                <a:close/>
              </a:path>
            </a:pathLst>
          </a:custGeom>
          <a:solidFill>
            <a:srgbClr val="79857B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BCE936FE-94B0-29DE-FC0B-5A475581B850}"/>
              </a:ext>
            </a:extLst>
          </p:cNvPr>
          <p:cNvSpPr/>
          <p:nvPr/>
        </p:nvSpPr>
        <p:spPr>
          <a:xfrm>
            <a:off x="8998414" y="4754834"/>
            <a:ext cx="371148" cy="374886"/>
          </a:xfrm>
          <a:custGeom>
            <a:avLst/>
            <a:gdLst>
              <a:gd name="csX0" fmla="*/ 222689 w 371148"/>
              <a:gd name="csY0" fmla="*/ 374740 h 374886"/>
              <a:gd name="csX1" fmla="*/ 146065 w 371148"/>
              <a:gd name="csY1" fmla="*/ 355584 h 374886"/>
              <a:gd name="csX2" fmla="*/ 174799 w 371148"/>
              <a:gd name="csY2" fmla="*/ 350795 h 374886"/>
              <a:gd name="csX3" fmla="*/ 167615 w 371148"/>
              <a:gd name="csY3" fmla="*/ 344809 h 374886"/>
              <a:gd name="csX4" fmla="*/ 154446 w 371148"/>
              <a:gd name="csY4" fmla="*/ 343611 h 374886"/>
              <a:gd name="csX5" fmla="*/ 156840 w 371148"/>
              <a:gd name="csY5" fmla="*/ 341217 h 374886"/>
              <a:gd name="csX6" fmla="*/ 165221 w 371148"/>
              <a:gd name="csY6" fmla="*/ 332836 h 374886"/>
              <a:gd name="csX7" fmla="*/ 160432 w 371148"/>
              <a:gd name="csY7" fmla="*/ 330442 h 374886"/>
              <a:gd name="csX8" fmla="*/ 160432 w 371148"/>
              <a:gd name="csY8" fmla="*/ 324455 h 374886"/>
              <a:gd name="csX9" fmla="*/ 142473 w 371148"/>
              <a:gd name="csY9" fmla="*/ 317272 h 374886"/>
              <a:gd name="csX10" fmla="*/ 137684 w 371148"/>
              <a:gd name="csY10" fmla="*/ 324455 h 374886"/>
              <a:gd name="csX11" fmla="*/ 126909 w 371148"/>
              <a:gd name="csY11" fmla="*/ 308891 h 374886"/>
              <a:gd name="csX12" fmla="*/ 118528 w 371148"/>
              <a:gd name="csY12" fmla="*/ 312483 h 374886"/>
              <a:gd name="csX13" fmla="*/ 119725 w 371148"/>
              <a:gd name="csY13" fmla="*/ 304102 h 374886"/>
              <a:gd name="csX14" fmla="*/ 104161 w 371148"/>
              <a:gd name="csY14" fmla="*/ 298116 h 374886"/>
              <a:gd name="csX15" fmla="*/ 93386 w 371148"/>
              <a:gd name="csY15" fmla="*/ 298116 h 374886"/>
              <a:gd name="csX16" fmla="*/ 90991 w 371148"/>
              <a:gd name="csY16" fmla="*/ 293327 h 374886"/>
              <a:gd name="csX17" fmla="*/ 86202 w 371148"/>
              <a:gd name="csY17" fmla="*/ 286143 h 374886"/>
              <a:gd name="csX18" fmla="*/ 79019 w 371148"/>
              <a:gd name="csY18" fmla="*/ 284946 h 374886"/>
              <a:gd name="csX19" fmla="*/ 74230 w 371148"/>
              <a:gd name="csY19" fmla="*/ 290932 h 374886"/>
              <a:gd name="csX20" fmla="*/ 75427 w 371148"/>
              <a:gd name="csY20" fmla="*/ 278960 h 374886"/>
              <a:gd name="csX21" fmla="*/ 64652 w 371148"/>
              <a:gd name="csY21" fmla="*/ 280157 h 374886"/>
              <a:gd name="csX22" fmla="*/ 63454 w 371148"/>
              <a:gd name="csY22" fmla="*/ 274171 h 374886"/>
              <a:gd name="csX23" fmla="*/ 53876 w 371148"/>
              <a:gd name="csY23" fmla="*/ 274171 h 374886"/>
              <a:gd name="csX24" fmla="*/ 37115 w 371148"/>
              <a:gd name="csY24" fmla="*/ 262198 h 374886"/>
              <a:gd name="csX25" fmla="*/ 28734 w 371148"/>
              <a:gd name="csY25" fmla="*/ 249028 h 374886"/>
              <a:gd name="csX26" fmla="*/ 29931 w 371148"/>
              <a:gd name="csY26" fmla="*/ 243042 h 374886"/>
              <a:gd name="csX27" fmla="*/ 25142 w 371148"/>
              <a:gd name="csY27" fmla="*/ 257409 h 374886"/>
              <a:gd name="csX28" fmla="*/ 21551 w 371148"/>
              <a:gd name="csY28" fmla="*/ 257409 h 374886"/>
              <a:gd name="csX29" fmla="*/ 22748 w 371148"/>
              <a:gd name="csY29" fmla="*/ 269382 h 374886"/>
              <a:gd name="csX30" fmla="*/ 17959 w 371148"/>
              <a:gd name="csY30" fmla="*/ 262198 h 374886"/>
              <a:gd name="csX31" fmla="*/ 14367 w 371148"/>
              <a:gd name="csY31" fmla="*/ 266987 h 374886"/>
              <a:gd name="csX32" fmla="*/ 14367 w 371148"/>
              <a:gd name="csY32" fmla="*/ 262198 h 374886"/>
              <a:gd name="csX33" fmla="*/ 0 w 371148"/>
              <a:gd name="csY33" fmla="*/ 257409 h 374886"/>
              <a:gd name="csX34" fmla="*/ 215505 w 371148"/>
              <a:gd name="csY34" fmla="*/ 0 h 374886"/>
              <a:gd name="csX35" fmla="*/ 355584 w 371148"/>
              <a:gd name="csY35" fmla="*/ 140078 h 374886"/>
              <a:gd name="csX36" fmla="*/ 371148 w 371148"/>
              <a:gd name="csY36" fmla="*/ 161629 h 374886"/>
              <a:gd name="csX37" fmla="*/ 355584 w 371148"/>
              <a:gd name="csY37" fmla="*/ 190363 h 374886"/>
              <a:gd name="csX38" fmla="*/ 233464 w 371148"/>
              <a:gd name="csY38" fmla="*/ 372345 h 374886"/>
              <a:gd name="csX39" fmla="*/ 222689 w 371148"/>
              <a:gd name="csY39" fmla="*/ 374740 h 3748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371148" h="374886">
                <a:moveTo>
                  <a:pt x="222689" y="374740"/>
                </a:moveTo>
                <a:cubicBezTo>
                  <a:pt x="196661" y="369831"/>
                  <a:pt x="171135" y="363438"/>
                  <a:pt x="146065" y="355584"/>
                </a:cubicBezTo>
                <a:cubicBezTo>
                  <a:pt x="156170" y="356590"/>
                  <a:pt x="165748" y="355009"/>
                  <a:pt x="174799" y="350795"/>
                </a:cubicBezTo>
                <a:cubicBezTo>
                  <a:pt x="173386" y="347682"/>
                  <a:pt x="170992" y="345695"/>
                  <a:pt x="167615" y="344809"/>
                </a:cubicBezTo>
                <a:cubicBezTo>
                  <a:pt x="162946" y="345120"/>
                  <a:pt x="158564" y="344713"/>
                  <a:pt x="154446" y="343611"/>
                </a:cubicBezTo>
                <a:cubicBezTo>
                  <a:pt x="152985" y="339277"/>
                  <a:pt x="153775" y="338463"/>
                  <a:pt x="156840" y="341217"/>
                </a:cubicBezTo>
                <a:cubicBezTo>
                  <a:pt x="158828" y="337625"/>
                  <a:pt x="161629" y="334824"/>
                  <a:pt x="165221" y="332836"/>
                </a:cubicBezTo>
                <a:cubicBezTo>
                  <a:pt x="163617" y="332046"/>
                  <a:pt x="162036" y="331232"/>
                  <a:pt x="160432" y="330442"/>
                </a:cubicBezTo>
                <a:cubicBezTo>
                  <a:pt x="163162" y="328670"/>
                  <a:pt x="163162" y="326682"/>
                  <a:pt x="160432" y="324455"/>
                </a:cubicBezTo>
                <a:cubicBezTo>
                  <a:pt x="153823" y="323186"/>
                  <a:pt x="147837" y="320792"/>
                  <a:pt x="142473" y="317272"/>
                </a:cubicBezTo>
                <a:cubicBezTo>
                  <a:pt x="140294" y="319259"/>
                  <a:pt x="138690" y="321654"/>
                  <a:pt x="137684" y="324455"/>
                </a:cubicBezTo>
                <a:cubicBezTo>
                  <a:pt x="133661" y="319547"/>
                  <a:pt x="130069" y="314374"/>
                  <a:pt x="126909" y="308891"/>
                </a:cubicBezTo>
                <a:cubicBezTo>
                  <a:pt x="124706" y="309897"/>
                  <a:pt x="121904" y="311094"/>
                  <a:pt x="118528" y="312483"/>
                </a:cubicBezTo>
                <a:cubicBezTo>
                  <a:pt x="111153" y="309873"/>
                  <a:pt x="111536" y="307071"/>
                  <a:pt x="119725" y="304102"/>
                </a:cubicBezTo>
                <a:cubicBezTo>
                  <a:pt x="113619" y="303934"/>
                  <a:pt x="108447" y="301947"/>
                  <a:pt x="104161" y="298116"/>
                </a:cubicBezTo>
                <a:cubicBezTo>
                  <a:pt x="100952" y="307359"/>
                  <a:pt x="97361" y="307359"/>
                  <a:pt x="93386" y="298116"/>
                </a:cubicBezTo>
                <a:cubicBezTo>
                  <a:pt x="96977" y="294763"/>
                  <a:pt x="96187" y="293159"/>
                  <a:pt x="90991" y="293327"/>
                </a:cubicBezTo>
                <a:cubicBezTo>
                  <a:pt x="83568" y="298834"/>
                  <a:pt x="81964" y="296440"/>
                  <a:pt x="86202" y="286143"/>
                </a:cubicBezTo>
                <a:cubicBezTo>
                  <a:pt x="84143" y="283557"/>
                  <a:pt x="81748" y="283150"/>
                  <a:pt x="79019" y="284946"/>
                </a:cubicBezTo>
                <a:cubicBezTo>
                  <a:pt x="81677" y="289280"/>
                  <a:pt x="80072" y="291291"/>
                  <a:pt x="74230" y="290932"/>
                </a:cubicBezTo>
                <a:cubicBezTo>
                  <a:pt x="74972" y="286790"/>
                  <a:pt x="75379" y="282815"/>
                  <a:pt x="75427" y="278960"/>
                </a:cubicBezTo>
                <a:cubicBezTo>
                  <a:pt x="72482" y="284826"/>
                  <a:pt x="68890" y="285209"/>
                  <a:pt x="64652" y="280157"/>
                </a:cubicBezTo>
                <a:cubicBezTo>
                  <a:pt x="67405" y="277978"/>
                  <a:pt x="67022" y="275967"/>
                  <a:pt x="63454" y="274171"/>
                </a:cubicBezTo>
                <a:cubicBezTo>
                  <a:pt x="59839" y="280061"/>
                  <a:pt x="56630" y="280061"/>
                  <a:pt x="53876" y="274171"/>
                </a:cubicBezTo>
                <a:cubicBezTo>
                  <a:pt x="47651" y="272902"/>
                  <a:pt x="42048" y="268903"/>
                  <a:pt x="37115" y="262198"/>
                </a:cubicBezTo>
                <a:cubicBezTo>
                  <a:pt x="35247" y="257218"/>
                  <a:pt x="32469" y="252812"/>
                  <a:pt x="28734" y="249028"/>
                </a:cubicBezTo>
                <a:cubicBezTo>
                  <a:pt x="31009" y="247304"/>
                  <a:pt x="31416" y="245317"/>
                  <a:pt x="29931" y="243042"/>
                </a:cubicBezTo>
                <a:cubicBezTo>
                  <a:pt x="25286" y="247400"/>
                  <a:pt x="23682" y="252189"/>
                  <a:pt x="25142" y="257409"/>
                </a:cubicBezTo>
                <a:cubicBezTo>
                  <a:pt x="23586" y="254536"/>
                  <a:pt x="22389" y="254536"/>
                  <a:pt x="21551" y="257409"/>
                </a:cubicBezTo>
                <a:cubicBezTo>
                  <a:pt x="23897" y="261240"/>
                  <a:pt x="24304" y="265215"/>
                  <a:pt x="22748" y="269382"/>
                </a:cubicBezTo>
                <a:cubicBezTo>
                  <a:pt x="20569" y="267394"/>
                  <a:pt x="18964" y="265000"/>
                  <a:pt x="17959" y="262198"/>
                </a:cubicBezTo>
                <a:cubicBezTo>
                  <a:pt x="17216" y="264138"/>
                  <a:pt x="16019" y="265718"/>
                  <a:pt x="14367" y="266987"/>
                </a:cubicBezTo>
                <a:cubicBezTo>
                  <a:pt x="11949" y="265934"/>
                  <a:pt x="11949" y="264353"/>
                  <a:pt x="14367" y="262198"/>
                </a:cubicBezTo>
                <a:cubicBezTo>
                  <a:pt x="10057" y="259157"/>
                  <a:pt x="5268" y="257577"/>
                  <a:pt x="0" y="257409"/>
                </a:cubicBezTo>
                <a:cubicBezTo>
                  <a:pt x="69465" y="168908"/>
                  <a:pt x="141300" y="83113"/>
                  <a:pt x="215505" y="0"/>
                </a:cubicBezTo>
                <a:cubicBezTo>
                  <a:pt x="261432" y="47603"/>
                  <a:pt x="308125" y="94296"/>
                  <a:pt x="355584" y="140078"/>
                </a:cubicBezTo>
                <a:cubicBezTo>
                  <a:pt x="361307" y="146999"/>
                  <a:pt x="366503" y="154182"/>
                  <a:pt x="371148" y="161629"/>
                </a:cubicBezTo>
                <a:cubicBezTo>
                  <a:pt x="366599" y="171494"/>
                  <a:pt x="361427" y="181072"/>
                  <a:pt x="355584" y="190363"/>
                </a:cubicBezTo>
                <a:cubicBezTo>
                  <a:pt x="312507" y="249364"/>
                  <a:pt x="271800" y="310040"/>
                  <a:pt x="233464" y="372345"/>
                </a:cubicBezTo>
                <a:cubicBezTo>
                  <a:pt x="230208" y="374453"/>
                  <a:pt x="226616" y="375243"/>
                  <a:pt x="222689" y="374740"/>
                </a:cubicBezTo>
                <a:close/>
              </a:path>
            </a:pathLst>
          </a:custGeom>
          <a:solidFill>
            <a:srgbClr val="CDD9CD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12705002-E612-871A-EB8C-4F7EFB8EB99C}"/>
              </a:ext>
            </a:extLst>
          </p:cNvPr>
          <p:cNvSpPr/>
          <p:nvPr/>
        </p:nvSpPr>
        <p:spPr>
          <a:xfrm>
            <a:off x="8660790" y="4799104"/>
            <a:ext cx="43101" cy="4817"/>
          </a:xfrm>
          <a:custGeom>
            <a:avLst/>
            <a:gdLst>
              <a:gd name="csX0" fmla="*/ 43101 w 43101"/>
              <a:gd name="csY0" fmla="*/ 28 h 4817"/>
              <a:gd name="csX1" fmla="*/ 26340 w 43101"/>
              <a:gd name="csY1" fmla="*/ 4817 h 4817"/>
              <a:gd name="csX2" fmla="*/ 0 w 43101"/>
              <a:gd name="csY2" fmla="*/ 4817 h 4817"/>
              <a:gd name="csX3" fmla="*/ 43101 w 43101"/>
              <a:gd name="csY3" fmla="*/ 28 h 48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3101" h="4817">
                <a:moveTo>
                  <a:pt x="43101" y="28"/>
                </a:moveTo>
                <a:cubicBezTo>
                  <a:pt x="37522" y="1633"/>
                  <a:pt x="31919" y="3213"/>
                  <a:pt x="26340" y="4817"/>
                </a:cubicBezTo>
                <a:cubicBezTo>
                  <a:pt x="17552" y="4817"/>
                  <a:pt x="8788" y="4817"/>
                  <a:pt x="0" y="4817"/>
                </a:cubicBezTo>
                <a:cubicBezTo>
                  <a:pt x="13816" y="1345"/>
                  <a:pt x="28183" y="-235"/>
                  <a:pt x="43101" y="28"/>
                </a:cubicBezTo>
                <a:close/>
              </a:path>
            </a:pathLst>
          </a:custGeom>
          <a:solidFill>
            <a:srgbClr val="60635D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85B66786-91DD-3921-702A-AA9C5969839E}"/>
              </a:ext>
            </a:extLst>
          </p:cNvPr>
          <p:cNvSpPr/>
          <p:nvPr/>
        </p:nvSpPr>
        <p:spPr>
          <a:xfrm>
            <a:off x="8512331" y="4806316"/>
            <a:ext cx="110147" cy="9578"/>
          </a:xfrm>
          <a:custGeom>
            <a:avLst/>
            <a:gdLst>
              <a:gd name="csX0" fmla="*/ 110147 w 110147"/>
              <a:gd name="csY0" fmla="*/ 0 h 9578"/>
              <a:gd name="csX1" fmla="*/ 0 w 110147"/>
              <a:gd name="csY1" fmla="*/ 9578 h 9578"/>
              <a:gd name="csX2" fmla="*/ 28734 w 110147"/>
              <a:gd name="csY2" fmla="*/ 4789 h 9578"/>
              <a:gd name="csX3" fmla="*/ 110147 w 110147"/>
              <a:gd name="csY3" fmla="*/ 0 h 9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0147" h="9578">
                <a:moveTo>
                  <a:pt x="110147" y="0"/>
                </a:moveTo>
                <a:cubicBezTo>
                  <a:pt x="73990" y="5388"/>
                  <a:pt x="37282" y="8596"/>
                  <a:pt x="0" y="9578"/>
                </a:cubicBezTo>
                <a:cubicBezTo>
                  <a:pt x="9147" y="7231"/>
                  <a:pt x="18725" y="5627"/>
                  <a:pt x="28734" y="4789"/>
                </a:cubicBezTo>
                <a:cubicBezTo>
                  <a:pt x="55864" y="3185"/>
                  <a:pt x="83017" y="1604"/>
                  <a:pt x="110147" y="0"/>
                </a:cubicBezTo>
                <a:close/>
              </a:path>
            </a:pathLst>
          </a:custGeom>
          <a:solidFill>
            <a:srgbClr val="464944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37CF0E55-29C5-62FA-2163-0E525BFBA7C0}"/>
              </a:ext>
            </a:extLst>
          </p:cNvPr>
          <p:cNvSpPr/>
          <p:nvPr/>
        </p:nvSpPr>
        <p:spPr>
          <a:xfrm>
            <a:off x="8718257" y="4806311"/>
            <a:ext cx="64651" cy="7187"/>
          </a:xfrm>
          <a:custGeom>
            <a:avLst/>
            <a:gdLst>
              <a:gd name="csX0" fmla="*/ 64652 w 64651"/>
              <a:gd name="csY0" fmla="*/ 4 h 7187"/>
              <a:gd name="csX1" fmla="*/ 0 w 64651"/>
              <a:gd name="csY1" fmla="*/ 7188 h 7187"/>
              <a:gd name="csX2" fmla="*/ 64652 w 64651"/>
              <a:gd name="csY2" fmla="*/ 4 h 71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4651" h="7187">
                <a:moveTo>
                  <a:pt x="64652" y="4"/>
                </a:moveTo>
                <a:cubicBezTo>
                  <a:pt x="43580" y="3740"/>
                  <a:pt x="22029" y="6134"/>
                  <a:pt x="0" y="7188"/>
                </a:cubicBezTo>
                <a:cubicBezTo>
                  <a:pt x="20952" y="2279"/>
                  <a:pt x="42502" y="-115"/>
                  <a:pt x="64652" y="4"/>
                </a:cubicBezTo>
                <a:close/>
              </a:path>
            </a:pathLst>
          </a:custGeom>
          <a:solidFill>
            <a:srgbClr val="7E857F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B6CF15F0-6E1E-6FD3-D6D7-5CBB0D0436B0}"/>
              </a:ext>
            </a:extLst>
          </p:cNvPr>
          <p:cNvSpPr/>
          <p:nvPr/>
        </p:nvSpPr>
        <p:spPr>
          <a:xfrm>
            <a:off x="9225892" y="4660251"/>
            <a:ext cx="162826" cy="225083"/>
          </a:xfrm>
          <a:custGeom>
            <a:avLst/>
            <a:gdLst>
              <a:gd name="csX0" fmla="*/ 119725 w 162826"/>
              <a:gd name="csY0" fmla="*/ 155643 h 225083"/>
              <a:gd name="csX1" fmla="*/ 123317 w 162826"/>
              <a:gd name="csY1" fmla="*/ 167615 h 225083"/>
              <a:gd name="csX2" fmla="*/ 119725 w 162826"/>
              <a:gd name="csY2" fmla="*/ 170010 h 225083"/>
              <a:gd name="csX3" fmla="*/ 126909 w 162826"/>
              <a:gd name="csY3" fmla="*/ 170010 h 225083"/>
              <a:gd name="csX4" fmla="*/ 135290 w 162826"/>
              <a:gd name="csY4" fmla="*/ 189166 h 225083"/>
              <a:gd name="csX5" fmla="*/ 138881 w 162826"/>
              <a:gd name="csY5" fmla="*/ 189166 h 225083"/>
              <a:gd name="csX6" fmla="*/ 135290 w 162826"/>
              <a:gd name="csY6" fmla="*/ 201138 h 225083"/>
              <a:gd name="csX7" fmla="*/ 153248 w 162826"/>
              <a:gd name="csY7" fmla="*/ 220294 h 225083"/>
              <a:gd name="csX8" fmla="*/ 150854 w 162826"/>
              <a:gd name="csY8" fmla="*/ 222689 h 225083"/>
              <a:gd name="csX9" fmla="*/ 146065 w 162826"/>
              <a:gd name="csY9" fmla="*/ 217900 h 225083"/>
              <a:gd name="csX10" fmla="*/ 136487 w 162826"/>
              <a:gd name="csY10" fmla="*/ 225083 h 225083"/>
              <a:gd name="csX11" fmla="*/ 8381 w 162826"/>
              <a:gd name="csY11" fmla="*/ 98175 h 225083"/>
              <a:gd name="csX12" fmla="*/ 0 w 162826"/>
              <a:gd name="csY12" fmla="*/ 83808 h 225083"/>
              <a:gd name="csX13" fmla="*/ 69441 w 162826"/>
              <a:gd name="csY13" fmla="*/ 22748 h 225083"/>
              <a:gd name="csX14" fmla="*/ 98175 w 162826"/>
              <a:gd name="csY14" fmla="*/ 7184 h 225083"/>
              <a:gd name="csX15" fmla="*/ 95780 w 162826"/>
              <a:gd name="csY15" fmla="*/ 13170 h 225083"/>
              <a:gd name="csX16" fmla="*/ 90991 w 162826"/>
              <a:gd name="csY16" fmla="*/ 29931 h 225083"/>
              <a:gd name="csX17" fmla="*/ 93386 w 162826"/>
              <a:gd name="csY17" fmla="*/ 33523 h 225083"/>
              <a:gd name="csX18" fmla="*/ 74230 w 162826"/>
              <a:gd name="csY18" fmla="*/ 45496 h 225083"/>
              <a:gd name="csX19" fmla="*/ 70638 w 162826"/>
              <a:gd name="csY19" fmla="*/ 57468 h 225083"/>
              <a:gd name="csX20" fmla="*/ 65849 w 162826"/>
              <a:gd name="csY20" fmla="*/ 52679 h 225083"/>
              <a:gd name="csX21" fmla="*/ 68243 w 162826"/>
              <a:gd name="csY21" fmla="*/ 64652 h 225083"/>
              <a:gd name="csX22" fmla="*/ 56271 w 162826"/>
              <a:gd name="csY22" fmla="*/ 81413 h 225083"/>
              <a:gd name="csX23" fmla="*/ 47890 w 162826"/>
              <a:gd name="csY23" fmla="*/ 86202 h 225083"/>
              <a:gd name="csX24" fmla="*/ 55074 w 162826"/>
              <a:gd name="csY24" fmla="*/ 110147 h 225083"/>
              <a:gd name="csX25" fmla="*/ 69441 w 162826"/>
              <a:gd name="csY25" fmla="*/ 113739 h 225083"/>
              <a:gd name="csX26" fmla="*/ 68243 w 162826"/>
              <a:gd name="csY26" fmla="*/ 131698 h 225083"/>
              <a:gd name="csX27" fmla="*/ 71835 w 162826"/>
              <a:gd name="csY27" fmla="*/ 126909 h 225083"/>
              <a:gd name="csX28" fmla="*/ 74230 w 162826"/>
              <a:gd name="csY28" fmla="*/ 132895 h 225083"/>
              <a:gd name="csX29" fmla="*/ 83808 w 162826"/>
              <a:gd name="csY29" fmla="*/ 137684 h 225083"/>
              <a:gd name="csX30" fmla="*/ 81413 w 162826"/>
              <a:gd name="csY30" fmla="*/ 140078 h 225083"/>
              <a:gd name="csX31" fmla="*/ 93386 w 162826"/>
              <a:gd name="csY31" fmla="*/ 154446 h 225083"/>
              <a:gd name="csX32" fmla="*/ 90991 w 162826"/>
              <a:gd name="csY32" fmla="*/ 156840 h 225083"/>
              <a:gd name="csX33" fmla="*/ 99372 w 162826"/>
              <a:gd name="csY33" fmla="*/ 160432 h 225083"/>
              <a:gd name="csX34" fmla="*/ 104161 w 162826"/>
              <a:gd name="csY34" fmla="*/ 170010 h 225083"/>
              <a:gd name="csX35" fmla="*/ 110147 w 162826"/>
              <a:gd name="csY35" fmla="*/ 159235 h 225083"/>
              <a:gd name="csX36" fmla="*/ 102964 w 162826"/>
              <a:gd name="csY36" fmla="*/ 155643 h 225083"/>
              <a:gd name="csX37" fmla="*/ 102964 w 162826"/>
              <a:gd name="csY37" fmla="*/ 150854 h 225083"/>
              <a:gd name="csX38" fmla="*/ 99372 w 162826"/>
              <a:gd name="csY38" fmla="*/ 158037 h 225083"/>
              <a:gd name="csX39" fmla="*/ 93386 w 162826"/>
              <a:gd name="csY39" fmla="*/ 146065 h 225083"/>
              <a:gd name="csX40" fmla="*/ 95780 w 162826"/>
              <a:gd name="csY40" fmla="*/ 142473 h 225083"/>
              <a:gd name="csX41" fmla="*/ 82610 w 162826"/>
              <a:gd name="csY41" fmla="*/ 126909 h 225083"/>
              <a:gd name="csX42" fmla="*/ 80216 w 162826"/>
              <a:gd name="csY42" fmla="*/ 129303 h 225083"/>
              <a:gd name="csX43" fmla="*/ 81413 w 162826"/>
              <a:gd name="csY43" fmla="*/ 120922 h 225083"/>
              <a:gd name="csX44" fmla="*/ 81413 w 162826"/>
              <a:gd name="csY44" fmla="*/ 116133 h 225083"/>
              <a:gd name="csX45" fmla="*/ 82610 w 162826"/>
              <a:gd name="csY45" fmla="*/ 102964 h 225083"/>
              <a:gd name="csX46" fmla="*/ 85005 w 162826"/>
              <a:gd name="csY46" fmla="*/ 107753 h 225083"/>
              <a:gd name="csX47" fmla="*/ 76624 w 162826"/>
              <a:gd name="csY47" fmla="*/ 105358 h 225083"/>
              <a:gd name="csX48" fmla="*/ 71835 w 162826"/>
              <a:gd name="csY48" fmla="*/ 94583 h 225083"/>
              <a:gd name="csX49" fmla="*/ 83808 w 162826"/>
              <a:gd name="csY49" fmla="*/ 75427 h 225083"/>
              <a:gd name="csX50" fmla="*/ 76624 w 162826"/>
              <a:gd name="csY50" fmla="*/ 71835 h 225083"/>
              <a:gd name="csX51" fmla="*/ 88597 w 162826"/>
              <a:gd name="csY51" fmla="*/ 70638 h 225083"/>
              <a:gd name="csX52" fmla="*/ 90991 w 162826"/>
              <a:gd name="csY52" fmla="*/ 58665 h 225083"/>
              <a:gd name="csX53" fmla="*/ 88597 w 162826"/>
              <a:gd name="csY53" fmla="*/ 55074 h 225083"/>
              <a:gd name="csX54" fmla="*/ 95780 w 162826"/>
              <a:gd name="csY54" fmla="*/ 45496 h 225083"/>
              <a:gd name="csX55" fmla="*/ 108950 w 162826"/>
              <a:gd name="csY55" fmla="*/ 50285 h 225083"/>
              <a:gd name="csX56" fmla="*/ 98175 w 162826"/>
              <a:gd name="csY56" fmla="*/ 37115 h 225083"/>
              <a:gd name="csX57" fmla="*/ 113739 w 162826"/>
              <a:gd name="csY57" fmla="*/ 31129 h 225083"/>
              <a:gd name="csX58" fmla="*/ 116133 w 162826"/>
              <a:gd name="csY58" fmla="*/ 35918 h 225083"/>
              <a:gd name="csX59" fmla="*/ 126909 w 162826"/>
              <a:gd name="csY59" fmla="*/ 28734 h 225083"/>
              <a:gd name="csX60" fmla="*/ 128106 w 162826"/>
              <a:gd name="csY60" fmla="*/ 21551 h 225083"/>
              <a:gd name="csX61" fmla="*/ 150854 w 162826"/>
              <a:gd name="csY61" fmla="*/ 0 h 225083"/>
              <a:gd name="csX62" fmla="*/ 155643 w 162826"/>
              <a:gd name="csY62" fmla="*/ 3592 h 225083"/>
              <a:gd name="csX63" fmla="*/ 148459 w 162826"/>
              <a:gd name="csY63" fmla="*/ 10775 h 225083"/>
              <a:gd name="csX64" fmla="*/ 153248 w 162826"/>
              <a:gd name="csY64" fmla="*/ 25142 h 225083"/>
              <a:gd name="csX65" fmla="*/ 138881 w 162826"/>
              <a:gd name="csY65" fmla="*/ 32326 h 225083"/>
              <a:gd name="csX66" fmla="*/ 142473 w 162826"/>
              <a:gd name="csY66" fmla="*/ 38312 h 225083"/>
              <a:gd name="csX67" fmla="*/ 147262 w 162826"/>
              <a:gd name="csY67" fmla="*/ 35918 h 225083"/>
              <a:gd name="csX68" fmla="*/ 160432 w 162826"/>
              <a:gd name="csY68" fmla="*/ 32326 h 225083"/>
              <a:gd name="csX69" fmla="*/ 158037 w 162826"/>
              <a:gd name="csY69" fmla="*/ 34720 h 225083"/>
              <a:gd name="csX70" fmla="*/ 159235 w 162826"/>
              <a:gd name="csY70" fmla="*/ 40707 h 225083"/>
              <a:gd name="csX71" fmla="*/ 146065 w 162826"/>
              <a:gd name="csY71" fmla="*/ 40707 h 225083"/>
              <a:gd name="csX72" fmla="*/ 162826 w 162826"/>
              <a:gd name="csY72" fmla="*/ 51482 h 225083"/>
              <a:gd name="csX73" fmla="*/ 159235 w 162826"/>
              <a:gd name="csY73" fmla="*/ 62257 h 225083"/>
              <a:gd name="csX74" fmla="*/ 153248 w 162826"/>
              <a:gd name="csY74" fmla="*/ 59863 h 225083"/>
              <a:gd name="csX75" fmla="*/ 150854 w 162826"/>
              <a:gd name="csY75" fmla="*/ 70638 h 225083"/>
              <a:gd name="csX76" fmla="*/ 162826 w 162826"/>
              <a:gd name="csY76" fmla="*/ 73032 h 225083"/>
              <a:gd name="csX77" fmla="*/ 148459 w 162826"/>
              <a:gd name="csY77" fmla="*/ 80216 h 225083"/>
              <a:gd name="csX78" fmla="*/ 148459 w 162826"/>
              <a:gd name="csY78" fmla="*/ 90991 h 225083"/>
              <a:gd name="csX79" fmla="*/ 143670 w 162826"/>
              <a:gd name="csY79" fmla="*/ 94583 h 225083"/>
              <a:gd name="csX80" fmla="*/ 136487 w 162826"/>
              <a:gd name="csY80" fmla="*/ 96977 h 225083"/>
              <a:gd name="csX81" fmla="*/ 134092 w 162826"/>
              <a:gd name="csY81" fmla="*/ 101766 h 225083"/>
              <a:gd name="csX82" fmla="*/ 132895 w 162826"/>
              <a:gd name="csY82" fmla="*/ 105358 h 225083"/>
              <a:gd name="csX83" fmla="*/ 124514 w 162826"/>
              <a:gd name="csY83" fmla="*/ 111344 h 225083"/>
              <a:gd name="csX84" fmla="*/ 129303 w 162826"/>
              <a:gd name="csY84" fmla="*/ 113739 h 225083"/>
              <a:gd name="csX85" fmla="*/ 118528 w 162826"/>
              <a:gd name="csY85" fmla="*/ 129303 h 225083"/>
              <a:gd name="csX86" fmla="*/ 107753 w 162826"/>
              <a:gd name="csY86" fmla="*/ 125711 h 225083"/>
              <a:gd name="csX87" fmla="*/ 105358 w 162826"/>
              <a:gd name="csY87" fmla="*/ 137684 h 225083"/>
              <a:gd name="csX88" fmla="*/ 119725 w 162826"/>
              <a:gd name="csY88" fmla="*/ 146065 h 225083"/>
              <a:gd name="csX89" fmla="*/ 112542 w 162826"/>
              <a:gd name="csY89" fmla="*/ 147262 h 225083"/>
              <a:gd name="csX90" fmla="*/ 119725 w 162826"/>
              <a:gd name="csY90" fmla="*/ 155643 h 2250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162826" h="225083">
                <a:moveTo>
                  <a:pt x="119725" y="155643"/>
                </a:moveTo>
                <a:cubicBezTo>
                  <a:pt x="123652" y="158732"/>
                  <a:pt x="124850" y="162730"/>
                  <a:pt x="123317" y="167615"/>
                </a:cubicBezTo>
                <a:cubicBezTo>
                  <a:pt x="120827" y="158684"/>
                  <a:pt x="119630" y="159498"/>
                  <a:pt x="119725" y="170010"/>
                </a:cubicBezTo>
                <a:cubicBezTo>
                  <a:pt x="122120" y="170010"/>
                  <a:pt x="124514" y="170010"/>
                  <a:pt x="126909" y="170010"/>
                </a:cubicBezTo>
                <a:cubicBezTo>
                  <a:pt x="131075" y="175493"/>
                  <a:pt x="133853" y="181887"/>
                  <a:pt x="135290" y="189166"/>
                </a:cubicBezTo>
                <a:cubicBezTo>
                  <a:pt x="136846" y="186292"/>
                  <a:pt x="138043" y="186292"/>
                  <a:pt x="138881" y="189166"/>
                </a:cubicBezTo>
                <a:cubicBezTo>
                  <a:pt x="136152" y="192949"/>
                  <a:pt x="134954" y="196924"/>
                  <a:pt x="135290" y="201138"/>
                </a:cubicBezTo>
                <a:cubicBezTo>
                  <a:pt x="144197" y="206382"/>
                  <a:pt x="150183" y="212776"/>
                  <a:pt x="153248" y="220294"/>
                </a:cubicBezTo>
                <a:cubicBezTo>
                  <a:pt x="152458" y="221085"/>
                  <a:pt x="151644" y="221899"/>
                  <a:pt x="150854" y="222689"/>
                </a:cubicBezTo>
                <a:cubicBezTo>
                  <a:pt x="149250" y="221085"/>
                  <a:pt x="147669" y="219504"/>
                  <a:pt x="146065" y="217900"/>
                </a:cubicBezTo>
                <a:cubicBezTo>
                  <a:pt x="142713" y="220342"/>
                  <a:pt x="139528" y="222737"/>
                  <a:pt x="136487" y="225083"/>
                </a:cubicBezTo>
                <a:cubicBezTo>
                  <a:pt x="93458" y="183275"/>
                  <a:pt x="50764" y="140964"/>
                  <a:pt x="8381" y="98175"/>
                </a:cubicBezTo>
                <a:cubicBezTo>
                  <a:pt x="5028" y="93649"/>
                  <a:pt x="2227" y="88860"/>
                  <a:pt x="0" y="83808"/>
                </a:cubicBezTo>
                <a:cubicBezTo>
                  <a:pt x="22676" y="63143"/>
                  <a:pt x="45807" y="42790"/>
                  <a:pt x="69441" y="22748"/>
                </a:cubicBezTo>
                <a:cubicBezTo>
                  <a:pt x="78205" y="15971"/>
                  <a:pt x="87783" y="10799"/>
                  <a:pt x="98175" y="7184"/>
                </a:cubicBezTo>
                <a:cubicBezTo>
                  <a:pt x="101024" y="9746"/>
                  <a:pt x="100234" y="11733"/>
                  <a:pt x="95780" y="13170"/>
                </a:cubicBezTo>
                <a:cubicBezTo>
                  <a:pt x="101383" y="19898"/>
                  <a:pt x="99779" y="25478"/>
                  <a:pt x="90991" y="29931"/>
                </a:cubicBezTo>
                <a:cubicBezTo>
                  <a:pt x="92093" y="30913"/>
                  <a:pt x="92883" y="32110"/>
                  <a:pt x="93386" y="33523"/>
                </a:cubicBezTo>
                <a:cubicBezTo>
                  <a:pt x="87639" y="38456"/>
                  <a:pt x="81246" y="42455"/>
                  <a:pt x="74230" y="45496"/>
                </a:cubicBezTo>
                <a:cubicBezTo>
                  <a:pt x="72673" y="49375"/>
                  <a:pt x="71476" y="53350"/>
                  <a:pt x="70638" y="57468"/>
                </a:cubicBezTo>
                <a:cubicBezTo>
                  <a:pt x="69034" y="55864"/>
                  <a:pt x="67453" y="54283"/>
                  <a:pt x="65849" y="52679"/>
                </a:cubicBezTo>
                <a:cubicBezTo>
                  <a:pt x="64436" y="59168"/>
                  <a:pt x="65250" y="63167"/>
                  <a:pt x="68243" y="64652"/>
                </a:cubicBezTo>
                <a:cubicBezTo>
                  <a:pt x="63335" y="69560"/>
                  <a:pt x="59336" y="75164"/>
                  <a:pt x="56271" y="81413"/>
                </a:cubicBezTo>
                <a:cubicBezTo>
                  <a:pt x="51889" y="78851"/>
                  <a:pt x="49111" y="80455"/>
                  <a:pt x="47890" y="86202"/>
                </a:cubicBezTo>
                <a:cubicBezTo>
                  <a:pt x="48417" y="96067"/>
                  <a:pt x="50811" y="104041"/>
                  <a:pt x="55074" y="110147"/>
                </a:cubicBezTo>
                <a:cubicBezTo>
                  <a:pt x="60006" y="110602"/>
                  <a:pt x="64795" y="111799"/>
                  <a:pt x="69441" y="113739"/>
                </a:cubicBezTo>
                <a:cubicBezTo>
                  <a:pt x="68483" y="119174"/>
                  <a:pt x="68076" y="125161"/>
                  <a:pt x="68243" y="131698"/>
                </a:cubicBezTo>
                <a:cubicBezTo>
                  <a:pt x="68986" y="129758"/>
                  <a:pt x="70183" y="128178"/>
                  <a:pt x="71835" y="126909"/>
                </a:cubicBezTo>
                <a:cubicBezTo>
                  <a:pt x="72410" y="128705"/>
                  <a:pt x="73200" y="130692"/>
                  <a:pt x="74230" y="132895"/>
                </a:cubicBezTo>
                <a:cubicBezTo>
                  <a:pt x="77414" y="134499"/>
                  <a:pt x="80623" y="136080"/>
                  <a:pt x="83808" y="137684"/>
                </a:cubicBezTo>
                <a:cubicBezTo>
                  <a:pt x="83018" y="138474"/>
                  <a:pt x="82203" y="139288"/>
                  <a:pt x="81413" y="140078"/>
                </a:cubicBezTo>
                <a:cubicBezTo>
                  <a:pt x="82610" y="147310"/>
                  <a:pt x="86609" y="152099"/>
                  <a:pt x="93386" y="154446"/>
                </a:cubicBezTo>
                <a:cubicBezTo>
                  <a:pt x="92596" y="155236"/>
                  <a:pt x="91781" y="156050"/>
                  <a:pt x="90991" y="156840"/>
                </a:cubicBezTo>
                <a:cubicBezTo>
                  <a:pt x="93314" y="161054"/>
                  <a:pt x="96115" y="162252"/>
                  <a:pt x="99372" y="160432"/>
                </a:cubicBezTo>
                <a:cubicBezTo>
                  <a:pt x="100066" y="164119"/>
                  <a:pt x="101671" y="167328"/>
                  <a:pt x="104161" y="170010"/>
                </a:cubicBezTo>
                <a:cubicBezTo>
                  <a:pt x="104640" y="165460"/>
                  <a:pt x="106627" y="161868"/>
                  <a:pt x="110147" y="159235"/>
                </a:cubicBezTo>
                <a:cubicBezTo>
                  <a:pt x="107465" y="158636"/>
                  <a:pt x="105071" y="157439"/>
                  <a:pt x="102964" y="155643"/>
                </a:cubicBezTo>
                <a:cubicBezTo>
                  <a:pt x="105382" y="153488"/>
                  <a:pt x="105382" y="151907"/>
                  <a:pt x="102964" y="150854"/>
                </a:cubicBezTo>
                <a:cubicBezTo>
                  <a:pt x="101168" y="152961"/>
                  <a:pt x="99971" y="155355"/>
                  <a:pt x="99372" y="158037"/>
                </a:cubicBezTo>
                <a:cubicBezTo>
                  <a:pt x="98654" y="153392"/>
                  <a:pt x="96642" y="149393"/>
                  <a:pt x="93386" y="146065"/>
                </a:cubicBezTo>
                <a:cubicBezTo>
                  <a:pt x="93889" y="144652"/>
                  <a:pt x="94679" y="143455"/>
                  <a:pt x="95780" y="142473"/>
                </a:cubicBezTo>
                <a:cubicBezTo>
                  <a:pt x="88884" y="139480"/>
                  <a:pt x="84502" y="134284"/>
                  <a:pt x="82610" y="126909"/>
                </a:cubicBezTo>
                <a:cubicBezTo>
                  <a:pt x="81820" y="127699"/>
                  <a:pt x="81006" y="128513"/>
                  <a:pt x="80216" y="129303"/>
                </a:cubicBezTo>
                <a:cubicBezTo>
                  <a:pt x="78588" y="126238"/>
                  <a:pt x="78971" y="123437"/>
                  <a:pt x="81413" y="120922"/>
                </a:cubicBezTo>
                <a:cubicBezTo>
                  <a:pt x="75020" y="119318"/>
                  <a:pt x="75020" y="117738"/>
                  <a:pt x="81413" y="116133"/>
                </a:cubicBezTo>
                <a:cubicBezTo>
                  <a:pt x="76385" y="111991"/>
                  <a:pt x="76768" y="107609"/>
                  <a:pt x="82610" y="102964"/>
                </a:cubicBezTo>
                <a:cubicBezTo>
                  <a:pt x="83401" y="104568"/>
                  <a:pt x="84215" y="106148"/>
                  <a:pt x="85005" y="107753"/>
                </a:cubicBezTo>
                <a:cubicBezTo>
                  <a:pt x="92548" y="83017"/>
                  <a:pt x="89746" y="82203"/>
                  <a:pt x="76624" y="105358"/>
                </a:cubicBezTo>
                <a:cubicBezTo>
                  <a:pt x="76624" y="102078"/>
                  <a:pt x="75020" y="98486"/>
                  <a:pt x="71835" y="94583"/>
                </a:cubicBezTo>
                <a:cubicBezTo>
                  <a:pt x="73679" y="87902"/>
                  <a:pt x="77654" y="81509"/>
                  <a:pt x="83808" y="75427"/>
                </a:cubicBezTo>
                <a:cubicBezTo>
                  <a:pt x="81485" y="72553"/>
                  <a:pt x="79091" y="71356"/>
                  <a:pt x="76624" y="71835"/>
                </a:cubicBezTo>
                <a:cubicBezTo>
                  <a:pt x="80479" y="70063"/>
                  <a:pt x="84454" y="69656"/>
                  <a:pt x="88597" y="70638"/>
                </a:cubicBezTo>
                <a:cubicBezTo>
                  <a:pt x="82012" y="65394"/>
                  <a:pt x="82802" y="61395"/>
                  <a:pt x="90991" y="58665"/>
                </a:cubicBezTo>
                <a:cubicBezTo>
                  <a:pt x="89890" y="57684"/>
                  <a:pt x="89100" y="56486"/>
                  <a:pt x="88597" y="55074"/>
                </a:cubicBezTo>
                <a:cubicBezTo>
                  <a:pt x="91901" y="52559"/>
                  <a:pt x="94296" y="49375"/>
                  <a:pt x="95780" y="45496"/>
                </a:cubicBezTo>
                <a:cubicBezTo>
                  <a:pt x="101551" y="42574"/>
                  <a:pt x="105933" y="44155"/>
                  <a:pt x="108950" y="50285"/>
                </a:cubicBezTo>
                <a:cubicBezTo>
                  <a:pt x="109692" y="42646"/>
                  <a:pt x="106101" y="38264"/>
                  <a:pt x="98175" y="37115"/>
                </a:cubicBezTo>
                <a:cubicBezTo>
                  <a:pt x="103898" y="36396"/>
                  <a:pt x="109094" y="34385"/>
                  <a:pt x="113739" y="31129"/>
                </a:cubicBezTo>
                <a:cubicBezTo>
                  <a:pt x="114529" y="32733"/>
                  <a:pt x="115343" y="34313"/>
                  <a:pt x="116133" y="35918"/>
                </a:cubicBezTo>
                <a:cubicBezTo>
                  <a:pt x="117546" y="30267"/>
                  <a:pt x="121138" y="27872"/>
                  <a:pt x="126909" y="28734"/>
                </a:cubicBezTo>
                <a:cubicBezTo>
                  <a:pt x="126550" y="26220"/>
                  <a:pt x="126957" y="23825"/>
                  <a:pt x="128106" y="21551"/>
                </a:cubicBezTo>
                <a:cubicBezTo>
                  <a:pt x="135266" y="14008"/>
                  <a:pt x="142856" y="6824"/>
                  <a:pt x="150854" y="0"/>
                </a:cubicBezTo>
                <a:cubicBezTo>
                  <a:pt x="152793" y="742"/>
                  <a:pt x="154374" y="1940"/>
                  <a:pt x="155643" y="3592"/>
                </a:cubicBezTo>
                <a:cubicBezTo>
                  <a:pt x="153248" y="5986"/>
                  <a:pt x="150854" y="8381"/>
                  <a:pt x="148459" y="10775"/>
                </a:cubicBezTo>
                <a:cubicBezTo>
                  <a:pt x="153105" y="15133"/>
                  <a:pt x="154709" y="19922"/>
                  <a:pt x="153248" y="25142"/>
                </a:cubicBezTo>
                <a:cubicBezTo>
                  <a:pt x="147238" y="23730"/>
                  <a:pt x="142449" y="26124"/>
                  <a:pt x="138881" y="32326"/>
                </a:cubicBezTo>
                <a:cubicBezTo>
                  <a:pt x="139193" y="34864"/>
                  <a:pt x="140390" y="36851"/>
                  <a:pt x="142473" y="38312"/>
                </a:cubicBezTo>
                <a:cubicBezTo>
                  <a:pt x="143239" y="34002"/>
                  <a:pt x="144820" y="33212"/>
                  <a:pt x="147262" y="35918"/>
                </a:cubicBezTo>
                <a:cubicBezTo>
                  <a:pt x="150782" y="31560"/>
                  <a:pt x="155164" y="30362"/>
                  <a:pt x="160432" y="32326"/>
                </a:cubicBezTo>
                <a:cubicBezTo>
                  <a:pt x="159642" y="33116"/>
                  <a:pt x="158828" y="33930"/>
                  <a:pt x="158037" y="34720"/>
                </a:cubicBezTo>
                <a:cubicBezTo>
                  <a:pt x="163162" y="36492"/>
                  <a:pt x="163569" y="38504"/>
                  <a:pt x="159235" y="40707"/>
                </a:cubicBezTo>
                <a:cubicBezTo>
                  <a:pt x="154733" y="38049"/>
                  <a:pt x="150327" y="38049"/>
                  <a:pt x="146065" y="40707"/>
                </a:cubicBezTo>
                <a:cubicBezTo>
                  <a:pt x="150566" y="45975"/>
                  <a:pt x="156170" y="49566"/>
                  <a:pt x="162826" y="51482"/>
                </a:cubicBezTo>
                <a:cubicBezTo>
                  <a:pt x="161078" y="54834"/>
                  <a:pt x="159881" y="58426"/>
                  <a:pt x="159235" y="62257"/>
                </a:cubicBezTo>
                <a:cubicBezTo>
                  <a:pt x="157295" y="58761"/>
                  <a:pt x="155308" y="57971"/>
                  <a:pt x="153248" y="59863"/>
                </a:cubicBezTo>
                <a:cubicBezTo>
                  <a:pt x="160264" y="65418"/>
                  <a:pt x="159450" y="69010"/>
                  <a:pt x="150854" y="70638"/>
                </a:cubicBezTo>
                <a:cubicBezTo>
                  <a:pt x="154853" y="71428"/>
                  <a:pt x="158828" y="72242"/>
                  <a:pt x="162826" y="73032"/>
                </a:cubicBezTo>
                <a:cubicBezTo>
                  <a:pt x="158037" y="75427"/>
                  <a:pt x="153248" y="77821"/>
                  <a:pt x="148459" y="80216"/>
                </a:cubicBezTo>
                <a:cubicBezTo>
                  <a:pt x="154063" y="83257"/>
                  <a:pt x="154063" y="86849"/>
                  <a:pt x="148459" y="90991"/>
                </a:cubicBezTo>
                <a:cubicBezTo>
                  <a:pt x="141707" y="84382"/>
                  <a:pt x="140126" y="85580"/>
                  <a:pt x="143670" y="94583"/>
                </a:cubicBezTo>
                <a:cubicBezTo>
                  <a:pt x="141276" y="95373"/>
                  <a:pt x="138881" y="96187"/>
                  <a:pt x="136487" y="96977"/>
                </a:cubicBezTo>
                <a:cubicBezTo>
                  <a:pt x="139193" y="99420"/>
                  <a:pt x="138402" y="101000"/>
                  <a:pt x="134092" y="101766"/>
                </a:cubicBezTo>
                <a:cubicBezTo>
                  <a:pt x="137277" y="106172"/>
                  <a:pt x="136894" y="107370"/>
                  <a:pt x="132895" y="105358"/>
                </a:cubicBezTo>
                <a:cubicBezTo>
                  <a:pt x="131051" y="108591"/>
                  <a:pt x="128250" y="110578"/>
                  <a:pt x="124514" y="111344"/>
                </a:cubicBezTo>
                <a:cubicBezTo>
                  <a:pt x="126119" y="112135"/>
                  <a:pt x="127699" y="112949"/>
                  <a:pt x="129303" y="113739"/>
                </a:cubicBezTo>
                <a:cubicBezTo>
                  <a:pt x="123054" y="117043"/>
                  <a:pt x="119462" y="122216"/>
                  <a:pt x="118528" y="129303"/>
                </a:cubicBezTo>
                <a:cubicBezTo>
                  <a:pt x="115966" y="125041"/>
                  <a:pt x="112374" y="123844"/>
                  <a:pt x="107753" y="125711"/>
                </a:cubicBezTo>
                <a:cubicBezTo>
                  <a:pt x="113212" y="130189"/>
                  <a:pt x="112398" y="134188"/>
                  <a:pt x="105358" y="137684"/>
                </a:cubicBezTo>
                <a:cubicBezTo>
                  <a:pt x="110171" y="138618"/>
                  <a:pt x="114960" y="141419"/>
                  <a:pt x="119725" y="146065"/>
                </a:cubicBezTo>
                <a:cubicBezTo>
                  <a:pt x="117905" y="147047"/>
                  <a:pt x="115511" y="147454"/>
                  <a:pt x="112542" y="147262"/>
                </a:cubicBezTo>
                <a:cubicBezTo>
                  <a:pt x="115439" y="149752"/>
                  <a:pt x="117834" y="152554"/>
                  <a:pt x="119725" y="155643"/>
                </a:cubicBezTo>
                <a:close/>
              </a:path>
            </a:pathLst>
          </a:custGeom>
          <a:solidFill>
            <a:srgbClr val="D6DCD6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29267551-EB20-4185-1763-BC1965E5756C}"/>
              </a:ext>
            </a:extLst>
          </p:cNvPr>
          <p:cNvSpPr/>
          <p:nvPr/>
        </p:nvSpPr>
        <p:spPr>
          <a:xfrm>
            <a:off x="8553037" y="4813499"/>
            <a:ext cx="136486" cy="11972"/>
          </a:xfrm>
          <a:custGeom>
            <a:avLst/>
            <a:gdLst>
              <a:gd name="csX0" fmla="*/ 136487 w 136486"/>
              <a:gd name="csY0" fmla="*/ 0 h 11972"/>
              <a:gd name="csX1" fmla="*/ 129303 w 136486"/>
              <a:gd name="csY1" fmla="*/ 3592 h 11972"/>
              <a:gd name="csX2" fmla="*/ 0 w 136486"/>
              <a:gd name="csY2" fmla="*/ 11973 h 11972"/>
              <a:gd name="csX3" fmla="*/ 136487 w 136486"/>
              <a:gd name="csY3" fmla="*/ 0 h 11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486" h="11972">
                <a:moveTo>
                  <a:pt x="136487" y="0"/>
                </a:moveTo>
                <a:cubicBezTo>
                  <a:pt x="134667" y="1844"/>
                  <a:pt x="132272" y="3041"/>
                  <a:pt x="129303" y="3592"/>
                </a:cubicBezTo>
                <a:cubicBezTo>
                  <a:pt x="86370" y="8405"/>
                  <a:pt x="43269" y="11182"/>
                  <a:pt x="0" y="11973"/>
                </a:cubicBezTo>
                <a:cubicBezTo>
                  <a:pt x="45136" y="7830"/>
                  <a:pt x="90632" y="3831"/>
                  <a:pt x="136487" y="0"/>
                </a:cubicBezTo>
                <a:close/>
              </a:path>
            </a:pathLst>
          </a:custGeom>
          <a:solidFill>
            <a:srgbClr val="797F75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CDFB0177-A711-74EB-7EBE-904EE9D961A6}"/>
              </a:ext>
            </a:extLst>
          </p:cNvPr>
          <p:cNvSpPr/>
          <p:nvPr/>
        </p:nvSpPr>
        <p:spPr>
          <a:xfrm>
            <a:off x="8502753" y="4825382"/>
            <a:ext cx="47890" cy="4902"/>
          </a:xfrm>
          <a:custGeom>
            <a:avLst/>
            <a:gdLst>
              <a:gd name="csX0" fmla="*/ 47890 w 47890"/>
              <a:gd name="csY0" fmla="*/ 90 h 4902"/>
              <a:gd name="csX1" fmla="*/ 0 w 47890"/>
              <a:gd name="csY1" fmla="*/ 4879 h 4902"/>
              <a:gd name="csX2" fmla="*/ 47890 w 47890"/>
              <a:gd name="csY2" fmla="*/ 90 h 4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7890" h="4902">
                <a:moveTo>
                  <a:pt x="47890" y="90"/>
                </a:moveTo>
                <a:cubicBezTo>
                  <a:pt x="32446" y="3538"/>
                  <a:pt x="16498" y="5119"/>
                  <a:pt x="0" y="4879"/>
                </a:cubicBezTo>
                <a:cubicBezTo>
                  <a:pt x="15421" y="1191"/>
                  <a:pt x="31368" y="-413"/>
                  <a:pt x="47890" y="90"/>
                </a:cubicBezTo>
                <a:close/>
              </a:path>
            </a:pathLst>
          </a:custGeom>
          <a:solidFill>
            <a:srgbClr val="7C8177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E8D5B5E5-E7CF-1755-5AEF-C42706E0DABE}"/>
              </a:ext>
            </a:extLst>
          </p:cNvPr>
          <p:cNvSpPr/>
          <p:nvPr/>
        </p:nvSpPr>
        <p:spPr>
          <a:xfrm>
            <a:off x="9237865" y="4817091"/>
            <a:ext cx="694406" cy="640529"/>
          </a:xfrm>
          <a:custGeom>
            <a:avLst/>
            <a:gdLst>
              <a:gd name="csX0" fmla="*/ 541158 w 694406"/>
              <a:gd name="csY0" fmla="*/ 29931 h 640529"/>
              <a:gd name="csX1" fmla="*/ 586654 w 694406"/>
              <a:gd name="csY1" fmla="*/ 37115 h 640529"/>
              <a:gd name="csX2" fmla="*/ 641727 w 694406"/>
              <a:gd name="csY2" fmla="*/ 44298 h 640529"/>
              <a:gd name="csX3" fmla="*/ 680039 w 694406"/>
              <a:gd name="csY3" fmla="*/ 51482 h 640529"/>
              <a:gd name="csX4" fmla="*/ 694407 w 694406"/>
              <a:gd name="csY4" fmla="*/ 51482 h 640529"/>
              <a:gd name="csX5" fmla="*/ 506438 w 694406"/>
              <a:gd name="csY5" fmla="*/ 434603 h 640529"/>
              <a:gd name="csX6" fmla="*/ 287341 w 694406"/>
              <a:gd name="csY6" fmla="*/ 595034 h 640529"/>
              <a:gd name="csX7" fmla="*/ 205927 w 694406"/>
              <a:gd name="csY7" fmla="*/ 627360 h 640529"/>
              <a:gd name="csX8" fmla="*/ 150854 w 694406"/>
              <a:gd name="csY8" fmla="*/ 640530 h 640529"/>
              <a:gd name="csX9" fmla="*/ 126909 w 694406"/>
              <a:gd name="csY9" fmla="*/ 629755 h 640529"/>
              <a:gd name="csX10" fmla="*/ 137684 w 694406"/>
              <a:gd name="csY10" fmla="*/ 623768 h 640529"/>
              <a:gd name="csX11" fmla="*/ 152051 w 694406"/>
              <a:gd name="csY11" fmla="*/ 626163 h 640529"/>
              <a:gd name="csX12" fmla="*/ 156840 w 694406"/>
              <a:gd name="csY12" fmla="*/ 618979 h 640529"/>
              <a:gd name="csX13" fmla="*/ 160432 w 694406"/>
              <a:gd name="csY13" fmla="*/ 621374 h 640529"/>
              <a:gd name="csX14" fmla="*/ 193955 w 694406"/>
              <a:gd name="csY14" fmla="*/ 610599 h 640529"/>
              <a:gd name="csX15" fmla="*/ 202336 w 694406"/>
              <a:gd name="csY15" fmla="*/ 602218 h 640529"/>
              <a:gd name="csX16" fmla="*/ 220294 w 694406"/>
              <a:gd name="csY16" fmla="*/ 602218 h 640529"/>
              <a:gd name="csX17" fmla="*/ 231070 w 694406"/>
              <a:gd name="csY17" fmla="*/ 592640 h 640529"/>
              <a:gd name="csX18" fmla="*/ 235859 w 694406"/>
              <a:gd name="csY18" fmla="*/ 595034 h 640529"/>
              <a:gd name="csX19" fmla="*/ 244239 w 694406"/>
              <a:gd name="csY19" fmla="*/ 587851 h 640529"/>
              <a:gd name="csX20" fmla="*/ 247831 w 694406"/>
              <a:gd name="csY20" fmla="*/ 592640 h 640529"/>
              <a:gd name="csX21" fmla="*/ 257409 w 694406"/>
              <a:gd name="csY21" fmla="*/ 587851 h 640529"/>
              <a:gd name="csX22" fmla="*/ 272974 w 694406"/>
              <a:gd name="csY22" fmla="*/ 583062 h 640529"/>
              <a:gd name="csX23" fmla="*/ 305299 w 694406"/>
              <a:gd name="csY23" fmla="*/ 563906 h 640529"/>
              <a:gd name="csX24" fmla="*/ 311286 w 694406"/>
              <a:gd name="csY24" fmla="*/ 565103 h 640529"/>
              <a:gd name="csX25" fmla="*/ 318469 w 694406"/>
              <a:gd name="csY25" fmla="*/ 556722 h 640529"/>
              <a:gd name="csX26" fmla="*/ 329244 w 694406"/>
              <a:gd name="csY26" fmla="*/ 556722 h 640529"/>
              <a:gd name="csX27" fmla="*/ 383121 w 694406"/>
              <a:gd name="csY27" fmla="*/ 516016 h 640529"/>
              <a:gd name="csX28" fmla="*/ 386713 w 694406"/>
              <a:gd name="csY28" fmla="*/ 518410 h 640529"/>
              <a:gd name="csX29" fmla="*/ 396291 w 694406"/>
              <a:gd name="csY29" fmla="*/ 501649 h 640529"/>
              <a:gd name="csX30" fmla="*/ 398685 w 694406"/>
              <a:gd name="csY30" fmla="*/ 506438 h 640529"/>
              <a:gd name="csX31" fmla="*/ 404671 w 694406"/>
              <a:gd name="csY31" fmla="*/ 495662 h 640529"/>
              <a:gd name="csX32" fmla="*/ 413052 w 694406"/>
              <a:gd name="csY32" fmla="*/ 489676 h 640529"/>
              <a:gd name="csX33" fmla="*/ 415447 w 694406"/>
              <a:gd name="csY33" fmla="*/ 492071 h 640529"/>
              <a:gd name="csX34" fmla="*/ 417841 w 694406"/>
              <a:gd name="csY34" fmla="*/ 484887 h 640529"/>
              <a:gd name="csX35" fmla="*/ 420236 w 694406"/>
              <a:gd name="csY35" fmla="*/ 487282 h 640529"/>
              <a:gd name="csX36" fmla="*/ 428616 w 694406"/>
              <a:gd name="csY36" fmla="*/ 481295 h 640529"/>
              <a:gd name="csX37" fmla="*/ 429814 w 694406"/>
              <a:gd name="csY37" fmla="*/ 477704 h 640529"/>
              <a:gd name="csX38" fmla="*/ 439392 w 694406"/>
              <a:gd name="csY38" fmla="*/ 465731 h 640529"/>
              <a:gd name="csX39" fmla="*/ 441786 w 694406"/>
              <a:gd name="csY39" fmla="*/ 468126 h 640529"/>
              <a:gd name="csX40" fmla="*/ 457350 w 694406"/>
              <a:gd name="csY40" fmla="*/ 448970 h 640529"/>
              <a:gd name="csX41" fmla="*/ 460942 w 694406"/>
              <a:gd name="csY41" fmla="*/ 451364 h 640529"/>
              <a:gd name="csX42" fmla="*/ 468126 w 694406"/>
              <a:gd name="csY42" fmla="*/ 439392 h 640529"/>
              <a:gd name="csX43" fmla="*/ 470520 w 694406"/>
              <a:gd name="csY43" fmla="*/ 444181 h 640529"/>
              <a:gd name="csX44" fmla="*/ 469323 w 694406"/>
              <a:gd name="csY44" fmla="*/ 435800 h 640529"/>
              <a:gd name="csX45" fmla="*/ 476507 w 694406"/>
              <a:gd name="csY45" fmla="*/ 429814 h 640529"/>
              <a:gd name="csX46" fmla="*/ 480098 w 694406"/>
              <a:gd name="csY46" fmla="*/ 432208 h 640529"/>
              <a:gd name="csX47" fmla="*/ 490874 w 694406"/>
              <a:gd name="csY47" fmla="*/ 422630 h 640529"/>
              <a:gd name="csX48" fmla="*/ 493268 w 694406"/>
              <a:gd name="csY48" fmla="*/ 415447 h 640529"/>
              <a:gd name="csX49" fmla="*/ 512424 w 694406"/>
              <a:gd name="csY49" fmla="*/ 401079 h 640529"/>
              <a:gd name="csX50" fmla="*/ 510030 w 694406"/>
              <a:gd name="csY50" fmla="*/ 397488 h 640529"/>
              <a:gd name="csX51" fmla="*/ 518410 w 694406"/>
              <a:gd name="csY51" fmla="*/ 389107 h 640529"/>
              <a:gd name="csX52" fmla="*/ 520805 w 694406"/>
              <a:gd name="csY52" fmla="*/ 393896 h 640529"/>
              <a:gd name="csX53" fmla="*/ 524397 w 694406"/>
              <a:gd name="csY53" fmla="*/ 379529 h 640529"/>
              <a:gd name="csX54" fmla="*/ 535172 w 694406"/>
              <a:gd name="csY54" fmla="*/ 369951 h 640529"/>
              <a:gd name="csX55" fmla="*/ 542355 w 694406"/>
              <a:gd name="csY55" fmla="*/ 367556 h 640529"/>
              <a:gd name="csX56" fmla="*/ 547144 w 694406"/>
              <a:gd name="csY56" fmla="*/ 355584 h 640529"/>
              <a:gd name="csX57" fmla="*/ 549539 w 694406"/>
              <a:gd name="csY57" fmla="*/ 357978 h 640529"/>
              <a:gd name="csX58" fmla="*/ 563906 w 694406"/>
              <a:gd name="csY58" fmla="*/ 338822 h 640529"/>
              <a:gd name="csX59" fmla="*/ 562709 w 694406"/>
              <a:gd name="csY59" fmla="*/ 332836 h 640529"/>
              <a:gd name="csX60" fmla="*/ 571090 w 694406"/>
              <a:gd name="csY60" fmla="*/ 329244 h 640529"/>
              <a:gd name="csX61" fmla="*/ 573484 w 694406"/>
              <a:gd name="csY61" fmla="*/ 319666 h 640529"/>
              <a:gd name="csX62" fmla="*/ 581865 w 694406"/>
              <a:gd name="csY62" fmla="*/ 304102 h 640529"/>
              <a:gd name="csX63" fmla="*/ 587851 w 694406"/>
              <a:gd name="csY63" fmla="*/ 302905 h 640529"/>
              <a:gd name="csX64" fmla="*/ 596232 w 694406"/>
              <a:gd name="csY64" fmla="*/ 289735 h 640529"/>
              <a:gd name="csX65" fmla="*/ 597429 w 694406"/>
              <a:gd name="csY65" fmla="*/ 283749 h 640529"/>
              <a:gd name="csX66" fmla="*/ 601021 w 694406"/>
              <a:gd name="csY66" fmla="*/ 265790 h 640529"/>
              <a:gd name="csX67" fmla="*/ 607007 w 694406"/>
              <a:gd name="csY67" fmla="*/ 266987 h 640529"/>
              <a:gd name="csX68" fmla="*/ 608204 w 694406"/>
              <a:gd name="csY68" fmla="*/ 253817 h 640529"/>
              <a:gd name="csX69" fmla="*/ 610599 w 694406"/>
              <a:gd name="csY69" fmla="*/ 246634 h 640529"/>
              <a:gd name="csX70" fmla="*/ 620177 w 694406"/>
              <a:gd name="csY70" fmla="*/ 238253 h 640529"/>
              <a:gd name="csX71" fmla="*/ 627360 w 694406"/>
              <a:gd name="csY71" fmla="*/ 216703 h 640529"/>
              <a:gd name="csX72" fmla="*/ 624966 w 694406"/>
              <a:gd name="csY72" fmla="*/ 210716 h 640529"/>
              <a:gd name="csX73" fmla="*/ 634544 w 694406"/>
              <a:gd name="csY73" fmla="*/ 189166 h 640529"/>
              <a:gd name="csX74" fmla="*/ 632149 w 694406"/>
              <a:gd name="csY74" fmla="*/ 177193 h 640529"/>
              <a:gd name="csX75" fmla="*/ 639333 w 694406"/>
              <a:gd name="csY75" fmla="*/ 167615 h 640529"/>
              <a:gd name="csX76" fmla="*/ 634544 w 694406"/>
              <a:gd name="csY76" fmla="*/ 162826 h 640529"/>
              <a:gd name="csX77" fmla="*/ 632149 w 694406"/>
              <a:gd name="csY77" fmla="*/ 141276 h 640529"/>
              <a:gd name="csX78" fmla="*/ 642925 w 694406"/>
              <a:gd name="csY78" fmla="*/ 144868 h 640529"/>
              <a:gd name="csX79" fmla="*/ 648911 w 694406"/>
              <a:gd name="csY79" fmla="*/ 129303 h 640529"/>
              <a:gd name="csX80" fmla="*/ 648911 w 694406"/>
              <a:gd name="csY80" fmla="*/ 119725 h 640529"/>
              <a:gd name="csX81" fmla="*/ 638136 w 694406"/>
              <a:gd name="csY81" fmla="*/ 125711 h 640529"/>
              <a:gd name="csX82" fmla="*/ 632149 w 694406"/>
              <a:gd name="csY82" fmla="*/ 120922 h 640529"/>
              <a:gd name="csX83" fmla="*/ 624966 w 694406"/>
              <a:gd name="csY83" fmla="*/ 114936 h 640529"/>
              <a:gd name="csX84" fmla="*/ 639333 w 694406"/>
              <a:gd name="csY84" fmla="*/ 108950 h 640529"/>
              <a:gd name="csX85" fmla="*/ 641727 w 694406"/>
              <a:gd name="csY85" fmla="*/ 100569 h 640529"/>
              <a:gd name="csX86" fmla="*/ 634544 w 694406"/>
              <a:gd name="csY86" fmla="*/ 96977 h 640529"/>
              <a:gd name="csX87" fmla="*/ 651305 w 694406"/>
              <a:gd name="csY87" fmla="*/ 75427 h 640529"/>
              <a:gd name="csX88" fmla="*/ 640530 w 694406"/>
              <a:gd name="csY88" fmla="*/ 77821 h 640529"/>
              <a:gd name="csX89" fmla="*/ 638136 w 694406"/>
              <a:gd name="csY89" fmla="*/ 75427 h 640529"/>
              <a:gd name="csX90" fmla="*/ 630952 w 694406"/>
              <a:gd name="csY90" fmla="*/ 77821 h 640529"/>
              <a:gd name="csX91" fmla="*/ 628558 w 694406"/>
              <a:gd name="csY91" fmla="*/ 82610 h 640529"/>
              <a:gd name="csX92" fmla="*/ 614191 w 694406"/>
              <a:gd name="csY92" fmla="*/ 75427 h 640529"/>
              <a:gd name="csX93" fmla="*/ 604613 w 694406"/>
              <a:gd name="csY93" fmla="*/ 68243 h 640529"/>
              <a:gd name="csX94" fmla="*/ 596232 w 694406"/>
              <a:gd name="csY94" fmla="*/ 75427 h 640529"/>
              <a:gd name="csX95" fmla="*/ 598626 w 694406"/>
              <a:gd name="csY95" fmla="*/ 79019 h 640529"/>
              <a:gd name="csX96" fmla="*/ 579470 w 694406"/>
              <a:gd name="csY96" fmla="*/ 82610 h 640529"/>
              <a:gd name="csX97" fmla="*/ 578273 w 694406"/>
              <a:gd name="csY97" fmla="*/ 75427 h 640529"/>
              <a:gd name="csX98" fmla="*/ 567498 w 694406"/>
              <a:gd name="csY98" fmla="*/ 85005 h 640529"/>
              <a:gd name="csX99" fmla="*/ 555525 w 694406"/>
              <a:gd name="csY99" fmla="*/ 77821 h 640529"/>
              <a:gd name="csX100" fmla="*/ 553131 w 694406"/>
              <a:gd name="csY100" fmla="*/ 69441 h 640529"/>
              <a:gd name="csX101" fmla="*/ 547144 w 694406"/>
              <a:gd name="csY101" fmla="*/ 87399 h 640529"/>
              <a:gd name="csX102" fmla="*/ 541158 w 694406"/>
              <a:gd name="csY102" fmla="*/ 87399 h 640529"/>
              <a:gd name="csX103" fmla="*/ 553131 w 694406"/>
              <a:gd name="csY103" fmla="*/ 94583 h 640529"/>
              <a:gd name="csX104" fmla="*/ 543553 w 694406"/>
              <a:gd name="csY104" fmla="*/ 98175 h 640529"/>
              <a:gd name="csX105" fmla="*/ 545947 w 694406"/>
              <a:gd name="csY105" fmla="*/ 95780 h 640529"/>
              <a:gd name="csX106" fmla="*/ 530383 w 694406"/>
              <a:gd name="csY106" fmla="*/ 82610 h 640529"/>
              <a:gd name="csX107" fmla="*/ 524397 w 694406"/>
              <a:gd name="csY107" fmla="*/ 101766 h 640529"/>
              <a:gd name="csX108" fmla="*/ 517213 w 694406"/>
              <a:gd name="csY108" fmla="*/ 96977 h 640529"/>
              <a:gd name="csX109" fmla="*/ 519608 w 694406"/>
              <a:gd name="csY109" fmla="*/ 87399 h 640529"/>
              <a:gd name="csX110" fmla="*/ 516016 w 694406"/>
              <a:gd name="csY110" fmla="*/ 80216 h 640529"/>
              <a:gd name="csX111" fmla="*/ 523199 w 694406"/>
              <a:gd name="csY111" fmla="*/ 75427 h 640529"/>
              <a:gd name="csX112" fmla="*/ 511227 w 694406"/>
              <a:gd name="csY112" fmla="*/ 80216 h 640529"/>
              <a:gd name="csX113" fmla="*/ 508832 w 694406"/>
              <a:gd name="csY113" fmla="*/ 65849 h 640529"/>
              <a:gd name="csX114" fmla="*/ 500452 w 694406"/>
              <a:gd name="csY114" fmla="*/ 74230 h 640529"/>
              <a:gd name="csX115" fmla="*/ 505241 w 694406"/>
              <a:gd name="csY115" fmla="*/ 85005 h 640529"/>
              <a:gd name="csX116" fmla="*/ 495663 w 694406"/>
              <a:gd name="csY116" fmla="*/ 75427 h 640529"/>
              <a:gd name="csX117" fmla="*/ 493268 w 694406"/>
              <a:gd name="csY117" fmla="*/ 76624 h 640529"/>
              <a:gd name="csX118" fmla="*/ 489676 w 694406"/>
              <a:gd name="csY118" fmla="*/ 87399 h 640529"/>
              <a:gd name="csX119" fmla="*/ 469323 w 694406"/>
              <a:gd name="csY119" fmla="*/ 81413 h 640529"/>
              <a:gd name="csX120" fmla="*/ 478901 w 694406"/>
              <a:gd name="csY120" fmla="*/ 76624 h 640529"/>
              <a:gd name="csX121" fmla="*/ 472915 w 694406"/>
              <a:gd name="csY121" fmla="*/ 75427 h 640529"/>
              <a:gd name="csX122" fmla="*/ 465731 w 694406"/>
              <a:gd name="csY122" fmla="*/ 61060 h 640529"/>
              <a:gd name="csX123" fmla="*/ 460942 w 694406"/>
              <a:gd name="csY123" fmla="*/ 61060 h 640529"/>
              <a:gd name="csX124" fmla="*/ 466929 w 694406"/>
              <a:gd name="csY124" fmla="*/ 71835 h 640529"/>
              <a:gd name="csX125" fmla="*/ 458548 w 694406"/>
              <a:gd name="csY125" fmla="*/ 82610 h 640529"/>
              <a:gd name="csX126" fmla="*/ 457350 w 694406"/>
              <a:gd name="csY126" fmla="*/ 77821 h 640529"/>
              <a:gd name="csX127" fmla="*/ 445378 w 694406"/>
              <a:gd name="csY127" fmla="*/ 74230 h 640529"/>
              <a:gd name="csX128" fmla="*/ 448970 w 694406"/>
              <a:gd name="csY128" fmla="*/ 61060 h 640529"/>
              <a:gd name="csX129" fmla="*/ 440589 w 694406"/>
              <a:gd name="csY129" fmla="*/ 65849 h 640529"/>
              <a:gd name="csX130" fmla="*/ 428616 w 694406"/>
              <a:gd name="csY130" fmla="*/ 57468 h 640529"/>
              <a:gd name="csX131" fmla="*/ 450167 w 694406"/>
              <a:gd name="csY131" fmla="*/ 55074 h 640529"/>
              <a:gd name="csX132" fmla="*/ 436997 w 694406"/>
              <a:gd name="csY132" fmla="*/ 46693 h 640529"/>
              <a:gd name="csX133" fmla="*/ 434603 w 694406"/>
              <a:gd name="csY133" fmla="*/ 53876 h 640529"/>
              <a:gd name="csX134" fmla="*/ 429814 w 694406"/>
              <a:gd name="csY134" fmla="*/ 53876 h 640529"/>
              <a:gd name="csX135" fmla="*/ 431011 w 694406"/>
              <a:gd name="csY135" fmla="*/ 47890 h 640529"/>
              <a:gd name="csX136" fmla="*/ 422630 w 694406"/>
              <a:gd name="csY136" fmla="*/ 46693 h 640529"/>
              <a:gd name="csX137" fmla="*/ 423827 w 694406"/>
              <a:gd name="csY137" fmla="*/ 40707 h 640529"/>
              <a:gd name="csX138" fmla="*/ 416644 w 694406"/>
              <a:gd name="csY138" fmla="*/ 39509 h 640529"/>
              <a:gd name="csX139" fmla="*/ 421433 w 694406"/>
              <a:gd name="csY139" fmla="*/ 52679 h 640529"/>
              <a:gd name="csX140" fmla="*/ 415447 w 694406"/>
              <a:gd name="csY140" fmla="*/ 51482 h 640529"/>
              <a:gd name="csX141" fmla="*/ 399882 w 694406"/>
              <a:gd name="csY141" fmla="*/ 53876 h 640529"/>
              <a:gd name="csX142" fmla="*/ 397488 w 694406"/>
              <a:gd name="csY142" fmla="*/ 46693 h 640529"/>
              <a:gd name="csX143" fmla="*/ 403474 w 694406"/>
              <a:gd name="csY143" fmla="*/ 39509 h 640529"/>
              <a:gd name="csX144" fmla="*/ 391502 w 694406"/>
              <a:gd name="csY144" fmla="*/ 39509 h 640529"/>
              <a:gd name="csX145" fmla="*/ 384318 w 694406"/>
              <a:gd name="csY145" fmla="*/ 44298 h 640529"/>
              <a:gd name="csX146" fmla="*/ 362767 w 694406"/>
              <a:gd name="csY146" fmla="*/ 39509 h 640529"/>
              <a:gd name="csX147" fmla="*/ 351992 w 694406"/>
              <a:gd name="csY147" fmla="*/ 29931 h 640529"/>
              <a:gd name="csX148" fmla="*/ 337625 w 694406"/>
              <a:gd name="csY148" fmla="*/ 35918 h 640529"/>
              <a:gd name="csX149" fmla="*/ 337625 w 694406"/>
              <a:gd name="csY149" fmla="*/ 39509 h 640529"/>
              <a:gd name="csX150" fmla="*/ 325653 w 694406"/>
              <a:gd name="csY150" fmla="*/ 33523 h 640529"/>
              <a:gd name="csX151" fmla="*/ 324455 w 694406"/>
              <a:gd name="csY151" fmla="*/ 37115 h 640529"/>
              <a:gd name="csX152" fmla="*/ 312483 w 694406"/>
              <a:gd name="csY152" fmla="*/ 51482 h 640529"/>
              <a:gd name="csX153" fmla="*/ 310088 w 694406"/>
              <a:gd name="csY153" fmla="*/ 46693 h 640529"/>
              <a:gd name="csX154" fmla="*/ 302905 w 694406"/>
              <a:gd name="csY154" fmla="*/ 56271 h 640529"/>
              <a:gd name="csX155" fmla="*/ 300510 w 694406"/>
              <a:gd name="csY155" fmla="*/ 53876 h 640529"/>
              <a:gd name="csX156" fmla="*/ 286143 w 694406"/>
              <a:gd name="csY156" fmla="*/ 53876 h 640529"/>
              <a:gd name="csX157" fmla="*/ 277763 w 694406"/>
              <a:gd name="csY157" fmla="*/ 59863 h 640529"/>
              <a:gd name="csX158" fmla="*/ 275368 w 694406"/>
              <a:gd name="csY158" fmla="*/ 68243 h 640529"/>
              <a:gd name="csX159" fmla="*/ 262198 w 694406"/>
              <a:gd name="csY159" fmla="*/ 68243 h 640529"/>
              <a:gd name="csX160" fmla="*/ 257409 w 694406"/>
              <a:gd name="csY160" fmla="*/ 65849 h 640529"/>
              <a:gd name="csX161" fmla="*/ 252620 w 694406"/>
              <a:gd name="csY161" fmla="*/ 73032 h 640529"/>
              <a:gd name="csX162" fmla="*/ 247831 w 694406"/>
              <a:gd name="csY162" fmla="*/ 73032 h 640529"/>
              <a:gd name="csX163" fmla="*/ 239450 w 694406"/>
              <a:gd name="csY163" fmla="*/ 61060 h 640529"/>
              <a:gd name="csX164" fmla="*/ 229872 w 694406"/>
              <a:gd name="csY164" fmla="*/ 63454 h 640529"/>
              <a:gd name="csX165" fmla="*/ 228675 w 694406"/>
              <a:gd name="csY165" fmla="*/ 68243 h 640529"/>
              <a:gd name="csX166" fmla="*/ 240648 w 694406"/>
              <a:gd name="csY166" fmla="*/ 73032 h 640529"/>
              <a:gd name="csX167" fmla="*/ 243042 w 694406"/>
              <a:gd name="csY167" fmla="*/ 70638 h 640529"/>
              <a:gd name="csX168" fmla="*/ 243042 w 694406"/>
              <a:gd name="csY168" fmla="*/ 80216 h 640529"/>
              <a:gd name="csX169" fmla="*/ 258607 w 694406"/>
              <a:gd name="csY169" fmla="*/ 80216 h 640529"/>
              <a:gd name="csX170" fmla="*/ 261001 w 694406"/>
              <a:gd name="csY170" fmla="*/ 87399 h 640529"/>
              <a:gd name="csX171" fmla="*/ 253818 w 694406"/>
              <a:gd name="csY171" fmla="*/ 88597 h 640529"/>
              <a:gd name="csX172" fmla="*/ 263396 w 694406"/>
              <a:gd name="csY172" fmla="*/ 96977 h 640529"/>
              <a:gd name="csX173" fmla="*/ 244239 w 694406"/>
              <a:gd name="csY173" fmla="*/ 96977 h 640529"/>
              <a:gd name="csX174" fmla="*/ 241845 w 694406"/>
              <a:gd name="csY174" fmla="*/ 101766 h 640529"/>
              <a:gd name="csX175" fmla="*/ 237056 w 694406"/>
              <a:gd name="csY175" fmla="*/ 96977 h 640529"/>
              <a:gd name="csX176" fmla="*/ 235859 w 694406"/>
              <a:gd name="csY176" fmla="*/ 104161 h 640529"/>
              <a:gd name="csX177" fmla="*/ 222689 w 694406"/>
              <a:gd name="csY177" fmla="*/ 106555 h 640529"/>
              <a:gd name="csX178" fmla="*/ 216703 w 694406"/>
              <a:gd name="csY178" fmla="*/ 99372 h 640529"/>
              <a:gd name="csX179" fmla="*/ 217900 w 694406"/>
              <a:gd name="csY179" fmla="*/ 105358 h 640529"/>
              <a:gd name="csX180" fmla="*/ 213111 w 694406"/>
              <a:gd name="csY180" fmla="*/ 108950 h 640529"/>
              <a:gd name="csX181" fmla="*/ 207125 w 694406"/>
              <a:gd name="csY181" fmla="*/ 96977 h 640529"/>
              <a:gd name="csX182" fmla="*/ 202336 w 694406"/>
              <a:gd name="csY182" fmla="*/ 99372 h 640529"/>
              <a:gd name="csX183" fmla="*/ 186771 w 694406"/>
              <a:gd name="csY183" fmla="*/ 105358 h 640529"/>
              <a:gd name="csX184" fmla="*/ 185574 w 694406"/>
              <a:gd name="csY184" fmla="*/ 111344 h 640529"/>
              <a:gd name="csX185" fmla="*/ 180785 w 694406"/>
              <a:gd name="csY185" fmla="*/ 111344 h 640529"/>
              <a:gd name="csX186" fmla="*/ 178391 w 694406"/>
              <a:gd name="csY186" fmla="*/ 108950 h 640529"/>
              <a:gd name="csX187" fmla="*/ 178391 w 694406"/>
              <a:gd name="csY187" fmla="*/ 120922 h 640529"/>
              <a:gd name="csX188" fmla="*/ 184377 w 694406"/>
              <a:gd name="csY188" fmla="*/ 122120 h 640529"/>
              <a:gd name="csX189" fmla="*/ 174799 w 694406"/>
              <a:gd name="csY189" fmla="*/ 138881 h 640529"/>
              <a:gd name="csX190" fmla="*/ 172404 w 694406"/>
              <a:gd name="csY190" fmla="*/ 147262 h 640529"/>
              <a:gd name="csX191" fmla="*/ 161629 w 694406"/>
              <a:gd name="csY191" fmla="*/ 152051 h 640529"/>
              <a:gd name="csX192" fmla="*/ 158037 w 694406"/>
              <a:gd name="csY192" fmla="*/ 154446 h 640529"/>
              <a:gd name="csX193" fmla="*/ 143670 w 694406"/>
              <a:gd name="csY193" fmla="*/ 168813 h 640529"/>
              <a:gd name="csX194" fmla="*/ 137684 w 694406"/>
              <a:gd name="csY194" fmla="*/ 159235 h 640529"/>
              <a:gd name="csX195" fmla="*/ 134092 w 694406"/>
              <a:gd name="csY195" fmla="*/ 167615 h 640529"/>
              <a:gd name="csX196" fmla="*/ 138881 w 694406"/>
              <a:gd name="csY196" fmla="*/ 170010 h 640529"/>
              <a:gd name="csX197" fmla="*/ 132895 w 694406"/>
              <a:gd name="csY197" fmla="*/ 178391 h 640529"/>
              <a:gd name="csX198" fmla="*/ 130501 w 694406"/>
              <a:gd name="csY198" fmla="*/ 173602 h 640529"/>
              <a:gd name="csX199" fmla="*/ 129303 w 694406"/>
              <a:gd name="csY199" fmla="*/ 184377 h 640529"/>
              <a:gd name="csX200" fmla="*/ 119725 w 694406"/>
              <a:gd name="csY200" fmla="*/ 189166 h 640529"/>
              <a:gd name="csX201" fmla="*/ 117331 w 694406"/>
              <a:gd name="csY201" fmla="*/ 196349 h 640529"/>
              <a:gd name="csX202" fmla="*/ 110147 w 694406"/>
              <a:gd name="csY202" fmla="*/ 198744 h 640529"/>
              <a:gd name="csX203" fmla="*/ 110147 w 694406"/>
              <a:gd name="csY203" fmla="*/ 211914 h 640529"/>
              <a:gd name="csX204" fmla="*/ 104161 w 694406"/>
              <a:gd name="csY204" fmla="*/ 209519 h 640529"/>
              <a:gd name="csX205" fmla="*/ 102964 w 694406"/>
              <a:gd name="csY205" fmla="*/ 220294 h 640529"/>
              <a:gd name="csX206" fmla="*/ 94583 w 694406"/>
              <a:gd name="csY206" fmla="*/ 228675 h 640529"/>
              <a:gd name="csX207" fmla="*/ 92188 w 694406"/>
              <a:gd name="csY207" fmla="*/ 226281 h 640529"/>
              <a:gd name="csX208" fmla="*/ 86202 w 694406"/>
              <a:gd name="csY208" fmla="*/ 245437 h 640529"/>
              <a:gd name="csX209" fmla="*/ 83808 w 694406"/>
              <a:gd name="csY209" fmla="*/ 249028 h 640529"/>
              <a:gd name="csX210" fmla="*/ 74230 w 694406"/>
              <a:gd name="csY210" fmla="*/ 257409 h 640529"/>
              <a:gd name="csX211" fmla="*/ 71835 w 694406"/>
              <a:gd name="csY211" fmla="*/ 265790 h 640529"/>
              <a:gd name="csX212" fmla="*/ 71835 w 694406"/>
              <a:gd name="csY212" fmla="*/ 272973 h 640529"/>
              <a:gd name="csX213" fmla="*/ 74230 w 694406"/>
              <a:gd name="csY213" fmla="*/ 275368 h 640529"/>
              <a:gd name="csX214" fmla="*/ 67046 w 694406"/>
              <a:gd name="csY214" fmla="*/ 276565 h 640529"/>
              <a:gd name="csX215" fmla="*/ 62257 w 694406"/>
              <a:gd name="csY215" fmla="*/ 292130 h 640529"/>
              <a:gd name="csX216" fmla="*/ 64652 w 694406"/>
              <a:gd name="csY216" fmla="*/ 294524 h 640529"/>
              <a:gd name="csX217" fmla="*/ 57468 w 694406"/>
              <a:gd name="csY217" fmla="*/ 293327 h 640529"/>
              <a:gd name="csX218" fmla="*/ 55074 w 694406"/>
              <a:gd name="csY218" fmla="*/ 302905 h 640529"/>
              <a:gd name="csX219" fmla="*/ 49087 w 694406"/>
              <a:gd name="csY219" fmla="*/ 302905 h 640529"/>
              <a:gd name="csX220" fmla="*/ 50285 w 694406"/>
              <a:gd name="csY220" fmla="*/ 313680 h 640529"/>
              <a:gd name="csX221" fmla="*/ 45496 w 694406"/>
              <a:gd name="csY221" fmla="*/ 323258 h 640529"/>
              <a:gd name="csX222" fmla="*/ 43101 w 694406"/>
              <a:gd name="csY222" fmla="*/ 340020 h 640529"/>
              <a:gd name="csX223" fmla="*/ 38312 w 694406"/>
              <a:gd name="csY223" fmla="*/ 344809 h 640529"/>
              <a:gd name="csX224" fmla="*/ 45496 w 694406"/>
              <a:gd name="csY224" fmla="*/ 366359 h 640529"/>
              <a:gd name="csX225" fmla="*/ 40707 w 694406"/>
              <a:gd name="csY225" fmla="*/ 368754 h 640529"/>
              <a:gd name="csX226" fmla="*/ 47890 w 694406"/>
              <a:gd name="csY226" fmla="*/ 373543 h 640529"/>
              <a:gd name="csX227" fmla="*/ 45496 w 694406"/>
              <a:gd name="csY227" fmla="*/ 384318 h 640529"/>
              <a:gd name="csX228" fmla="*/ 52679 w 694406"/>
              <a:gd name="csY228" fmla="*/ 387910 h 640529"/>
              <a:gd name="csX229" fmla="*/ 50285 w 694406"/>
              <a:gd name="csY229" fmla="*/ 397488 h 640529"/>
              <a:gd name="csX230" fmla="*/ 47890 w 694406"/>
              <a:gd name="csY230" fmla="*/ 401079 h 640529"/>
              <a:gd name="csX231" fmla="*/ 57468 w 694406"/>
              <a:gd name="csY231" fmla="*/ 403474 h 640529"/>
              <a:gd name="csX232" fmla="*/ 45496 w 694406"/>
              <a:gd name="csY232" fmla="*/ 411855 h 640529"/>
              <a:gd name="csX233" fmla="*/ 55074 w 694406"/>
              <a:gd name="csY233" fmla="*/ 415447 h 640529"/>
              <a:gd name="csX234" fmla="*/ 62257 w 694406"/>
              <a:gd name="csY234" fmla="*/ 426222 h 640529"/>
              <a:gd name="csX235" fmla="*/ 55074 w 694406"/>
              <a:gd name="csY235" fmla="*/ 431011 h 640529"/>
              <a:gd name="csX236" fmla="*/ 61060 w 694406"/>
              <a:gd name="csY236" fmla="*/ 434603 h 640529"/>
              <a:gd name="csX237" fmla="*/ 67046 w 694406"/>
              <a:gd name="csY237" fmla="*/ 447772 h 640529"/>
              <a:gd name="csX238" fmla="*/ 64652 w 694406"/>
              <a:gd name="csY238" fmla="*/ 450167 h 640529"/>
              <a:gd name="csX239" fmla="*/ 79019 w 694406"/>
              <a:gd name="csY239" fmla="*/ 464534 h 640529"/>
              <a:gd name="csX240" fmla="*/ 81413 w 694406"/>
              <a:gd name="csY240" fmla="*/ 469323 h 640529"/>
              <a:gd name="csX241" fmla="*/ 79019 w 694406"/>
              <a:gd name="csY241" fmla="*/ 471717 h 640529"/>
              <a:gd name="csX242" fmla="*/ 88597 w 694406"/>
              <a:gd name="csY242" fmla="*/ 489676 h 640529"/>
              <a:gd name="csX243" fmla="*/ 83808 w 694406"/>
              <a:gd name="csY243" fmla="*/ 493268 h 640529"/>
              <a:gd name="csX244" fmla="*/ 93386 w 694406"/>
              <a:gd name="csY244" fmla="*/ 536369 h 640529"/>
              <a:gd name="csX245" fmla="*/ 93386 w 694406"/>
              <a:gd name="csY245" fmla="*/ 545947 h 640529"/>
              <a:gd name="csX246" fmla="*/ 88597 w 694406"/>
              <a:gd name="csY246" fmla="*/ 548342 h 640529"/>
              <a:gd name="csX247" fmla="*/ 95780 w 694406"/>
              <a:gd name="csY247" fmla="*/ 555525 h 640529"/>
              <a:gd name="csX248" fmla="*/ 93386 w 694406"/>
              <a:gd name="csY248" fmla="*/ 562709 h 640529"/>
              <a:gd name="csX249" fmla="*/ 95780 w 694406"/>
              <a:gd name="csY249" fmla="*/ 572287 h 640529"/>
              <a:gd name="csX250" fmla="*/ 88597 w 694406"/>
              <a:gd name="csY250" fmla="*/ 577076 h 640529"/>
              <a:gd name="csX251" fmla="*/ 88597 w 694406"/>
              <a:gd name="csY251" fmla="*/ 605810 h 640529"/>
              <a:gd name="csX252" fmla="*/ 82610 w 694406"/>
              <a:gd name="csY252" fmla="*/ 609401 h 640529"/>
              <a:gd name="csX253" fmla="*/ 80216 w 694406"/>
              <a:gd name="csY253" fmla="*/ 587851 h 640529"/>
              <a:gd name="csX254" fmla="*/ 80216 w 694406"/>
              <a:gd name="csY254" fmla="*/ 630952 h 640529"/>
              <a:gd name="csX255" fmla="*/ 74230 w 694406"/>
              <a:gd name="csY255" fmla="*/ 607007 h 640529"/>
              <a:gd name="csX256" fmla="*/ 71835 w 694406"/>
              <a:gd name="csY256" fmla="*/ 571089 h 640529"/>
              <a:gd name="csX257" fmla="*/ 67046 w 694406"/>
              <a:gd name="csY257" fmla="*/ 518410 h 640529"/>
              <a:gd name="csX258" fmla="*/ 62257 w 694406"/>
              <a:gd name="csY258" fmla="*/ 484887 h 640529"/>
              <a:gd name="csX259" fmla="*/ 50285 w 694406"/>
              <a:gd name="csY259" fmla="*/ 451364 h 640529"/>
              <a:gd name="csX260" fmla="*/ 0 w 694406"/>
              <a:gd name="csY260" fmla="*/ 323258 h 640529"/>
              <a:gd name="csX261" fmla="*/ 146065 w 694406"/>
              <a:gd name="csY261" fmla="*/ 102964 h 640529"/>
              <a:gd name="csX262" fmla="*/ 340020 w 694406"/>
              <a:gd name="csY262" fmla="*/ 0 h 640529"/>
              <a:gd name="csX263" fmla="*/ 541158 w 694406"/>
              <a:gd name="csY263" fmla="*/ 29931 h 6405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</a:cxnLst>
            <a:rect l="l" t="t" r="r" b="b"/>
            <a:pathLst>
              <a:path w="694406" h="640529">
                <a:moveTo>
                  <a:pt x="541158" y="29931"/>
                </a:moveTo>
                <a:cubicBezTo>
                  <a:pt x="555717" y="34050"/>
                  <a:pt x="570898" y="36444"/>
                  <a:pt x="586654" y="37115"/>
                </a:cubicBezTo>
                <a:cubicBezTo>
                  <a:pt x="604948" y="40180"/>
                  <a:pt x="623314" y="42574"/>
                  <a:pt x="641727" y="44298"/>
                </a:cubicBezTo>
                <a:cubicBezTo>
                  <a:pt x="653868" y="48441"/>
                  <a:pt x="666630" y="50835"/>
                  <a:pt x="680039" y="51482"/>
                </a:cubicBezTo>
                <a:cubicBezTo>
                  <a:pt x="684828" y="51482"/>
                  <a:pt x="689617" y="51482"/>
                  <a:pt x="694407" y="51482"/>
                </a:cubicBezTo>
                <a:cubicBezTo>
                  <a:pt x="669432" y="198026"/>
                  <a:pt x="606768" y="325724"/>
                  <a:pt x="506438" y="434603"/>
                </a:cubicBezTo>
                <a:cubicBezTo>
                  <a:pt x="441714" y="499781"/>
                  <a:pt x="368682" y="553250"/>
                  <a:pt x="287341" y="595034"/>
                </a:cubicBezTo>
                <a:cubicBezTo>
                  <a:pt x="259900" y="605378"/>
                  <a:pt x="232770" y="616154"/>
                  <a:pt x="205927" y="627360"/>
                </a:cubicBezTo>
                <a:cubicBezTo>
                  <a:pt x="187969" y="633418"/>
                  <a:pt x="169603" y="637824"/>
                  <a:pt x="150854" y="640530"/>
                </a:cubicBezTo>
                <a:cubicBezTo>
                  <a:pt x="141420" y="639787"/>
                  <a:pt x="133422" y="636196"/>
                  <a:pt x="126909" y="629755"/>
                </a:cubicBezTo>
                <a:cubicBezTo>
                  <a:pt x="130812" y="628342"/>
                  <a:pt x="134404" y="626354"/>
                  <a:pt x="137684" y="623768"/>
                </a:cubicBezTo>
                <a:cubicBezTo>
                  <a:pt x="142784" y="625804"/>
                  <a:pt x="147573" y="626618"/>
                  <a:pt x="152051" y="626163"/>
                </a:cubicBezTo>
                <a:cubicBezTo>
                  <a:pt x="154230" y="624175"/>
                  <a:pt x="155834" y="621781"/>
                  <a:pt x="156840" y="618979"/>
                </a:cubicBezTo>
                <a:cubicBezTo>
                  <a:pt x="157822" y="620081"/>
                  <a:pt x="159019" y="620871"/>
                  <a:pt x="160432" y="621374"/>
                </a:cubicBezTo>
                <a:cubicBezTo>
                  <a:pt x="170776" y="615579"/>
                  <a:pt x="181958" y="611987"/>
                  <a:pt x="193955" y="610599"/>
                </a:cubicBezTo>
                <a:cubicBezTo>
                  <a:pt x="198337" y="609401"/>
                  <a:pt x="201138" y="606600"/>
                  <a:pt x="202336" y="602218"/>
                </a:cubicBezTo>
                <a:cubicBezTo>
                  <a:pt x="209040" y="602840"/>
                  <a:pt x="215027" y="602840"/>
                  <a:pt x="220294" y="602218"/>
                </a:cubicBezTo>
                <a:cubicBezTo>
                  <a:pt x="224892" y="601404"/>
                  <a:pt x="228484" y="598219"/>
                  <a:pt x="231070" y="592640"/>
                </a:cubicBezTo>
                <a:cubicBezTo>
                  <a:pt x="232411" y="593885"/>
                  <a:pt x="234015" y="594699"/>
                  <a:pt x="235859" y="595034"/>
                </a:cubicBezTo>
                <a:cubicBezTo>
                  <a:pt x="238660" y="592616"/>
                  <a:pt x="241438" y="590221"/>
                  <a:pt x="244239" y="587851"/>
                </a:cubicBezTo>
                <a:cubicBezTo>
                  <a:pt x="245892" y="589120"/>
                  <a:pt x="247089" y="590700"/>
                  <a:pt x="247831" y="592640"/>
                </a:cubicBezTo>
                <a:cubicBezTo>
                  <a:pt x="250034" y="587540"/>
                  <a:pt x="253219" y="585935"/>
                  <a:pt x="257409" y="587851"/>
                </a:cubicBezTo>
                <a:cubicBezTo>
                  <a:pt x="261097" y="581170"/>
                  <a:pt x="266293" y="579566"/>
                  <a:pt x="272974" y="583062"/>
                </a:cubicBezTo>
                <a:cubicBezTo>
                  <a:pt x="282983" y="578057"/>
                  <a:pt x="293758" y="571664"/>
                  <a:pt x="305299" y="563906"/>
                </a:cubicBezTo>
                <a:cubicBezTo>
                  <a:pt x="307023" y="566180"/>
                  <a:pt x="309011" y="566588"/>
                  <a:pt x="311286" y="565103"/>
                </a:cubicBezTo>
                <a:cubicBezTo>
                  <a:pt x="313968" y="562541"/>
                  <a:pt x="316362" y="559739"/>
                  <a:pt x="318469" y="556722"/>
                </a:cubicBezTo>
                <a:cubicBezTo>
                  <a:pt x="321822" y="556387"/>
                  <a:pt x="325413" y="556387"/>
                  <a:pt x="329244" y="556722"/>
                </a:cubicBezTo>
                <a:cubicBezTo>
                  <a:pt x="348281" y="544606"/>
                  <a:pt x="366240" y="531029"/>
                  <a:pt x="383121" y="516016"/>
                </a:cubicBezTo>
                <a:cubicBezTo>
                  <a:pt x="384534" y="516518"/>
                  <a:pt x="385731" y="517309"/>
                  <a:pt x="386713" y="518410"/>
                </a:cubicBezTo>
                <a:cubicBezTo>
                  <a:pt x="391238" y="513669"/>
                  <a:pt x="394423" y="508066"/>
                  <a:pt x="396291" y="501649"/>
                </a:cubicBezTo>
                <a:cubicBezTo>
                  <a:pt x="397081" y="503253"/>
                  <a:pt x="397895" y="504833"/>
                  <a:pt x="398685" y="506438"/>
                </a:cubicBezTo>
                <a:cubicBezTo>
                  <a:pt x="401128" y="503109"/>
                  <a:pt x="403115" y="499518"/>
                  <a:pt x="404671" y="495662"/>
                </a:cubicBezTo>
                <a:cubicBezTo>
                  <a:pt x="408407" y="494896"/>
                  <a:pt x="411208" y="492909"/>
                  <a:pt x="413052" y="489676"/>
                </a:cubicBezTo>
                <a:cubicBezTo>
                  <a:pt x="413842" y="490466"/>
                  <a:pt x="414656" y="491280"/>
                  <a:pt x="415447" y="492071"/>
                </a:cubicBezTo>
                <a:cubicBezTo>
                  <a:pt x="416237" y="489676"/>
                  <a:pt x="417051" y="487282"/>
                  <a:pt x="417841" y="484887"/>
                </a:cubicBezTo>
                <a:cubicBezTo>
                  <a:pt x="418631" y="485677"/>
                  <a:pt x="419445" y="486491"/>
                  <a:pt x="420236" y="487282"/>
                </a:cubicBezTo>
                <a:cubicBezTo>
                  <a:pt x="422079" y="484049"/>
                  <a:pt x="424881" y="482062"/>
                  <a:pt x="428616" y="481295"/>
                </a:cubicBezTo>
                <a:cubicBezTo>
                  <a:pt x="425432" y="476889"/>
                  <a:pt x="425815" y="475692"/>
                  <a:pt x="429814" y="477704"/>
                </a:cubicBezTo>
                <a:cubicBezTo>
                  <a:pt x="433573" y="474160"/>
                  <a:pt x="436782" y="470161"/>
                  <a:pt x="439392" y="465731"/>
                </a:cubicBezTo>
                <a:cubicBezTo>
                  <a:pt x="440182" y="466521"/>
                  <a:pt x="440996" y="467335"/>
                  <a:pt x="441786" y="468126"/>
                </a:cubicBezTo>
                <a:cubicBezTo>
                  <a:pt x="446575" y="461469"/>
                  <a:pt x="451771" y="455076"/>
                  <a:pt x="457350" y="448970"/>
                </a:cubicBezTo>
                <a:cubicBezTo>
                  <a:pt x="458763" y="449472"/>
                  <a:pt x="459960" y="450263"/>
                  <a:pt x="460942" y="451364"/>
                </a:cubicBezTo>
                <a:cubicBezTo>
                  <a:pt x="461565" y="446288"/>
                  <a:pt x="463959" y="442313"/>
                  <a:pt x="468126" y="439392"/>
                </a:cubicBezTo>
                <a:cubicBezTo>
                  <a:pt x="468916" y="440996"/>
                  <a:pt x="469730" y="442576"/>
                  <a:pt x="470520" y="444181"/>
                </a:cubicBezTo>
                <a:cubicBezTo>
                  <a:pt x="472149" y="441116"/>
                  <a:pt x="471765" y="438314"/>
                  <a:pt x="469323" y="435800"/>
                </a:cubicBezTo>
                <a:cubicBezTo>
                  <a:pt x="472077" y="434267"/>
                  <a:pt x="474471" y="432256"/>
                  <a:pt x="476507" y="429814"/>
                </a:cubicBezTo>
                <a:cubicBezTo>
                  <a:pt x="477919" y="430316"/>
                  <a:pt x="479116" y="431107"/>
                  <a:pt x="480098" y="432208"/>
                </a:cubicBezTo>
                <a:cubicBezTo>
                  <a:pt x="480362" y="425144"/>
                  <a:pt x="483953" y="421960"/>
                  <a:pt x="490874" y="422630"/>
                </a:cubicBezTo>
                <a:cubicBezTo>
                  <a:pt x="490347" y="419804"/>
                  <a:pt x="491137" y="417410"/>
                  <a:pt x="493268" y="415447"/>
                </a:cubicBezTo>
                <a:cubicBezTo>
                  <a:pt x="498512" y="409221"/>
                  <a:pt x="504881" y="404432"/>
                  <a:pt x="512424" y="401079"/>
                </a:cubicBezTo>
                <a:cubicBezTo>
                  <a:pt x="511921" y="399667"/>
                  <a:pt x="511131" y="398469"/>
                  <a:pt x="510030" y="397488"/>
                </a:cubicBezTo>
                <a:cubicBezTo>
                  <a:pt x="514411" y="396290"/>
                  <a:pt x="517213" y="393489"/>
                  <a:pt x="518410" y="389107"/>
                </a:cubicBezTo>
                <a:cubicBezTo>
                  <a:pt x="519200" y="390711"/>
                  <a:pt x="520015" y="392292"/>
                  <a:pt x="520805" y="393896"/>
                </a:cubicBezTo>
                <a:cubicBezTo>
                  <a:pt x="522744" y="389251"/>
                  <a:pt x="523942" y="384462"/>
                  <a:pt x="524397" y="379529"/>
                </a:cubicBezTo>
                <a:cubicBezTo>
                  <a:pt x="532921" y="380080"/>
                  <a:pt x="536513" y="376895"/>
                  <a:pt x="535172" y="369951"/>
                </a:cubicBezTo>
                <a:cubicBezTo>
                  <a:pt x="537566" y="369161"/>
                  <a:pt x="539961" y="368347"/>
                  <a:pt x="542355" y="367556"/>
                </a:cubicBezTo>
                <a:cubicBezTo>
                  <a:pt x="543481" y="363366"/>
                  <a:pt x="545085" y="359391"/>
                  <a:pt x="547144" y="355584"/>
                </a:cubicBezTo>
                <a:cubicBezTo>
                  <a:pt x="547935" y="356374"/>
                  <a:pt x="548749" y="357188"/>
                  <a:pt x="549539" y="357978"/>
                </a:cubicBezTo>
                <a:cubicBezTo>
                  <a:pt x="552029" y="349789"/>
                  <a:pt x="556818" y="343396"/>
                  <a:pt x="563906" y="338822"/>
                </a:cubicBezTo>
                <a:cubicBezTo>
                  <a:pt x="565391" y="336548"/>
                  <a:pt x="564984" y="334560"/>
                  <a:pt x="562709" y="332836"/>
                </a:cubicBezTo>
                <a:cubicBezTo>
                  <a:pt x="565223" y="330154"/>
                  <a:pt x="568024" y="328957"/>
                  <a:pt x="571090" y="329244"/>
                </a:cubicBezTo>
                <a:cubicBezTo>
                  <a:pt x="571880" y="326060"/>
                  <a:pt x="572694" y="322851"/>
                  <a:pt x="573484" y="319666"/>
                </a:cubicBezTo>
                <a:cubicBezTo>
                  <a:pt x="580021" y="315763"/>
                  <a:pt x="582822" y="310567"/>
                  <a:pt x="581865" y="304102"/>
                </a:cubicBezTo>
                <a:cubicBezTo>
                  <a:pt x="583661" y="300534"/>
                  <a:pt x="585672" y="300151"/>
                  <a:pt x="587851" y="302905"/>
                </a:cubicBezTo>
                <a:cubicBezTo>
                  <a:pt x="589743" y="297900"/>
                  <a:pt x="592544" y="293518"/>
                  <a:pt x="596232" y="289735"/>
                </a:cubicBezTo>
                <a:cubicBezTo>
                  <a:pt x="590174" y="284778"/>
                  <a:pt x="590581" y="282767"/>
                  <a:pt x="597429" y="283749"/>
                </a:cubicBezTo>
                <a:cubicBezTo>
                  <a:pt x="600877" y="277643"/>
                  <a:pt x="602074" y="271657"/>
                  <a:pt x="601021" y="265790"/>
                </a:cubicBezTo>
                <a:cubicBezTo>
                  <a:pt x="603942" y="260761"/>
                  <a:pt x="605930" y="261169"/>
                  <a:pt x="607007" y="266987"/>
                </a:cubicBezTo>
                <a:cubicBezTo>
                  <a:pt x="609665" y="262438"/>
                  <a:pt x="610072" y="258056"/>
                  <a:pt x="608204" y="253817"/>
                </a:cubicBezTo>
                <a:cubicBezTo>
                  <a:pt x="615292" y="251806"/>
                  <a:pt x="616106" y="249412"/>
                  <a:pt x="610599" y="246634"/>
                </a:cubicBezTo>
                <a:cubicBezTo>
                  <a:pt x="612993" y="243018"/>
                  <a:pt x="616202" y="240241"/>
                  <a:pt x="620177" y="238253"/>
                </a:cubicBezTo>
                <a:cubicBezTo>
                  <a:pt x="618165" y="229920"/>
                  <a:pt x="620560" y="222737"/>
                  <a:pt x="627360" y="216703"/>
                </a:cubicBezTo>
                <a:cubicBezTo>
                  <a:pt x="626331" y="214811"/>
                  <a:pt x="625541" y="212800"/>
                  <a:pt x="624966" y="210716"/>
                </a:cubicBezTo>
                <a:cubicBezTo>
                  <a:pt x="627863" y="203509"/>
                  <a:pt x="631048" y="196325"/>
                  <a:pt x="634544" y="189166"/>
                </a:cubicBezTo>
                <a:cubicBezTo>
                  <a:pt x="633754" y="185167"/>
                  <a:pt x="632939" y="181192"/>
                  <a:pt x="632149" y="177193"/>
                </a:cubicBezTo>
                <a:cubicBezTo>
                  <a:pt x="633227" y="171255"/>
                  <a:pt x="635621" y="168070"/>
                  <a:pt x="639333" y="167615"/>
                </a:cubicBezTo>
                <a:cubicBezTo>
                  <a:pt x="638351" y="165340"/>
                  <a:pt x="636771" y="163760"/>
                  <a:pt x="634544" y="162826"/>
                </a:cubicBezTo>
                <a:cubicBezTo>
                  <a:pt x="644050" y="154924"/>
                  <a:pt x="643260" y="147741"/>
                  <a:pt x="632149" y="141276"/>
                </a:cubicBezTo>
                <a:cubicBezTo>
                  <a:pt x="636843" y="136990"/>
                  <a:pt x="640434" y="138187"/>
                  <a:pt x="642925" y="144868"/>
                </a:cubicBezTo>
                <a:cubicBezTo>
                  <a:pt x="642853" y="139671"/>
                  <a:pt x="644840" y="134475"/>
                  <a:pt x="648911" y="129303"/>
                </a:cubicBezTo>
                <a:cubicBezTo>
                  <a:pt x="639955" y="126909"/>
                  <a:pt x="639955" y="123724"/>
                  <a:pt x="648911" y="119725"/>
                </a:cubicBezTo>
                <a:cubicBezTo>
                  <a:pt x="643954" y="118815"/>
                  <a:pt x="640363" y="120803"/>
                  <a:pt x="638136" y="125711"/>
                </a:cubicBezTo>
                <a:cubicBezTo>
                  <a:pt x="637130" y="122694"/>
                  <a:pt x="635143" y="121114"/>
                  <a:pt x="632149" y="120922"/>
                </a:cubicBezTo>
                <a:cubicBezTo>
                  <a:pt x="630808" y="117834"/>
                  <a:pt x="628414" y="115846"/>
                  <a:pt x="624966" y="114936"/>
                </a:cubicBezTo>
                <a:cubicBezTo>
                  <a:pt x="629515" y="114409"/>
                  <a:pt x="634304" y="112422"/>
                  <a:pt x="639333" y="108950"/>
                </a:cubicBezTo>
                <a:cubicBezTo>
                  <a:pt x="635693" y="104975"/>
                  <a:pt x="636483" y="102197"/>
                  <a:pt x="641727" y="100569"/>
                </a:cubicBezTo>
                <a:cubicBezTo>
                  <a:pt x="639046" y="99971"/>
                  <a:pt x="636651" y="98773"/>
                  <a:pt x="634544" y="96977"/>
                </a:cubicBezTo>
                <a:cubicBezTo>
                  <a:pt x="641823" y="91231"/>
                  <a:pt x="647426" y="84047"/>
                  <a:pt x="651305" y="75427"/>
                </a:cubicBezTo>
                <a:cubicBezTo>
                  <a:pt x="647570" y="73392"/>
                  <a:pt x="643978" y="74206"/>
                  <a:pt x="640530" y="77821"/>
                </a:cubicBezTo>
                <a:cubicBezTo>
                  <a:pt x="639740" y="77031"/>
                  <a:pt x="638926" y="76217"/>
                  <a:pt x="638136" y="75427"/>
                </a:cubicBezTo>
                <a:cubicBezTo>
                  <a:pt x="636124" y="82515"/>
                  <a:pt x="633730" y="83329"/>
                  <a:pt x="630952" y="77821"/>
                </a:cubicBezTo>
                <a:cubicBezTo>
                  <a:pt x="630162" y="79426"/>
                  <a:pt x="629348" y="81006"/>
                  <a:pt x="628558" y="82610"/>
                </a:cubicBezTo>
                <a:cubicBezTo>
                  <a:pt x="626187" y="74541"/>
                  <a:pt x="621398" y="72146"/>
                  <a:pt x="614191" y="75427"/>
                </a:cubicBezTo>
                <a:cubicBezTo>
                  <a:pt x="610527" y="73703"/>
                  <a:pt x="607342" y="71308"/>
                  <a:pt x="604613" y="68243"/>
                </a:cubicBezTo>
                <a:cubicBezTo>
                  <a:pt x="601452" y="70207"/>
                  <a:pt x="598650" y="72601"/>
                  <a:pt x="596232" y="75427"/>
                </a:cubicBezTo>
                <a:cubicBezTo>
                  <a:pt x="596735" y="76840"/>
                  <a:pt x="597525" y="78037"/>
                  <a:pt x="598626" y="79019"/>
                </a:cubicBezTo>
                <a:cubicBezTo>
                  <a:pt x="592496" y="81605"/>
                  <a:pt x="586103" y="82802"/>
                  <a:pt x="579470" y="82610"/>
                </a:cubicBezTo>
                <a:cubicBezTo>
                  <a:pt x="579829" y="80096"/>
                  <a:pt x="579422" y="77702"/>
                  <a:pt x="578273" y="75427"/>
                </a:cubicBezTo>
                <a:cubicBezTo>
                  <a:pt x="575040" y="78923"/>
                  <a:pt x="571449" y="82108"/>
                  <a:pt x="567498" y="85005"/>
                </a:cubicBezTo>
                <a:cubicBezTo>
                  <a:pt x="563786" y="82179"/>
                  <a:pt x="559811" y="79785"/>
                  <a:pt x="555525" y="77821"/>
                </a:cubicBezTo>
                <a:cubicBezTo>
                  <a:pt x="565870" y="71189"/>
                  <a:pt x="565079" y="68387"/>
                  <a:pt x="553131" y="69441"/>
                </a:cubicBezTo>
                <a:cubicBezTo>
                  <a:pt x="551957" y="74852"/>
                  <a:pt x="549946" y="80838"/>
                  <a:pt x="547144" y="87399"/>
                </a:cubicBezTo>
                <a:cubicBezTo>
                  <a:pt x="545013" y="84502"/>
                  <a:pt x="543002" y="84502"/>
                  <a:pt x="541158" y="87399"/>
                </a:cubicBezTo>
                <a:cubicBezTo>
                  <a:pt x="544822" y="89267"/>
                  <a:pt x="548821" y="91662"/>
                  <a:pt x="553131" y="94583"/>
                </a:cubicBezTo>
                <a:cubicBezTo>
                  <a:pt x="550521" y="97911"/>
                  <a:pt x="547336" y="99109"/>
                  <a:pt x="543553" y="98175"/>
                </a:cubicBezTo>
                <a:cubicBezTo>
                  <a:pt x="544343" y="97385"/>
                  <a:pt x="545157" y="96570"/>
                  <a:pt x="545947" y="95780"/>
                </a:cubicBezTo>
                <a:cubicBezTo>
                  <a:pt x="539865" y="92356"/>
                  <a:pt x="534693" y="87974"/>
                  <a:pt x="530383" y="82610"/>
                </a:cubicBezTo>
                <a:cubicBezTo>
                  <a:pt x="521954" y="86849"/>
                  <a:pt x="519943" y="93242"/>
                  <a:pt x="524397" y="101766"/>
                </a:cubicBezTo>
                <a:cubicBezTo>
                  <a:pt x="520374" y="102269"/>
                  <a:pt x="517979" y="100689"/>
                  <a:pt x="517213" y="96977"/>
                </a:cubicBezTo>
                <a:cubicBezTo>
                  <a:pt x="518123" y="93841"/>
                  <a:pt x="518913" y="90656"/>
                  <a:pt x="519608" y="87399"/>
                </a:cubicBezTo>
                <a:cubicBezTo>
                  <a:pt x="516471" y="85580"/>
                  <a:pt x="515274" y="83185"/>
                  <a:pt x="516016" y="80216"/>
                </a:cubicBezTo>
                <a:cubicBezTo>
                  <a:pt x="524780" y="84382"/>
                  <a:pt x="527174" y="82778"/>
                  <a:pt x="523199" y="75427"/>
                </a:cubicBezTo>
                <a:cubicBezTo>
                  <a:pt x="519200" y="77031"/>
                  <a:pt x="515226" y="78612"/>
                  <a:pt x="511227" y="80216"/>
                </a:cubicBezTo>
                <a:cubicBezTo>
                  <a:pt x="512592" y="74972"/>
                  <a:pt x="511802" y="70183"/>
                  <a:pt x="508832" y="65849"/>
                </a:cubicBezTo>
                <a:cubicBezTo>
                  <a:pt x="506845" y="69441"/>
                  <a:pt x="504043" y="72242"/>
                  <a:pt x="500452" y="74230"/>
                </a:cubicBezTo>
                <a:cubicBezTo>
                  <a:pt x="506989" y="75954"/>
                  <a:pt x="508593" y="79545"/>
                  <a:pt x="505241" y="85005"/>
                </a:cubicBezTo>
                <a:cubicBezTo>
                  <a:pt x="502056" y="81820"/>
                  <a:pt x="498847" y="78612"/>
                  <a:pt x="495663" y="75427"/>
                </a:cubicBezTo>
                <a:cubicBezTo>
                  <a:pt x="494872" y="75834"/>
                  <a:pt x="494058" y="76217"/>
                  <a:pt x="493268" y="76624"/>
                </a:cubicBezTo>
                <a:cubicBezTo>
                  <a:pt x="499661" y="81988"/>
                  <a:pt x="498464" y="85580"/>
                  <a:pt x="489676" y="87399"/>
                </a:cubicBezTo>
                <a:cubicBezTo>
                  <a:pt x="483187" y="83736"/>
                  <a:pt x="476411" y="81748"/>
                  <a:pt x="469323" y="81413"/>
                </a:cubicBezTo>
                <a:cubicBezTo>
                  <a:pt x="473011" y="80719"/>
                  <a:pt x="476219" y="79114"/>
                  <a:pt x="478901" y="76624"/>
                </a:cubicBezTo>
                <a:cubicBezTo>
                  <a:pt x="477105" y="73056"/>
                  <a:pt x="475094" y="72673"/>
                  <a:pt x="472915" y="75427"/>
                </a:cubicBezTo>
                <a:cubicBezTo>
                  <a:pt x="471789" y="69967"/>
                  <a:pt x="469395" y="65178"/>
                  <a:pt x="465731" y="61060"/>
                </a:cubicBezTo>
                <a:cubicBezTo>
                  <a:pt x="464127" y="64245"/>
                  <a:pt x="462547" y="64245"/>
                  <a:pt x="460942" y="61060"/>
                </a:cubicBezTo>
                <a:cubicBezTo>
                  <a:pt x="460559" y="65586"/>
                  <a:pt x="462547" y="69177"/>
                  <a:pt x="466929" y="71835"/>
                </a:cubicBezTo>
                <a:cubicBezTo>
                  <a:pt x="461349" y="74780"/>
                  <a:pt x="458572" y="78372"/>
                  <a:pt x="458548" y="82610"/>
                </a:cubicBezTo>
                <a:cubicBezTo>
                  <a:pt x="454405" y="82251"/>
                  <a:pt x="454022" y="80671"/>
                  <a:pt x="457350" y="77821"/>
                </a:cubicBezTo>
                <a:cubicBezTo>
                  <a:pt x="453567" y="75906"/>
                  <a:pt x="449592" y="74709"/>
                  <a:pt x="445378" y="74230"/>
                </a:cubicBezTo>
                <a:cubicBezTo>
                  <a:pt x="456704" y="72506"/>
                  <a:pt x="457901" y="68124"/>
                  <a:pt x="448970" y="61060"/>
                </a:cubicBezTo>
                <a:cubicBezTo>
                  <a:pt x="446360" y="62952"/>
                  <a:pt x="443582" y="64556"/>
                  <a:pt x="440589" y="65849"/>
                </a:cubicBezTo>
                <a:cubicBezTo>
                  <a:pt x="437428" y="61874"/>
                  <a:pt x="433453" y="59072"/>
                  <a:pt x="428616" y="57468"/>
                </a:cubicBezTo>
                <a:cubicBezTo>
                  <a:pt x="435800" y="56678"/>
                  <a:pt x="442983" y="55864"/>
                  <a:pt x="450167" y="55074"/>
                </a:cubicBezTo>
                <a:cubicBezTo>
                  <a:pt x="446120" y="51697"/>
                  <a:pt x="441738" y="48920"/>
                  <a:pt x="436997" y="46693"/>
                </a:cubicBezTo>
                <a:cubicBezTo>
                  <a:pt x="436207" y="49087"/>
                  <a:pt x="435393" y="51482"/>
                  <a:pt x="434603" y="53876"/>
                </a:cubicBezTo>
                <a:cubicBezTo>
                  <a:pt x="432998" y="50692"/>
                  <a:pt x="431418" y="50692"/>
                  <a:pt x="429814" y="53876"/>
                </a:cubicBezTo>
                <a:cubicBezTo>
                  <a:pt x="428329" y="51602"/>
                  <a:pt x="428736" y="49614"/>
                  <a:pt x="431011" y="47890"/>
                </a:cubicBezTo>
                <a:cubicBezTo>
                  <a:pt x="428521" y="44011"/>
                  <a:pt x="425743" y="43628"/>
                  <a:pt x="422630" y="46693"/>
                </a:cubicBezTo>
                <a:cubicBezTo>
                  <a:pt x="421146" y="44418"/>
                  <a:pt x="421553" y="42431"/>
                  <a:pt x="423827" y="40707"/>
                </a:cubicBezTo>
                <a:cubicBezTo>
                  <a:pt x="421553" y="39557"/>
                  <a:pt x="419158" y="39150"/>
                  <a:pt x="416644" y="39509"/>
                </a:cubicBezTo>
                <a:cubicBezTo>
                  <a:pt x="416596" y="44538"/>
                  <a:pt x="418176" y="48920"/>
                  <a:pt x="421433" y="52679"/>
                </a:cubicBezTo>
                <a:cubicBezTo>
                  <a:pt x="419230" y="57013"/>
                  <a:pt x="417219" y="56606"/>
                  <a:pt x="415447" y="51482"/>
                </a:cubicBezTo>
                <a:cubicBezTo>
                  <a:pt x="410562" y="51147"/>
                  <a:pt x="405366" y="51937"/>
                  <a:pt x="399882" y="53876"/>
                </a:cubicBezTo>
                <a:cubicBezTo>
                  <a:pt x="397751" y="51913"/>
                  <a:pt x="396961" y="49518"/>
                  <a:pt x="397488" y="46693"/>
                </a:cubicBezTo>
                <a:cubicBezTo>
                  <a:pt x="411711" y="48345"/>
                  <a:pt x="413723" y="45951"/>
                  <a:pt x="403474" y="39509"/>
                </a:cubicBezTo>
                <a:cubicBezTo>
                  <a:pt x="399092" y="44921"/>
                  <a:pt x="395093" y="44921"/>
                  <a:pt x="391502" y="39509"/>
                </a:cubicBezTo>
                <a:cubicBezTo>
                  <a:pt x="389730" y="42071"/>
                  <a:pt x="387335" y="43676"/>
                  <a:pt x="384318" y="44298"/>
                </a:cubicBezTo>
                <a:cubicBezTo>
                  <a:pt x="378021" y="36037"/>
                  <a:pt x="370837" y="34433"/>
                  <a:pt x="362767" y="39509"/>
                </a:cubicBezTo>
                <a:cubicBezTo>
                  <a:pt x="360181" y="33930"/>
                  <a:pt x="356590" y="30745"/>
                  <a:pt x="351992" y="29931"/>
                </a:cubicBezTo>
                <a:cubicBezTo>
                  <a:pt x="347467" y="32589"/>
                  <a:pt x="342678" y="34577"/>
                  <a:pt x="337625" y="35918"/>
                </a:cubicBezTo>
                <a:cubicBezTo>
                  <a:pt x="340499" y="37474"/>
                  <a:pt x="340499" y="38671"/>
                  <a:pt x="337625" y="39509"/>
                </a:cubicBezTo>
                <a:cubicBezTo>
                  <a:pt x="334680" y="34840"/>
                  <a:pt x="330681" y="32853"/>
                  <a:pt x="325653" y="33523"/>
                </a:cubicBezTo>
                <a:cubicBezTo>
                  <a:pt x="335063" y="41425"/>
                  <a:pt x="334680" y="42622"/>
                  <a:pt x="324455" y="37115"/>
                </a:cubicBezTo>
                <a:cubicBezTo>
                  <a:pt x="323833" y="44753"/>
                  <a:pt x="319858" y="49542"/>
                  <a:pt x="312483" y="51482"/>
                </a:cubicBezTo>
                <a:cubicBezTo>
                  <a:pt x="311693" y="49878"/>
                  <a:pt x="310879" y="48297"/>
                  <a:pt x="310088" y="46693"/>
                </a:cubicBezTo>
                <a:cubicBezTo>
                  <a:pt x="306305" y="48800"/>
                  <a:pt x="303911" y="51985"/>
                  <a:pt x="302905" y="56271"/>
                </a:cubicBezTo>
                <a:cubicBezTo>
                  <a:pt x="302115" y="55481"/>
                  <a:pt x="301301" y="54667"/>
                  <a:pt x="300510" y="53876"/>
                </a:cubicBezTo>
                <a:cubicBezTo>
                  <a:pt x="295985" y="59671"/>
                  <a:pt x="291196" y="59671"/>
                  <a:pt x="286143" y="53876"/>
                </a:cubicBezTo>
                <a:cubicBezTo>
                  <a:pt x="284300" y="57109"/>
                  <a:pt x="281498" y="59096"/>
                  <a:pt x="277763" y="59863"/>
                </a:cubicBezTo>
                <a:cubicBezTo>
                  <a:pt x="287149" y="63981"/>
                  <a:pt x="286335" y="66783"/>
                  <a:pt x="275368" y="68243"/>
                </a:cubicBezTo>
                <a:cubicBezTo>
                  <a:pt x="272447" y="76073"/>
                  <a:pt x="268041" y="76073"/>
                  <a:pt x="262198" y="68243"/>
                </a:cubicBezTo>
                <a:cubicBezTo>
                  <a:pt x="256763" y="77414"/>
                  <a:pt x="255182" y="76624"/>
                  <a:pt x="257409" y="65849"/>
                </a:cubicBezTo>
                <a:cubicBezTo>
                  <a:pt x="255230" y="67836"/>
                  <a:pt x="253626" y="70231"/>
                  <a:pt x="252620" y="73032"/>
                </a:cubicBezTo>
                <a:cubicBezTo>
                  <a:pt x="251016" y="69848"/>
                  <a:pt x="249436" y="69848"/>
                  <a:pt x="247831" y="73032"/>
                </a:cubicBezTo>
                <a:cubicBezTo>
                  <a:pt x="245509" y="68722"/>
                  <a:pt x="242707" y="64723"/>
                  <a:pt x="239450" y="61060"/>
                </a:cubicBezTo>
                <a:cubicBezTo>
                  <a:pt x="236266" y="61850"/>
                  <a:pt x="233057" y="62664"/>
                  <a:pt x="229872" y="63454"/>
                </a:cubicBezTo>
                <a:cubicBezTo>
                  <a:pt x="227430" y="64652"/>
                  <a:pt x="227023" y="66256"/>
                  <a:pt x="228675" y="68243"/>
                </a:cubicBezTo>
                <a:cubicBezTo>
                  <a:pt x="233153" y="66831"/>
                  <a:pt x="237152" y="68435"/>
                  <a:pt x="240648" y="73032"/>
                </a:cubicBezTo>
                <a:cubicBezTo>
                  <a:pt x="241438" y="72242"/>
                  <a:pt x="242252" y="71428"/>
                  <a:pt x="243042" y="70638"/>
                </a:cubicBezTo>
                <a:cubicBezTo>
                  <a:pt x="243042" y="73823"/>
                  <a:pt x="243042" y="77031"/>
                  <a:pt x="243042" y="80216"/>
                </a:cubicBezTo>
                <a:cubicBezTo>
                  <a:pt x="247496" y="75786"/>
                  <a:pt x="252692" y="75786"/>
                  <a:pt x="258607" y="80216"/>
                </a:cubicBezTo>
                <a:cubicBezTo>
                  <a:pt x="260738" y="82179"/>
                  <a:pt x="261528" y="84574"/>
                  <a:pt x="261001" y="87399"/>
                </a:cubicBezTo>
                <a:cubicBezTo>
                  <a:pt x="258487" y="87040"/>
                  <a:pt x="256092" y="87447"/>
                  <a:pt x="253818" y="88597"/>
                </a:cubicBezTo>
                <a:cubicBezTo>
                  <a:pt x="256212" y="92212"/>
                  <a:pt x="259421" y="94990"/>
                  <a:pt x="263396" y="96977"/>
                </a:cubicBezTo>
                <a:cubicBezTo>
                  <a:pt x="257337" y="102341"/>
                  <a:pt x="250968" y="102341"/>
                  <a:pt x="244239" y="96977"/>
                </a:cubicBezTo>
                <a:cubicBezTo>
                  <a:pt x="243449" y="98582"/>
                  <a:pt x="242635" y="100162"/>
                  <a:pt x="241845" y="101766"/>
                </a:cubicBezTo>
                <a:cubicBezTo>
                  <a:pt x="240241" y="100162"/>
                  <a:pt x="238660" y="98582"/>
                  <a:pt x="237056" y="96977"/>
                </a:cubicBezTo>
                <a:cubicBezTo>
                  <a:pt x="236074" y="98797"/>
                  <a:pt x="235667" y="101192"/>
                  <a:pt x="235859" y="104161"/>
                </a:cubicBezTo>
                <a:cubicBezTo>
                  <a:pt x="228292" y="97528"/>
                  <a:pt x="223910" y="98318"/>
                  <a:pt x="222689" y="106555"/>
                </a:cubicBezTo>
                <a:cubicBezTo>
                  <a:pt x="220702" y="104161"/>
                  <a:pt x="218690" y="101766"/>
                  <a:pt x="216703" y="99372"/>
                </a:cubicBezTo>
                <a:cubicBezTo>
                  <a:pt x="215218" y="101647"/>
                  <a:pt x="215625" y="103634"/>
                  <a:pt x="217900" y="105358"/>
                </a:cubicBezTo>
                <a:cubicBezTo>
                  <a:pt x="216631" y="107010"/>
                  <a:pt x="215051" y="108208"/>
                  <a:pt x="213111" y="108950"/>
                </a:cubicBezTo>
                <a:cubicBezTo>
                  <a:pt x="213638" y="104712"/>
                  <a:pt x="211650" y="100713"/>
                  <a:pt x="207125" y="96977"/>
                </a:cubicBezTo>
                <a:cubicBezTo>
                  <a:pt x="206263" y="104257"/>
                  <a:pt x="204658" y="105071"/>
                  <a:pt x="202336" y="99372"/>
                </a:cubicBezTo>
                <a:cubicBezTo>
                  <a:pt x="197451" y="99923"/>
                  <a:pt x="192279" y="101910"/>
                  <a:pt x="186771" y="105358"/>
                </a:cubicBezTo>
                <a:cubicBezTo>
                  <a:pt x="189525" y="107537"/>
                  <a:pt x="189142" y="109549"/>
                  <a:pt x="185574" y="111344"/>
                </a:cubicBezTo>
                <a:cubicBezTo>
                  <a:pt x="183970" y="104951"/>
                  <a:pt x="182389" y="104951"/>
                  <a:pt x="180785" y="111344"/>
                </a:cubicBezTo>
                <a:cubicBezTo>
                  <a:pt x="179995" y="110554"/>
                  <a:pt x="179181" y="109740"/>
                  <a:pt x="178391" y="108950"/>
                </a:cubicBezTo>
                <a:cubicBezTo>
                  <a:pt x="176786" y="112949"/>
                  <a:pt x="176786" y="116924"/>
                  <a:pt x="178391" y="120922"/>
                </a:cubicBezTo>
                <a:cubicBezTo>
                  <a:pt x="180570" y="118169"/>
                  <a:pt x="182581" y="118552"/>
                  <a:pt x="184377" y="122120"/>
                </a:cubicBezTo>
                <a:cubicBezTo>
                  <a:pt x="167903" y="120228"/>
                  <a:pt x="164718" y="125807"/>
                  <a:pt x="174799" y="138881"/>
                </a:cubicBezTo>
                <a:cubicBezTo>
                  <a:pt x="172787" y="141300"/>
                  <a:pt x="171997" y="144101"/>
                  <a:pt x="172404" y="147262"/>
                </a:cubicBezTo>
                <a:cubicBezTo>
                  <a:pt x="167879" y="146783"/>
                  <a:pt x="164287" y="148363"/>
                  <a:pt x="161629" y="152051"/>
                </a:cubicBezTo>
                <a:cubicBezTo>
                  <a:pt x="153823" y="148842"/>
                  <a:pt x="152626" y="149633"/>
                  <a:pt x="158037" y="154446"/>
                </a:cubicBezTo>
                <a:cubicBezTo>
                  <a:pt x="151644" y="157630"/>
                  <a:pt x="146855" y="162419"/>
                  <a:pt x="143670" y="168813"/>
                </a:cubicBezTo>
                <a:cubicBezTo>
                  <a:pt x="140150" y="166705"/>
                  <a:pt x="138163" y="163521"/>
                  <a:pt x="137684" y="159235"/>
                </a:cubicBezTo>
                <a:cubicBezTo>
                  <a:pt x="136942" y="162276"/>
                  <a:pt x="135744" y="165053"/>
                  <a:pt x="134092" y="167615"/>
                </a:cubicBezTo>
                <a:cubicBezTo>
                  <a:pt x="135697" y="168406"/>
                  <a:pt x="137277" y="169220"/>
                  <a:pt x="138881" y="170010"/>
                </a:cubicBezTo>
                <a:cubicBezTo>
                  <a:pt x="135649" y="171854"/>
                  <a:pt x="133661" y="174655"/>
                  <a:pt x="132895" y="178391"/>
                </a:cubicBezTo>
                <a:cubicBezTo>
                  <a:pt x="132105" y="176786"/>
                  <a:pt x="131291" y="175206"/>
                  <a:pt x="130501" y="173602"/>
                </a:cubicBezTo>
                <a:cubicBezTo>
                  <a:pt x="124107" y="177145"/>
                  <a:pt x="123724" y="180737"/>
                  <a:pt x="129303" y="184377"/>
                </a:cubicBezTo>
                <a:cubicBezTo>
                  <a:pt x="126621" y="186867"/>
                  <a:pt x="123413" y="188471"/>
                  <a:pt x="119725" y="189166"/>
                </a:cubicBezTo>
                <a:cubicBezTo>
                  <a:pt x="122024" y="191919"/>
                  <a:pt x="121210" y="194314"/>
                  <a:pt x="117331" y="196349"/>
                </a:cubicBezTo>
                <a:cubicBezTo>
                  <a:pt x="114936" y="197140"/>
                  <a:pt x="112542" y="197954"/>
                  <a:pt x="110147" y="198744"/>
                </a:cubicBezTo>
                <a:cubicBezTo>
                  <a:pt x="109860" y="203030"/>
                  <a:pt x="109860" y="207412"/>
                  <a:pt x="110147" y="211914"/>
                </a:cubicBezTo>
                <a:cubicBezTo>
                  <a:pt x="107441" y="214548"/>
                  <a:pt x="105454" y="213757"/>
                  <a:pt x="104161" y="209519"/>
                </a:cubicBezTo>
                <a:cubicBezTo>
                  <a:pt x="100881" y="213087"/>
                  <a:pt x="100497" y="216679"/>
                  <a:pt x="102964" y="220294"/>
                </a:cubicBezTo>
                <a:cubicBezTo>
                  <a:pt x="100162" y="223096"/>
                  <a:pt x="97385" y="225874"/>
                  <a:pt x="94583" y="228675"/>
                </a:cubicBezTo>
                <a:cubicBezTo>
                  <a:pt x="93793" y="227885"/>
                  <a:pt x="92979" y="227071"/>
                  <a:pt x="92188" y="226281"/>
                </a:cubicBezTo>
                <a:cubicBezTo>
                  <a:pt x="90919" y="232913"/>
                  <a:pt x="88932" y="239307"/>
                  <a:pt x="86202" y="245437"/>
                </a:cubicBezTo>
                <a:cubicBezTo>
                  <a:pt x="81389" y="240025"/>
                  <a:pt x="80599" y="241222"/>
                  <a:pt x="83808" y="249028"/>
                </a:cubicBezTo>
                <a:cubicBezTo>
                  <a:pt x="81748" y="254799"/>
                  <a:pt x="78564" y="257601"/>
                  <a:pt x="74230" y="257409"/>
                </a:cubicBezTo>
                <a:cubicBezTo>
                  <a:pt x="84215" y="264928"/>
                  <a:pt x="83425" y="267730"/>
                  <a:pt x="71835" y="265790"/>
                </a:cubicBezTo>
                <a:cubicBezTo>
                  <a:pt x="77558" y="268927"/>
                  <a:pt x="77558" y="271321"/>
                  <a:pt x="71835" y="272973"/>
                </a:cubicBezTo>
                <a:cubicBezTo>
                  <a:pt x="72625" y="273764"/>
                  <a:pt x="73439" y="274578"/>
                  <a:pt x="74230" y="275368"/>
                </a:cubicBezTo>
                <a:cubicBezTo>
                  <a:pt x="71955" y="276517"/>
                  <a:pt x="69560" y="276924"/>
                  <a:pt x="67046" y="276565"/>
                </a:cubicBezTo>
                <a:cubicBezTo>
                  <a:pt x="67477" y="282408"/>
                  <a:pt x="65897" y="287580"/>
                  <a:pt x="62257" y="292130"/>
                </a:cubicBezTo>
                <a:cubicBezTo>
                  <a:pt x="63047" y="292920"/>
                  <a:pt x="63861" y="293734"/>
                  <a:pt x="64652" y="294524"/>
                </a:cubicBezTo>
                <a:cubicBezTo>
                  <a:pt x="62137" y="295697"/>
                  <a:pt x="59743" y="295314"/>
                  <a:pt x="57468" y="293327"/>
                </a:cubicBezTo>
                <a:cubicBezTo>
                  <a:pt x="56678" y="296511"/>
                  <a:pt x="55864" y="299720"/>
                  <a:pt x="55074" y="302905"/>
                </a:cubicBezTo>
                <a:cubicBezTo>
                  <a:pt x="53230" y="305802"/>
                  <a:pt x="51218" y="305802"/>
                  <a:pt x="49087" y="302905"/>
                </a:cubicBezTo>
                <a:cubicBezTo>
                  <a:pt x="47363" y="306760"/>
                  <a:pt x="47770" y="310352"/>
                  <a:pt x="50285" y="313680"/>
                </a:cubicBezTo>
                <a:cubicBezTo>
                  <a:pt x="44011" y="315069"/>
                  <a:pt x="42407" y="318254"/>
                  <a:pt x="45496" y="323258"/>
                </a:cubicBezTo>
                <a:cubicBezTo>
                  <a:pt x="35175" y="328454"/>
                  <a:pt x="34361" y="334033"/>
                  <a:pt x="43101" y="340020"/>
                </a:cubicBezTo>
                <a:cubicBezTo>
                  <a:pt x="40874" y="340953"/>
                  <a:pt x="39294" y="342534"/>
                  <a:pt x="38312" y="344809"/>
                </a:cubicBezTo>
                <a:cubicBezTo>
                  <a:pt x="39988" y="352303"/>
                  <a:pt x="42383" y="359487"/>
                  <a:pt x="45496" y="366359"/>
                </a:cubicBezTo>
                <a:cubicBezTo>
                  <a:pt x="43891" y="367149"/>
                  <a:pt x="42311" y="367963"/>
                  <a:pt x="40707" y="368754"/>
                </a:cubicBezTo>
                <a:cubicBezTo>
                  <a:pt x="43508" y="369759"/>
                  <a:pt x="45903" y="371364"/>
                  <a:pt x="47890" y="373543"/>
                </a:cubicBezTo>
                <a:cubicBezTo>
                  <a:pt x="47890" y="376895"/>
                  <a:pt x="47100" y="380487"/>
                  <a:pt x="45496" y="384318"/>
                </a:cubicBezTo>
                <a:cubicBezTo>
                  <a:pt x="47603" y="386114"/>
                  <a:pt x="49997" y="387311"/>
                  <a:pt x="52679" y="387910"/>
                </a:cubicBezTo>
                <a:cubicBezTo>
                  <a:pt x="46094" y="391142"/>
                  <a:pt x="45304" y="394327"/>
                  <a:pt x="50285" y="397488"/>
                </a:cubicBezTo>
                <a:cubicBezTo>
                  <a:pt x="49183" y="398469"/>
                  <a:pt x="48393" y="399667"/>
                  <a:pt x="47890" y="401079"/>
                </a:cubicBezTo>
                <a:cubicBezTo>
                  <a:pt x="51434" y="402540"/>
                  <a:pt x="54619" y="403354"/>
                  <a:pt x="57468" y="403474"/>
                </a:cubicBezTo>
                <a:cubicBezTo>
                  <a:pt x="54355" y="407545"/>
                  <a:pt x="50357" y="410346"/>
                  <a:pt x="45496" y="411855"/>
                </a:cubicBezTo>
                <a:cubicBezTo>
                  <a:pt x="48848" y="412836"/>
                  <a:pt x="52033" y="414034"/>
                  <a:pt x="55074" y="415447"/>
                </a:cubicBezTo>
                <a:cubicBezTo>
                  <a:pt x="53350" y="420714"/>
                  <a:pt x="55744" y="424306"/>
                  <a:pt x="62257" y="426222"/>
                </a:cubicBezTo>
                <a:cubicBezTo>
                  <a:pt x="60270" y="428401"/>
                  <a:pt x="57875" y="430005"/>
                  <a:pt x="55074" y="431011"/>
                </a:cubicBezTo>
                <a:cubicBezTo>
                  <a:pt x="57277" y="431897"/>
                  <a:pt x="59264" y="433094"/>
                  <a:pt x="61060" y="434603"/>
                </a:cubicBezTo>
                <a:cubicBezTo>
                  <a:pt x="61443" y="439823"/>
                  <a:pt x="63454" y="444204"/>
                  <a:pt x="67046" y="447772"/>
                </a:cubicBezTo>
                <a:cubicBezTo>
                  <a:pt x="66256" y="448562"/>
                  <a:pt x="65442" y="449377"/>
                  <a:pt x="64652" y="450167"/>
                </a:cubicBezTo>
                <a:cubicBezTo>
                  <a:pt x="70183" y="454094"/>
                  <a:pt x="74972" y="458883"/>
                  <a:pt x="79019" y="464534"/>
                </a:cubicBezTo>
                <a:cubicBezTo>
                  <a:pt x="76313" y="466976"/>
                  <a:pt x="77103" y="468557"/>
                  <a:pt x="81413" y="469323"/>
                </a:cubicBezTo>
                <a:cubicBezTo>
                  <a:pt x="80623" y="470113"/>
                  <a:pt x="79809" y="470927"/>
                  <a:pt x="79019" y="471717"/>
                </a:cubicBezTo>
                <a:cubicBezTo>
                  <a:pt x="81988" y="477847"/>
                  <a:pt x="85173" y="483834"/>
                  <a:pt x="88597" y="489676"/>
                </a:cubicBezTo>
                <a:cubicBezTo>
                  <a:pt x="87328" y="491328"/>
                  <a:pt x="85747" y="492525"/>
                  <a:pt x="83808" y="493268"/>
                </a:cubicBezTo>
                <a:cubicBezTo>
                  <a:pt x="88740" y="507228"/>
                  <a:pt x="91925" y="521595"/>
                  <a:pt x="93386" y="536369"/>
                </a:cubicBezTo>
                <a:cubicBezTo>
                  <a:pt x="88573" y="538476"/>
                  <a:pt x="88573" y="541661"/>
                  <a:pt x="93386" y="545947"/>
                </a:cubicBezTo>
                <a:cubicBezTo>
                  <a:pt x="91781" y="546737"/>
                  <a:pt x="90201" y="547551"/>
                  <a:pt x="88597" y="548342"/>
                </a:cubicBezTo>
                <a:cubicBezTo>
                  <a:pt x="90991" y="550736"/>
                  <a:pt x="93386" y="553131"/>
                  <a:pt x="95780" y="555525"/>
                </a:cubicBezTo>
                <a:cubicBezTo>
                  <a:pt x="90249" y="556363"/>
                  <a:pt x="89459" y="558758"/>
                  <a:pt x="93386" y="562709"/>
                </a:cubicBezTo>
                <a:cubicBezTo>
                  <a:pt x="87064" y="566923"/>
                  <a:pt x="87878" y="570131"/>
                  <a:pt x="95780" y="572287"/>
                </a:cubicBezTo>
                <a:cubicBezTo>
                  <a:pt x="93793" y="574465"/>
                  <a:pt x="91398" y="576070"/>
                  <a:pt x="88597" y="577076"/>
                </a:cubicBezTo>
                <a:cubicBezTo>
                  <a:pt x="90752" y="587085"/>
                  <a:pt x="90752" y="596663"/>
                  <a:pt x="88597" y="605810"/>
                </a:cubicBezTo>
                <a:cubicBezTo>
                  <a:pt x="86394" y="606696"/>
                  <a:pt x="84406" y="607893"/>
                  <a:pt x="82610" y="609401"/>
                </a:cubicBezTo>
                <a:cubicBezTo>
                  <a:pt x="81820" y="602218"/>
                  <a:pt x="81006" y="595034"/>
                  <a:pt x="80216" y="587851"/>
                </a:cubicBezTo>
                <a:cubicBezTo>
                  <a:pt x="79426" y="602266"/>
                  <a:pt x="79426" y="616633"/>
                  <a:pt x="80216" y="630952"/>
                </a:cubicBezTo>
                <a:cubicBezTo>
                  <a:pt x="78109" y="622691"/>
                  <a:pt x="76097" y="614693"/>
                  <a:pt x="74230" y="607007"/>
                </a:cubicBezTo>
                <a:cubicBezTo>
                  <a:pt x="72242" y="595154"/>
                  <a:pt x="71452" y="583182"/>
                  <a:pt x="71835" y="571089"/>
                </a:cubicBezTo>
                <a:cubicBezTo>
                  <a:pt x="72482" y="552987"/>
                  <a:pt x="70901" y="535411"/>
                  <a:pt x="67046" y="518410"/>
                </a:cubicBezTo>
                <a:cubicBezTo>
                  <a:pt x="67693" y="506605"/>
                  <a:pt x="66088" y="495423"/>
                  <a:pt x="62257" y="484887"/>
                </a:cubicBezTo>
                <a:cubicBezTo>
                  <a:pt x="58258" y="473705"/>
                  <a:pt x="54283" y="462546"/>
                  <a:pt x="50285" y="451364"/>
                </a:cubicBezTo>
                <a:cubicBezTo>
                  <a:pt x="31871" y="409269"/>
                  <a:pt x="15109" y="366575"/>
                  <a:pt x="0" y="323258"/>
                </a:cubicBezTo>
                <a:cubicBezTo>
                  <a:pt x="48106" y="249364"/>
                  <a:pt x="96786" y="175948"/>
                  <a:pt x="146065" y="102964"/>
                </a:cubicBezTo>
                <a:cubicBezTo>
                  <a:pt x="210333" y="68028"/>
                  <a:pt x="274985" y="33715"/>
                  <a:pt x="340020" y="0"/>
                </a:cubicBezTo>
                <a:cubicBezTo>
                  <a:pt x="407832" y="6872"/>
                  <a:pt x="474878" y="16857"/>
                  <a:pt x="541158" y="29931"/>
                </a:cubicBezTo>
                <a:close/>
              </a:path>
            </a:pathLst>
          </a:custGeom>
          <a:solidFill>
            <a:srgbClr val="D1DFD2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AC1BC80D-59D8-B26F-2125-E1748DC202AA}"/>
              </a:ext>
            </a:extLst>
          </p:cNvPr>
          <p:cNvSpPr/>
          <p:nvPr/>
        </p:nvSpPr>
        <p:spPr>
          <a:xfrm>
            <a:off x="9274965" y="4847022"/>
            <a:ext cx="487959" cy="385515"/>
          </a:xfrm>
          <a:custGeom>
            <a:avLst/>
            <a:gdLst>
              <a:gd name="csX0" fmla="*/ 480113 w 487959"/>
              <a:gd name="csY0" fmla="*/ 67046 h 385515"/>
              <a:gd name="csX1" fmla="*/ 469338 w 487959"/>
              <a:gd name="csY1" fmla="*/ 67046 h 385515"/>
              <a:gd name="csX2" fmla="*/ 460957 w 487959"/>
              <a:gd name="csY2" fmla="*/ 62257 h 385515"/>
              <a:gd name="csX3" fmla="*/ 445393 w 487959"/>
              <a:gd name="csY3" fmla="*/ 76624 h 385515"/>
              <a:gd name="csX4" fmla="*/ 437012 w 487959"/>
              <a:gd name="csY4" fmla="*/ 74230 h 385515"/>
              <a:gd name="csX5" fmla="*/ 437012 w 487959"/>
              <a:gd name="csY5" fmla="*/ 64652 h 385515"/>
              <a:gd name="csX6" fmla="*/ 444195 w 487959"/>
              <a:gd name="csY6" fmla="*/ 63454 h 385515"/>
              <a:gd name="csX7" fmla="*/ 426237 w 487959"/>
              <a:gd name="csY7" fmla="*/ 74230 h 385515"/>
              <a:gd name="csX8" fmla="*/ 414264 w 487959"/>
              <a:gd name="csY8" fmla="*/ 74230 h 385515"/>
              <a:gd name="csX9" fmla="*/ 413067 w 487959"/>
              <a:gd name="csY9" fmla="*/ 62257 h 385515"/>
              <a:gd name="csX10" fmla="*/ 404686 w 487959"/>
              <a:gd name="csY10" fmla="*/ 62257 h 385515"/>
              <a:gd name="csX11" fmla="*/ 398700 w 487959"/>
              <a:gd name="csY11" fmla="*/ 65849 h 385515"/>
              <a:gd name="csX12" fmla="*/ 385530 w 487959"/>
              <a:gd name="csY12" fmla="*/ 62257 h 385515"/>
              <a:gd name="csX13" fmla="*/ 380741 w 487959"/>
              <a:gd name="csY13" fmla="*/ 67046 h 385515"/>
              <a:gd name="csX14" fmla="*/ 372360 w 487959"/>
              <a:gd name="csY14" fmla="*/ 64652 h 385515"/>
              <a:gd name="csX15" fmla="*/ 372360 w 487959"/>
              <a:gd name="csY15" fmla="*/ 70638 h 385515"/>
              <a:gd name="csX16" fmla="*/ 360388 w 487959"/>
              <a:gd name="csY16" fmla="*/ 73032 h 385515"/>
              <a:gd name="csX17" fmla="*/ 375952 w 487959"/>
              <a:gd name="csY17" fmla="*/ 71835 h 385515"/>
              <a:gd name="csX18" fmla="*/ 374755 w 487959"/>
              <a:gd name="csY18" fmla="*/ 80216 h 385515"/>
              <a:gd name="csX19" fmla="*/ 374755 w 487959"/>
              <a:gd name="csY19" fmla="*/ 90991 h 385515"/>
              <a:gd name="csX20" fmla="*/ 362782 w 487959"/>
              <a:gd name="csY20" fmla="*/ 87399 h 385515"/>
              <a:gd name="csX21" fmla="*/ 363979 w 487959"/>
              <a:gd name="csY21" fmla="*/ 79019 h 385515"/>
              <a:gd name="csX22" fmla="*/ 361585 w 487959"/>
              <a:gd name="csY22" fmla="*/ 81413 h 385515"/>
              <a:gd name="csX23" fmla="*/ 353204 w 487959"/>
              <a:gd name="csY23" fmla="*/ 77821 h 385515"/>
              <a:gd name="csX24" fmla="*/ 354401 w 487959"/>
              <a:gd name="csY24" fmla="*/ 86202 h 385515"/>
              <a:gd name="csX25" fmla="*/ 352007 w 487959"/>
              <a:gd name="csY25" fmla="*/ 81413 h 385515"/>
              <a:gd name="csX26" fmla="*/ 349612 w 487959"/>
              <a:gd name="csY26" fmla="*/ 90991 h 385515"/>
              <a:gd name="csX27" fmla="*/ 336443 w 487959"/>
              <a:gd name="csY27" fmla="*/ 83808 h 385515"/>
              <a:gd name="csX28" fmla="*/ 328062 w 487959"/>
              <a:gd name="csY28" fmla="*/ 79019 h 385515"/>
              <a:gd name="csX29" fmla="*/ 312498 w 487959"/>
              <a:gd name="csY29" fmla="*/ 87399 h 385515"/>
              <a:gd name="csX30" fmla="*/ 310103 w 487959"/>
              <a:gd name="csY30" fmla="*/ 92188 h 385515"/>
              <a:gd name="csX31" fmla="*/ 311300 w 487959"/>
              <a:gd name="csY31" fmla="*/ 100569 h 385515"/>
              <a:gd name="csX32" fmla="*/ 300525 w 487959"/>
              <a:gd name="csY32" fmla="*/ 99372 h 385515"/>
              <a:gd name="csX33" fmla="*/ 302920 w 487959"/>
              <a:gd name="csY33" fmla="*/ 101766 h 385515"/>
              <a:gd name="csX34" fmla="*/ 295736 w 487959"/>
              <a:gd name="csY34" fmla="*/ 102964 h 385515"/>
              <a:gd name="csX35" fmla="*/ 296933 w 487959"/>
              <a:gd name="csY35" fmla="*/ 93386 h 385515"/>
              <a:gd name="csX36" fmla="*/ 301722 w 487959"/>
              <a:gd name="csY36" fmla="*/ 79019 h 385515"/>
              <a:gd name="csX37" fmla="*/ 287355 w 487959"/>
              <a:gd name="csY37" fmla="*/ 86202 h 385515"/>
              <a:gd name="csX38" fmla="*/ 286158 w 487959"/>
              <a:gd name="csY38" fmla="*/ 83808 h 385515"/>
              <a:gd name="csX39" fmla="*/ 320878 w 487959"/>
              <a:gd name="csY39" fmla="*/ 67046 h 385515"/>
              <a:gd name="csX40" fmla="*/ 318484 w 487959"/>
              <a:gd name="csY40" fmla="*/ 50285 h 385515"/>
              <a:gd name="csX41" fmla="*/ 316089 w 487959"/>
              <a:gd name="csY41" fmla="*/ 57468 h 385515"/>
              <a:gd name="csX42" fmla="*/ 312498 w 487959"/>
              <a:gd name="csY42" fmla="*/ 57468 h 385515"/>
              <a:gd name="csX43" fmla="*/ 310103 w 487959"/>
              <a:gd name="csY43" fmla="*/ 62257 h 385515"/>
              <a:gd name="csX44" fmla="*/ 302920 w 487959"/>
              <a:gd name="csY44" fmla="*/ 71835 h 385515"/>
              <a:gd name="csX45" fmla="*/ 299328 w 487959"/>
              <a:gd name="csY45" fmla="*/ 69441 h 385515"/>
              <a:gd name="csX46" fmla="*/ 284961 w 487959"/>
              <a:gd name="csY46" fmla="*/ 74230 h 385515"/>
              <a:gd name="csX47" fmla="*/ 255029 w 487959"/>
              <a:gd name="csY47" fmla="*/ 61060 h 385515"/>
              <a:gd name="csX48" fmla="*/ 255029 w 487959"/>
              <a:gd name="csY48" fmla="*/ 68243 h 385515"/>
              <a:gd name="csX49" fmla="*/ 235873 w 487959"/>
              <a:gd name="csY49" fmla="*/ 68243 h 385515"/>
              <a:gd name="csX50" fmla="*/ 238268 w 487959"/>
              <a:gd name="csY50" fmla="*/ 70638 h 385515"/>
              <a:gd name="csX51" fmla="*/ 229887 w 487959"/>
              <a:gd name="csY51" fmla="*/ 79019 h 385515"/>
              <a:gd name="csX52" fmla="*/ 219112 w 487959"/>
              <a:gd name="csY52" fmla="*/ 77821 h 385515"/>
              <a:gd name="csX53" fmla="*/ 221506 w 487959"/>
              <a:gd name="csY53" fmla="*/ 88597 h 385515"/>
              <a:gd name="csX54" fmla="*/ 208337 w 487959"/>
              <a:gd name="csY54" fmla="*/ 86202 h 385515"/>
              <a:gd name="csX55" fmla="*/ 209534 w 487959"/>
              <a:gd name="csY55" fmla="*/ 99372 h 385515"/>
              <a:gd name="csX56" fmla="*/ 207139 w 487959"/>
              <a:gd name="csY56" fmla="*/ 100569 h 385515"/>
              <a:gd name="csX57" fmla="*/ 189181 w 487959"/>
              <a:gd name="csY57" fmla="*/ 95780 h 385515"/>
              <a:gd name="csX58" fmla="*/ 183194 w 487959"/>
              <a:gd name="csY58" fmla="*/ 102964 h 385515"/>
              <a:gd name="csX59" fmla="*/ 178405 w 487959"/>
              <a:gd name="csY59" fmla="*/ 100569 h 385515"/>
              <a:gd name="csX60" fmla="*/ 178405 w 487959"/>
              <a:gd name="csY60" fmla="*/ 104161 h 385515"/>
              <a:gd name="csX61" fmla="*/ 166433 w 487959"/>
              <a:gd name="csY61" fmla="*/ 105358 h 385515"/>
              <a:gd name="csX62" fmla="*/ 162841 w 487959"/>
              <a:gd name="csY62" fmla="*/ 112542 h 385515"/>
              <a:gd name="csX63" fmla="*/ 160447 w 487959"/>
              <a:gd name="csY63" fmla="*/ 107753 h 385515"/>
              <a:gd name="csX64" fmla="*/ 147277 w 487959"/>
              <a:gd name="csY64" fmla="*/ 113739 h 385515"/>
              <a:gd name="csX65" fmla="*/ 140093 w 487959"/>
              <a:gd name="csY65" fmla="*/ 132895 h 385515"/>
              <a:gd name="csX66" fmla="*/ 149671 w 487959"/>
              <a:gd name="csY66" fmla="*/ 132895 h 385515"/>
              <a:gd name="csX67" fmla="*/ 149671 w 487959"/>
              <a:gd name="csY67" fmla="*/ 117331 h 385515"/>
              <a:gd name="csX68" fmla="*/ 161644 w 487959"/>
              <a:gd name="csY68" fmla="*/ 119725 h 385515"/>
              <a:gd name="csX69" fmla="*/ 170025 w 487959"/>
              <a:gd name="csY69" fmla="*/ 136487 h 385515"/>
              <a:gd name="csX70" fmla="*/ 176011 w 487959"/>
              <a:gd name="csY70" fmla="*/ 136487 h 385515"/>
              <a:gd name="csX71" fmla="*/ 173616 w 487959"/>
              <a:gd name="csY71" fmla="*/ 147262 h 385515"/>
              <a:gd name="csX72" fmla="*/ 184392 w 487959"/>
              <a:gd name="csY72" fmla="*/ 143670 h 385515"/>
              <a:gd name="csX73" fmla="*/ 186786 w 487959"/>
              <a:gd name="csY73" fmla="*/ 146065 h 385515"/>
              <a:gd name="csX74" fmla="*/ 189181 w 487959"/>
              <a:gd name="csY74" fmla="*/ 138881 h 385515"/>
              <a:gd name="csX75" fmla="*/ 191575 w 487959"/>
              <a:gd name="csY75" fmla="*/ 150854 h 385515"/>
              <a:gd name="csX76" fmla="*/ 189181 w 487959"/>
              <a:gd name="csY76" fmla="*/ 148459 h 385515"/>
              <a:gd name="csX77" fmla="*/ 173616 w 487959"/>
              <a:gd name="csY77" fmla="*/ 153248 h 385515"/>
              <a:gd name="csX78" fmla="*/ 181997 w 487959"/>
              <a:gd name="csY78" fmla="*/ 155643 h 385515"/>
              <a:gd name="csX79" fmla="*/ 180800 w 487959"/>
              <a:gd name="csY79" fmla="*/ 164024 h 385515"/>
              <a:gd name="csX80" fmla="*/ 190378 w 487959"/>
              <a:gd name="csY80" fmla="*/ 174799 h 385515"/>
              <a:gd name="csX81" fmla="*/ 195167 w 487959"/>
              <a:gd name="csY81" fmla="*/ 171207 h 385515"/>
              <a:gd name="csX82" fmla="*/ 185589 w 487959"/>
              <a:gd name="csY82" fmla="*/ 154446 h 385515"/>
              <a:gd name="csX83" fmla="*/ 207139 w 487959"/>
              <a:gd name="csY83" fmla="*/ 161629 h 385515"/>
              <a:gd name="csX84" fmla="*/ 202350 w 487959"/>
              <a:gd name="csY84" fmla="*/ 175996 h 385515"/>
              <a:gd name="csX85" fmla="*/ 191575 w 487959"/>
              <a:gd name="csY85" fmla="*/ 189166 h 385515"/>
              <a:gd name="csX86" fmla="*/ 173616 w 487959"/>
              <a:gd name="csY86" fmla="*/ 185574 h 385515"/>
              <a:gd name="csX87" fmla="*/ 171222 w 487959"/>
              <a:gd name="csY87" fmla="*/ 179588 h 385515"/>
              <a:gd name="csX88" fmla="*/ 166433 w 487959"/>
              <a:gd name="csY88" fmla="*/ 207125 h 385515"/>
              <a:gd name="csX89" fmla="*/ 166433 w 487959"/>
              <a:gd name="csY89" fmla="*/ 215505 h 385515"/>
              <a:gd name="csX90" fmla="*/ 168827 w 487959"/>
              <a:gd name="csY90" fmla="*/ 219097 h 385515"/>
              <a:gd name="csX91" fmla="*/ 159249 w 487959"/>
              <a:gd name="csY91" fmla="*/ 215505 h 385515"/>
              <a:gd name="csX92" fmla="*/ 141291 w 487959"/>
              <a:gd name="csY92" fmla="*/ 210716 h 385515"/>
              <a:gd name="csX93" fmla="*/ 152066 w 487959"/>
              <a:gd name="csY93" fmla="*/ 222689 h 385515"/>
              <a:gd name="csX94" fmla="*/ 154460 w 487959"/>
              <a:gd name="csY94" fmla="*/ 233464 h 385515"/>
              <a:gd name="csX95" fmla="*/ 132910 w 487959"/>
              <a:gd name="csY95" fmla="*/ 240648 h 385515"/>
              <a:gd name="csX96" fmla="*/ 147277 w 487959"/>
              <a:gd name="csY96" fmla="*/ 257409 h 385515"/>
              <a:gd name="csX97" fmla="*/ 138896 w 487959"/>
              <a:gd name="csY97" fmla="*/ 268184 h 385515"/>
              <a:gd name="csX98" fmla="*/ 135304 w 487959"/>
              <a:gd name="csY98" fmla="*/ 257409 h 385515"/>
              <a:gd name="csX99" fmla="*/ 130515 w 487959"/>
              <a:gd name="csY99" fmla="*/ 245437 h 385515"/>
              <a:gd name="csX100" fmla="*/ 122134 w 487959"/>
              <a:gd name="csY100" fmla="*/ 244239 h 385515"/>
              <a:gd name="csX101" fmla="*/ 125726 w 487959"/>
              <a:gd name="csY101" fmla="*/ 252620 h 385515"/>
              <a:gd name="csX102" fmla="*/ 125726 w 487959"/>
              <a:gd name="csY102" fmla="*/ 277762 h 385515"/>
              <a:gd name="csX103" fmla="*/ 118543 w 487959"/>
              <a:gd name="csY103" fmla="*/ 283749 h 385515"/>
              <a:gd name="csX104" fmla="*/ 122134 w 487959"/>
              <a:gd name="csY104" fmla="*/ 292130 h 385515"/>
              <a:gd name="csX105" fmla="*/ 113754 w 487959"/>
              <a:gd name="csY105" fmla="*/ 284946 h 385515"/>
              <a:gd name="csX106" fmla="*/ 107767 w 487959"/>
              <a:gd name="csY106" fmla="*/ 268184 h 385515"/>
              <a:gd name="csX107" fmla="*/ 111359 w 487959"/>
              <a:gd name="csY107" fmla="*/ 276565 h 385515"/>
              <a:gd name="csX108" fmla="*/ 104176 w 487959"/>
              <a:gd name="csY108" fmla="*/ 278960 h 385515"/>
              <a:gd name="csX109" fmla="*/ 106570 w 487959"/>
              <a:gd name="csY109" fmla="*/ 281354 h 385515"/>
              <a:gd name="csX110" fmla="*/ 96992 w 487959"/>
              <a:gd name="csY110" fmla="*/ 290932 h 385515"/>
              <a:gd name="csX111" fmla="*/ 99387 w 487959"/>
              <a:gd name="csY111" fmla="*/ 293327 h 385515"/>
              <a:gd name="csX112" fmla="*/ 81428 w 487959"/>
              <a:gd name="csY112" fmla="*/ 304102 h 385515"/>
              <a:gd name="csX113" fmla="*/ 73047 w 487959"/>
              <a:gd name="csY113" fmla="*/ 302905 h 385515"/>
              <a:gd name="csX114" fmla="*/ 73047 w 487959"/>
              <a:gd name="csY114" fmla="*/ 313680 h 385515"/>
              <a:gd name="csX115" fmla="*/ 62272 w 487959"/>
              <a:gd name="csY115" fmla="*/ 316075 h 385515"/>
              <a:gd name="csX116" fmla="*/ 65864 w 487959"/>
              <a:gd name="csY116" fmla="*/ 310088 h 385515"/>
              <a:gd name="csX117" fmla="*/ 58680 w 487959"/>
              <a:gd name="csY117" fmla="*/ 305299 h 385515"/>
              <a:gd name="csX118" fmla="*/ 58680 w 487959"/>
              <a:gd name="csY118" fmla="*/ 313680 h 385515"/>
              <a:gd name="csX119" fmla="*/ 56286 w 487959"/>
              <a:gd name="csY119" fmla="*/ 316075 h 385515"/>
              <a:gd name="csX120" fmla="*/ 51497 w 487959"/>
              <a:gd name="csY120" fmla="*/ 311286 h 385515"/>
              <a:gd name="csX121" fmla="*/ 46708 w 487959"/>
              <a:gd name="csY121" fmla="*/ 317272 h 385515"/>
              <a:gd name="csX122" fmla="*/ 53891 w 487959"/>
              <a:gd name="csY122" fmla="*/ 320864 h 385515"/>
              <a:gd name="csX123" fmla="*/ 55088 w 487959"/>
              <a:gd name="csY123" fmla="*/ 325653 h 385515"/>
              <a:gd name="csX124" fmla="*/ 34735 w 487959"/>
              <a:gd name="csY124" fmla="*/ 310088 h 385515"/>
              <a:gd name="csX125" fmla="*/ 29946 w 487959"/>
              <a:gd name="csY125" fmla="*/ 310088 h 385515"/>
              <a:gd name="csX126" fmla="*/ 32341 w 487959"/>
              <a:gd name="csY126" fmla="*/ 323258 h 385515"/>
              <a:gd name="csX127" fmla="*/ 21565 w 487959"/>
              <a:gd name="csY127" fmla="*/ 318469 h 385515"/>
              <a:gd name="csX128" fmla="*/ 22763 w 487959"/>
              <a:gd name="csY128" fmla="*/ 329244 h 385515"/>
              <a:gd name="csX129" fmla="*/ 17973 w 487959"/>
              <a:gd name="csY129" fmla="*/ 344809 h 385515"/>
              <a:gd name="csX130" fmla="*/ 25157 w 487959"/>
              <a:gd name="csY130" fmla="*/ 344809 h 385515"/>
              <a:gd name="csX131" fmla="*/ 27552 w 487959"/>
              <a:gd name="csY131" fmla="*/ 355584 h 385515"/>
              <a:gd name="csX132" fmla="*/ 20368 w 487959"/>
              <a:gd name="csY132" fmla="*/ 360373 h 385515"/>
              <a:gd name="csX133" fmla="*/ 23960 w 487959"/>
              <a:gd name="csY133" fmla="*/ 361570 h 385515"/>
              <a:gd name="csX134" fmla="*/ 22763 w 487959"/>
              <a:gd name="csY134" fmla="*/ 374740 h 385515"/>
              <a:gd name="csX135" fmla="*/ 27552 w 487959"/>
              <a:gd name="csY135" fmla="*/ 380726 h 385515"/>
              <a:gd name="csX136" fmla="*/ 17973 w 487959"/>
              <a:gd name="csY136" fmla="*/ 385515 h 385515"/>
              <a:gd name="csX137" fmla="*/ 8395 w 487959"/>
              <a:gd name="csY137" fmla="*/ 381923 h 385515"/>
              <a:gd name="csX138" fmla="*/ 20368 w 487959"/>
              <a:gd name="csY138" fmla="*/ 373543 h 385515"/>
              <a:gd name="csX139" fmla="*/ 10790 w 487959"/>
              <a:gd name="csY139" fmla="*/ 371148 h 385515"/>
              <a:gd name="csX140" fmla="*/ 13184 w 487959"/>
              <a:gd name="csY140" fmla="*/ 367556 h 385515"/>
              <a:gd name="csX141" fmla="*/ 15579 w 487959"/>
              <a:gd name="csY141" fmla="*/ 357978 h 385515"/>
              <a:gd name="csX142" fmla="*/ 8395 w 487959"/>
              <a:gd name="csY142" fmla="*/ 354387 h 385515"/>
              <a:gd name="csX143" fmla="*/ 10790 w 487959"/>
              <a:gd name="csY143" fmla="*/ 343611 h 385515"/>
              <a:gd name="csX144" fmla="*/ 3606 w 487959"/>
              <a:gd name="csY144" fmla="*/ 338822 h 385515"/>
              <a:gd name="csX145" fmla="*/ 8395 w 487959"/>
              <a:gd name="csY145" fmla="*/ 336428 h 385515"/>
              <a:gd name="csX146" fmla="*/ 1212 w 487959"/>
              <a:gd name="csY146" fmla="*/ 314877 h 385515"/>
              <a:gd name="csX147" fmla="*/ 6001 w 487959"/>
              <a:gd name="csY147" fmla="*/ 310088 h 385515"/>
              <a:gd name="csX148" fmla="*/ 8395 w 487959"/>
              <a:gd name="csY148" fmla="*/ 293327 h 385515"/>
              <a:gd name="csX149" fmla="*/ 13184 w 487959"/>
              <a:gd name="csY149" fmla="*/ 283749 h 385515"/>
              <a:gd name="csX150" fmla="*/ 11987 w 487959"/>
              <a:gd name="csY150" fmla="*/ 272973 h 385515"/>
              <a:gd name="csX151" fmla="*/ 17973 w 487959"/>
              <a:gd name="csY151" fmla="*/ 272973 h 385515"/>
              <a:gd name="csX152" fmla="*/ 20368 w 487959"/>
              <a:gd name="csY152" fmla="*/ 263395 h 385515"/>
              <a:gd name="csX153" fmla="*/ 27552 w 487959"/>
              <a:gd name="csY153" fmla="*/ 264593 h 385515"/>
              <a:gd name="csX154" fmla="*/ 25157 w 487959"/>
              <a:gd name="csY154" fmla="*/ 262198 h 385515"/>
              <a:gd name="csX155" fmla="*/ 29946 w 487959"/>
              <a:gd name="csY155" fmla="*/ 246634 h 385515"/>
              <a:gd name="csX156" fmla="*/ 37130 w 487959"/>
              <a:gd name="csY156" fmla="*/ 245437 h 385515"/>
              <a:gd name="csX157" fmla="*/ 34735 w 487959"/>
              <a:gd name="csY157" fmla="*/ 243042 h 385515"/>
              <a:gd name="csX158" fmla="*/ 34735 w 487959"/>
              <a:gd name="csY158" fmla="*/ 235859 h 385515"/>
              <a:gd name="csX159" fmla="*/ 37130 w 487959"/>
              <a:gd name="csY159" fmla="*/ 227478 h 385515"/>
              <a:gd name="csX160" fmla="*/ 46708 w 487959"/>
              <a:gd name="csY160" fmla="*/ 219097 h 385515"/>
              <a:gd name="csX161" fmla="*/ 49102 w 487959"/>
              <a:gd name="csY161" fmla="*/ 215505 h 385515"/>
              <a:gd name="csX162" fmla="*/ 55088 w 487959"/>
              <a:gd name="csY162" fmla="*/ 196349 h 385515"/>
              <a:gd name="csX163" fmla="*/ 57483 w 487959"/>
              <a:gd name="csY163" fmla="*/ 198744 h 385515"/>
              <a:gd name="csX164" fmla="*/ 65864 w 487959"/>
              <a:gd name="csY164" fmla="*/ 190363 h 385515"/>
              <a:gd name="csX165" fmla="*/ 67061 w 487959"/>
              <a:gd name="csY165" fmla="*/ 179588 h 385515"/>
              <a:gd name="csX166" fmla="*/ 73047 w 487959"/>
              <a:gd name="csY166" fmla="*/ 181982 h 385515"/>
              <a:gd name="csX167" fmla="*/ 73047 w 487959"/>
              <a:gd name="csY167" fmla="*/ 168813 h 385515"/>
              <a:gd name="csX168" fmla="*/ 80231 w 487959"/>
              <a:gd name="csY168" fmla="*/ 166418 h 385515"/>
              <a:gd name="csX169" fmla="*/ 82625 w 487959"/>
              <a:gd name="csY169" fmla="*/ 159235 h 385515"/>
              <a:gd name="csX170" fmla="*/ 92203 w 487959"/>
              <a:gd name="csY170" fmla="*/ 154446 h 385515"/>
              <a:gd name="csX171" fmla="*/ 93400 w 487959"/>
              <a:gd name="csY171" fmla="*/ 143670 h 385515"/>
              <a:gd name="csX172" fmla="*/ 95795 w 487959"/>
              <a:gd name="csY172" fmla="*/ 148459 h 385515"/>
              <a:gd name="csX173" fmla="*/ 101781 w 487959"/>
              <a:gd name="csY173" fmla="*/ 140078 h 385515"/>
              <a:gd name="csX174" fmla="*/ 96992 w 487959"/>
              <a:gd name="csY174" fmla="*/ 137684 h 385515"/>
              <a:gd name="csX175" fmla="*/ 100584 w 487959"/>
              <a:gd name="csY175" fmla="*/ 129303 h 385515"/>
              <a:gd name="csX176" fmla="*/ 106570 w 487959"/>
              <a:gd name="csY176" fmla="*/ 138881 h 385515"/>
              <a:gd name="csX177" fmla="*/ 120937 w 487959"/>
              <a:gd name="csY177" fmla="*/ 124514 h 385515"/>
              <a:gd name="csX178" fmla="*/ 124529 w 487959"/>
              <a:gd name="csY178" fmla="*/ 122120 h 385515"/>
              <a:gd name="csX179" fmla="*/ 135304 w 487959"/>
              <a:gd name="csY179" fmla="*/ 117331 h 385515"/>
              <a:gd name="csX180" fmla="*/ 137699 w 487959"/>
              <a:gd name="csY180" fmla="*/ 108950 h 385515"/>
              <a:gd name="csX181" fmla="*/ 147277 w 487959"/>
              <a:gd name="csY181" fmla="*/ 92188 h 385515"/>
              <a:gd name="csX182" fmla="*/ 141291 w 487959"/>
              <a:gd name="csY182" fmla="*/ 90991 h 385515"/>
              <a:gd name="csX183" fmla="*/ 141291 w 487959"/>
              <a:gd name="csY183" fmla="*/ 79019 h 385515"/>
              <a:gd name="csX184" fmla="*/ 143685 w 487959"/>
              <a:gd name="csY184" fmla="*/ 81413 h 385515"/>
              <a:gd name="csX185" fmla="*/ 148474 w 487959"/>
              <a:gd name="csY185" fmla="*/ 81413 h 385515"/>
              <a:gd name="csX186" fmla="*/ 149671 w 487959"/>
              <a:gd name="csY186" fmla="*/ 75427 h 385515"/>
              <a:gd name="csX187" fmla="*/ 165236 w 487959"/>
              <a:gd name="csY187" fmla="*/ 69441 h 385515"/>
              <a:gd name="csX188" fmla="*/ 170025 w 487959"/>
              <a:gd name="csY188" fmla="*/ 67046 h 385515"/>
              <a:gd name="csX189" fmla="*/ 176011 w 487959"/>
              <a:gd name="csY189" fmla="*/ 79019 h 385515"/>
              <a:gd name="csX190" fmla="*/ 180800 w 487959"/>
              <a:gd name="csY190" fmla="*/ 75427 h 385515"/>
              <a:gd name="csX191" fmla="*/ 179603 w 487959"/>
              <a:gd name="csY191" fmla="*/ 69441 h 385515"/>
              <a:gd name="csX192" fmla="*/ 185589 w 487959"/>
              <a:gd name="csY192" fmla="*/ 76624 h 385515"/>
              <a:gd name="csX193" fmla="*/ 198759 w 487959"/>
              <a:gd name="csY193" fmla="*/ 74230 h 385515"/>
              <a:gd name="csX194" fmla="*/ 199956 w 487959"/>
              <a:gd name="csY194" fmla="*/ 67046 h 385515"/>
              <a:gd name="csX195" fmla="*/ 204745 w 487959"/>
              <a:gd name="csY195" fmla="*/ 71835 h 385515"/>
              <a:gd name="csX196" fmla="*/ 207139 w 487959"/>
              <a:gd name="csY196" fmla="*/ 67046 h 385515"/>
              <a:gd name="csX197" fmla="*/ 226295 w 487959"/>
              <a:gd name="csY197" fmla="*/ 67046 h 385515"/>
              <a:gd name="csX198" fmla="*/ 216717 w 487959"/>
              <a:gd name="csY198" fmla="*/ 58665 h 385515"/>
              <a:gd name="csX199" fmla="*/ 223901 w 487959"/>
              <a:gd name="csY199" fmla="*/ 57468 h 385515"/>
              <a:gd name="csX200" fmla="*/ 221506 w 487959"/>
              <a:gd name="csY200" fmla="*/ 50285 h 385515"/>
              <a:gd name="csX201" fmla="*/ 205942 w 487959"/>
              <a:gd name="csY201" fmla="*/ 50285 h 385515"/>
              <a:gd name="csX202" fmla="*/ 205942 w 487959"/>
              <a:gd name="csY202" fmla="*/ 40707 h 385515"/>
              <a:gd name="csX203" fmla="*/ 203548 w 487959"/>
              <a:gd name="csY203" fmla="*/ 43101 h 385515"/>
              <a:gd name="csX204" fmla="*/ 191575 w 487959"/>
              <a:gd name="csY204" fmla="*/ 38312 h 385515"/>
              <a:gd name="csX205" fmla="*/ 192772 w 487959"/>
              <a:gd name="csY205" fmla="*/ 33523 h 385515"/>
              <a:gd name="csX206" fmla="*/ 202350 w 487959"/>
              <a:gd name="csY206" fmla="*/ 31129 h 385515"/>
              <a:gd name="csX207" fmla="*/ 210731 w 487959"/>
              <a:gd name="csY207" fmla="*/ 43101 h 385515"/>
              <a:gd name="csX208" fmla="*/ 215520 w 487959"/>
              <a:gd name="csY208" fmla="*/ 43101 h 385515"/>
              <a:gd name="csX209" fmla="*/ 220309 w 487959"/>
              <a:gd name="csY209" fmla="*/ 35918 h 385515"/>
              <a:gd name="csX210" fmla="*/ 225098 w 487959"/>
              <a:gd name="csY210" fmla="*/ 38312 h 385515"/>
              <a:gd name="csX211" fmla="*/ 238268 w 487959"/>
              <a:gd name="csY211" fmla="*/ 38312 h 385515"/>
              <a:gd name="csX212" fmla="*/ 240662 w 487959"/>
              <a:gd name="csY212" fmla="*/ 29931 h 385515"/>
              <a:gd name="csX213" fmla="*/ 249043 w 487959"/>
              <a:gd name="csY213" fmla="*/ 23945 h 385515"/>
              <a:gd name="csX214" fmla="*/ 263410 w 487959"/>
              <a:gd name="csY214" fmla="*/ 23945 h 385515"/>
              <a:gd name="csX215" fmla="*/ 265805 w 487959"/>
              <a:gd name="csY215" fmla="*/ 26340 h 385515"/>
              <a:gd name="csX216" fmla="*/ 272988 w 487959"/>
              <a:gd name="csY216" fmla="*/ 16762 h 385515"/>
              <a:gd name="csX217" fmla="*/ 275383 w 487959"/>
              <a:gd name="csY217" fmla="*/ 21551 h 385515"/>
              <a:gd name="csX218" fmla="*/ 287355 w 487959"/>
              <a:gd name="csY218" fmla="*/ 7184 h 385515"/>
              <a:gd name="csX219" fmla="*/ 288553 w 487959"/>
              <a:gd name="csY219" fmla="*/ 3592 h 385515"/>
              <a:gd name="csX220" fmla="*/ 300525 w 487959"/>
              <a:gd name="csY220" fmla="*/ 9578 h 385515"/>
              <a:gd name="csX221" fmla="*/ 300525 w 487959"/>
              <a:gd name="csY221" fmla="*/ 5986 h 385515"/>
              <a:gd name="csX222" fmla="*/ 314892 w 487959"/>
              <a:gd name="csY222" fmla="*/ 0 h 385515"/>
              <a:gd name="csX223" fmla="*/ 325667 w 487959"/>
              <a:gd name="csY223" fmla="*/ 9578 h 385515"/>
              <a:gd name="csX224" fmla="*/ 347218 w 487959"/>
              <a:gd name="csY224" fmla="*/ 14367 h 385515"/>
              <a:gd name="csX225" fmla="*/ 354401 w 487959"/>
              <a:gd name="csY225" fmla="*/ 9578 h 385515"/>
              <a:gd name="csX226" fmla="*/ 366374 w 487959"/>
              <a:gd name="csY226" fmla="*/ 9578 h 385515"/>
              <a:gd name="csX227" fmla="*/ 360388 w 487959"/>
              <a:gd name="csY227" fmla="*/ 16762 h 385515"/>
              <a:gd name="csX228" fmla="*/ 362782 w 487959"/>
              <a:gd name="csY228" fmla="*/ 23945 h 385515"/>
              <a:gd name="csX229" fmla="*/ 378346 w 487959"/>
              <a:gd name="csY229" fmla="*/ 21551 h 385515"/>
              <a:gd name="csX230" fmla="*/ 384333 w 487959"/>
              <a:gd name="csY230" fmla="*/ 22748 h 385515"/>
              <a:gd name="csX231" fmla="*/ 379544 w 487959"/>
              <a:gd name="csY231" fmla="*/ 9578 h 385515"/>
              <a:gd name="csX232" fmla="*/ 386727 w 487959"/>
              <a:gd name="csY232" fmla="*/ 10775 h 385515"/>
              <a:gd name="csX233" fmla="*/ 385530 w 487959"/>
              <a:gd name="csY233" fmla="*/ 16762 h 385515"/>
              <a:gd name="csX234" fmla="*/ 393911 w 487959"/>
              <a:gd name="csY234" fmla="*/ 17959 h 385515"/>
              <a:gd name="csX235" fmla="*/ 392714 w 487959"/>
              <a:gd name="csY235" fmla="*/ 23945 h 385515"/>
              <a:gd name="csX236" fmla="*/ 397503 w 487959"/>
              <a:gd name="csY236" fmla="*/ 23945 h 385515"/>
              <a:gd name="csX237" fmla="*/ 399897 w 487959"/>
              <a:gd name="csY237" fmla="*/ 16762 h 385515"/>
              <a:gd name="csX238" fmla="*/ 413067 w 487959"/>
              <a:gd name="csY238" fmla="*/ 25142 h 385515"/>
              <a:gd name="csX239" fmla="*/ 391516 w 487959"/>
              <a:gd name="csY239" fmla="*/ 27537 h 385515"/>
              <a:gd name="csX240" fmla="*/ 403489 w 487959"/>
              <a:gd name="csY240" fmla="*/ 35918 h 385515"/>
              <a:gd name="csX241" fmla="*/ 411870 w 487959"/>
              <a:gd name="csY241" fmla="*/ 31129 h 385515"/>
              <a:gd name="csX242" fmla="*/ 408278 w 487959"/>
              <a:gd name="csY242" fmla="*/ 44298 h 385515"/>
              <a:gd name="csX243" fmla="*/ 420250 w 487959"/>
              <a:gd name="csY243" fmla="*/ 47890 h 385515"/>
              <a:gd name="csX244" fmla="*/ 421448 w 487959"/>
              <a:gd name="csY244" fmla="*/ 52679 h 385515"/>
              <a:gd name="csX245" fmla="*/ 429828 w 487959"/>
              <a:gd name="csY245" fmla="*/ 41904 h 385515"/>
              <a:gd name="csX246" fmla="*/ 423842 w 487959"/>
              <a:gd name="csY246" fmla="*/ 31129 h 385515"/>
              <a:gd name="csX247" fmla="*/ 428631 w 487959"/>
              <a:gd name="csY247" fmla="*/ 31129 h 385515"/>
              <a:gd name="csX248" fmla="*/ 435815 w 487959"/>
              <a:gd name="csY248" fmla="*/ 45496 h 385515"/>
              <a:gd name="csX249" fmla="*/ 441801 w 487959"/>
              <a:gd name="csY249" fmla="*/ 46693 h 385515"/>
              <a:gd name="csX250" fmla="*/ 432223 w 487959"/>
              <a:gd name="csY250" fmla="*/ 51482 h 385515"/>
              <a:gd name="csX251" fmla="*/ 452576 w 487959"/>
              <a:gd name="csY251" fmla="*/ 57468 h 385515"/>
              <a:gd name="csX252" fmla="*/ 456168 w 487959"/>
              <a:gd name="csY252" fmla="*/ 46693 h 385515"/>
              <a:gd name="csX253" fmla="*/ 458562 w 487959"/>
              <a:gd name="csY253" fmla="*/ 45496 h 385515"/>
              <a:gd name="csX254" fmla="*/ 468140 w 487959"/>
              <a:gd name="csY254" fmla="*/ 55074 h 385515"/>
              <a:gd name="csX255" fmla="*/ 463351 w 487959"/>
              <a:gd name="csY255" fmla="*/ 44298 h 385515"/>
              <a:gd name="csX256" fmla="*/ 471732 w 487959"/>
              <a:gd name="csY256" fmla="*/ 35918 h 385515"/>
              <a:gd name="csX257" fmla="*/ 474127 w 487959"/>
              <a:gd name="csY257" fmla="*/ 50285 h 385515"/>
              <a:gd name="csX258" fmla="*/ 486099 w 487959"/>
              <a:gd name="csY258" fmla="*/ 45496 h 385515"/>
              <a:gd name="csX259" fmla="*/ 478916 w 487959"/>
              <a:gd name="csY259" fmla="*/ 50285 h 385515"/>
              <a:gd name="csX260" fmla="*/ 482508 w 487959"/>
              <a:gd name="csY260" fmla="*/ 57468 h 385515"/>
              <a:gd name="csX261" fmla="*/ 480113 w 487959"/>
              <a:gd name="csY261" fmla="*/ 67046 h 3855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</a:cxnLst>
            <a:rect l="l" t="t" r="r" b="b"/>
            <a:pathLst>
              <a:path w="487959" h="385515">
                <a:moveTo>
                  <a:pt x="480113" y="67046"/>
                </a:moveTo>
                <a:cubicBezTo>
                  <a:pt x="476042" y="65921"/>
                  <a:pt x="472451" y="65921"/>
                  <a:pt x="469338" y="67046"/>
                </a:cubicBezTo>
                <a:cubicBezTo>
                  <a:pt x="467422" y="63933"/>
                  <a:pt x="464620" y="62329"/>
                  <a:pt x="460957" y="62257"/>
                </a:cubicBezTo>
                <a:cubicBezTo>
                  <a:pt x="454252" y="65202"/>
                  <a:pt x="449056" y="69991"/>
                  <a:pt x="445393" y="76624"/>
                </a:cubicBezTo>
                <a:cubicBezTo>
                  <a:pt x="442974" y="74613"/>
                  <a:pt x="440173" y="73823"/>
                  <a:pt x="437012" y="74230"/>
                </a:cubicBezTo>
                <a:cubicBezTo>
                  <a:pt x="437012" y="71045"/>
                  <a:pt x="437012" y="67836"/>
                  <a:pt x="437012" y="64652"/>
                </a:cubicBezTo>
                <a:cubicBezTo>
                  <a:pt x="439526" y="65011"/>
                  <a:pt x="441921" y="64604"/>
                  <a:pt x="444195" y="63454"/>
                </a:cubicBezTo>
                <a:cubicBezTo>
                  <a:pt x="435384" y="61826"/>
                  <a:pt x="429397" y="65418"/>
                  <a:pt x="426237" y="74230"/>
                </a:cubicBezTo>
                <a:cubicBezTo>
                  <a:pt x="422238" y="71045"/>
                  <a:pt x="418263" y="71045"/>
                  <a:pt x="414264" y="74230"/>
                </a:cubicBezTo>
                <a:cubicBezTo>
                  <a:pt x="403968" y="70806"/>
                  <a:pt x="403561" y="66807"/>
                  <a:pt x="413067" y="62257"/>
                </a:cubicBezTo>
                <a:cubicBezTo>
                  <a:pt x="410313" y="59312"/>
                  <a:pt x="407512" y="59312"/>
                  <a:pt x="404686" y="62257"/>
                </a:cubicBezTo>
                <a:cubicBezTo>
                  <a:pt x="397024" y="54978"/>
                  <a:pt x="395036" y="56175"/>
                  <a:pt x="398700" y="65849"/>
                </a:cubicBezTo>
                <a:cubicBezTo>
                  <a:pt x="393743" y="67142"/>
                  <a:pt x="389361" y="65945"/>
                  <a:pt x="385530" y="62257"/>
                </a:cubicBezTo>
                <a:cubicBezTo>
                  <a:pt x="383926" y="63861"/>
                  <a:pt x="382345" y="65442"/>
                  <a:pt x="380741" y="67046"/>
                </a:cubicBezTo>
                <a:cubicBezTo>
                  <a:pt x="378059" y="66639"/>
                  <a:pt x="375282" y="65849"/>
                  <a:pt x="372360" y="64652"/>
                </a:cubicBezTo>
                <a:cubicBezTo>
                  <a:pt x="369463" y="66495"/>
                  <a:pt x="369463" y="68507"/>
                  <a:pt x="372360" y="70638"/>
                </a:cubicBezTo>
                <a:cubicBezTo>
                  <a:pt x="368098" y="68291"/>
                  <a:pt x="364099" y="69081"/>
                  <a:pt x="360388" y="73032"/>
                </a:cubicBezTo>
                <a:cubicBezTo>
                  <a:pt x="366063" y="77989"/>
                  <a:pt x="371259" y="77582"/>
                  <a:pt x="375952" y="71835"/>
                </a:cubicBezTo>
                <a:cubicBezTo>
                  <a:pt x="380382" y="75978"/>
                  <a:pt x="379999" y="78779"/>
                  <a:pt x="374755" y="80216"/>
                </a:cubicBezTo>
                <a:cubicBezTo>
                  <a:pt x="376024" y="84382"/>
                  <a:pt x="376024" y="87974"/>
                  <a:pt x="374755" y="90991"/>
                </a:cubicBezTo>
                <a:cubicBezTo>
                  <a:pt x="370876" y="89435"/>
                  <a:pt x="366901" y="88237"/>
                  <a:pt x="362782" y="87399"/>
                </a:cubicBezTo>
                <a:cubicBezTo>
                  <a:pt x="368026" y="85963"/>
                  <a:pt x="368409" y="83161"/>
                  <a:pt x="363979" y="79019"/>
                </a:cubicBezTo>
                <a:cubicBezTo>
                  <a:pt x="363189" y="79809"/>
                  <a:pt x="362375" y="80623"/>
                  <a:pt x="361585" y="81413"/>
                </a:cubicBezTo>
                <a:cubicBezTo>
                  <a:pt x="359837" y="77438"/>
                  <a:pt x="357059" y="76241"/>
                  <a:pt x="353204" y="77821"/>
                </a:cubicBezTo>
                <a:cubicBezTo>
                  <a:pt x="358376" y="80407"/>
                  <a:pt x="358759" y="83209"/>
                  <a:pt x="354401" y="86202"/>
                </a:cubicBezTo>
                <a:cubicBezTo>
                  <a:pt x="353611" y="84598"/>
                  <a:pt x="352797" y="83017"/>
                  <a:pt x="352007" y="81413"/>
                </a:cubicBezTo>
                <a:cubicBezTo>
                  <a:pt x="351217" y="84598"/>
                  <a:pt x="350403" y="87806"/>
                  <a:pt x="349612" y="90991"/>
                </a:cubicBezTo>
                <a:cubicBezTo>
                  <a:pt x="346955" y="84287"/>
                  <a:pt x="342549" y="81892"/>
                  <a:pt x="336443" y="83808"/>
                </a:cubicBezTo>
                <a:cubicBezTo>
                  <a:pt x="333450" y="82515"/>
                  <a:pt x="330672" y="80910"/>
                  <a:pt x="328062" y="79019"/>
                </a:cubicBezTo>
                <a:cubicBezTo>
                  <a:pt x="323393" y="82682"/>
                  <a:pt x="318197" y="85484"/>
                  <a:pt x="312498" y="87399"/>
                </a:cubicBezTo>
                <a:cubicBezTo>
                  <a:pt x="315203" y="89842"/>
                  <a:pt x="314413" y="91422"/>
                  <a:pt x="310103" y="92188"/>
                </a:cubicBezTo>
                <a:cubicBezTo>
                  <a:pt x="315275" y="94775"/>
                  <a:pt x="315658" y="97576"/>
                  <a:pt x="311300" y="100569"/>
                </a:cubicBezTo>
                <a:cubicBezTo>
                  <a:pt x="308642" y="91518"/>
                  <a:pt x="305051" y="91111"/>
                  <a:pt x="300525" y="99372"/>
                </a:cubicBezTo>
                <a:cubicBezTo>
                  <a:pt x="301315" y="100162"/>
                  <a:pt x="302129" y="100976"/>
                  <a:pt x="302920" y="101766"/>
                </a:cubicBezTo>
                <a:cubicBezTo>
                  <a:pt x="300645" y="102916"/>
                  <a:pt x="298250" y="103323"/>
                  <a:pt x="295736" y="102964"/>
                </a:cubicBezTo>
                <a:cubicBezTo>
                  <a:pt x="295353" y="99683"/>
                  <a:pt x="295760" y="96475"/>
                  <a:pt x="296933" y="93386"/>
                </a:cubicBezTo>
                <a:cubicBezTo>
                  <a:pt x="303566" y="89483"/>
                  <a:pt x="305170" y="84694"/>
                  <a:pt x="301722" y="79019"/>
                </a:cubicBezTo>
                <a:cubicBezTo>
                  <a:pt x="296718" y="82108"/>
                  <a:pt x="291929" y="84502"/>
                  <a:pt x="287355" y="86202"/>
                </a:cubicBezTo>
                <a:cubicBezTo>
                  <a:pt x="286948" y="85412"/>
                  <a:pt x="286565" y="84598"/>
                  <a:pt x="286158" y="83808"/>
                </a:cubicBezTo>
                <a:cubicBezTo>
                  <a:pt x="297700" y="77606"/>
                  <a:pt x="309289" y="72003"/>
                  <a:pt x="320878" y="67046"/>
                </a:cubicBezTo>
                <a:cubicBezTo>
                  <a:pt x="326170" y="60581"/>
                  <a:pt x="325380" y="54978"/>
                  <a:pt x="318484" y="50285"/>
                </a:cubicBezTo>
                <a:cubicBezTo>
                  <a:pt x="317694" y="52679"/>
                  <a:pt x="316880" y="55074"/>
                  <a:pt x="316089" y="57468"/>
                </a:cubicBezTo>
                <a:cubicBezTo>
                  <a:pt x="314533" y="54595"/>
                  <a:pt x="313336" y="54595"/>
                  <a:pt x="312498" y="57468"/>
                </a:cubicBezTo>
                <a:cubicBezTo>
                  <a:pt x="316113" y="63071"/>
                  <a:pt x="315323" y="64652"/>
                  <a:pt x="310103" y="62257"/>
                </a:cubicBezTo>
                <a:cubicBezTo>
                  <a:pt x="307709" y="65442"/>
                  <a:pt x="305314" y="68650"/>
                  <a:pt x="302920" y="71835"/>
                </a:cubicBezTo>
                <a:cubicBezTo>
                  <a:pt x="301507" y="71332"/>
                  <a:pt x="300310" y="70542"/>
                  <a:pt x="299328" y="69441"/>
                </a:cubicBezTo>
                <a:cubicBezTo>
                  <a:pt x="294539" y="71045"/>
                  <a:pt x="289750" y="72625"/>
                  <a:pt x="284961" y="74230"/>
                </a:cubicBezTo>
                <a:cubicBezTo>
                  <a:pt x="282494" y="54044"/>
                  <a:pt x="272509" y="49662"/>
                  <a:pt x="255029" y="61060"/>
                </a:cubicBezTo>
                <a:cubicBezTo>
                  <a:pt x="261423" y="63454"/>
                  <a:pt x="261423" y="65849"/>
                  <a:pt x="255029" y="68243"/>
                </a:cubicBezTo>
                <a:cubicBezTo>
                  <a:pt x="248732" y="67645"/>
                  <a:pt x="242339" y="67645"/>
                  <a:pt x="235873" y="68243"/>
                </a:cubicBezTo>
                <a:cubicBezTo>
                  <a:pt x="236664" y="69034"/>
                  <a:pt x="237478" y="69848"/>
                  <a:pt x="238268" y="70638"/>
                </a:cubicBezTo>
                <a:cubicBezTo>
                  <a:pt x="233886" y="71835"/>
                  <a:pt x="231084" y="74637"/>
                  <a:pt x="229887" y="79019"/>
                </a:cubicBezTo>
                <a:cubicBezTo>
                  <a:pt x="226607" y="79258"/>
                  <a:pt x="223015" y="78851"/>
                  <a:pt x="219112" y="77821"/>
                </a:cubicBezTo>
                <a:cubicBezTo>
                  <a:pt x="221219" y="81078"/>
                  <a:pt x="222009" y="84670"/>
                  <a:pt x="221506" y="88597"/>
                </a:cubicBezTo>
                <a:cubicBezTo>
                  <a:pt x="216789" y="89171"/>
                  <a:pt x="212407" y="88381"/>
                  <a:pt x="208337" y="86202"/>
                </a:cubicBezTo>
                <a:cubicBezTo>
                  <a:pt x="204266" y="90632"/>
                  <a:pt x="204649" y="95014"/>
                  <a:pt x="209534" y="99372"/>
                </a:cubicBezTo>
                <a:cubicBezTo>
                  <a:pt x="208744" y="99779"/>
                  <a:pt x="207930" y="100162"/>
                  <a:pt x="207139" y="100569"/>
                </a:cubicBezTo>
                <a:cubicBezTo>
                  <a:pt x="201153" y="101072"/>
                  <a:pt x="195167" y="99492"/>
                  <a:pt x="189181" y="95780"/>
                </a:cubicBezTo>
                <a:cubicBezTo>
                  <a:pt x="184248" y="97241"/>
                  <a:pt x="182261" y="99635"/>
                  <a:pt x="183194" y="102964"/>
                </a:cubicBezTo>
                <a:cubicBezTo>
                  <a:pt x="181590" y="102174"/>
                  <a:pt x="180010" y="101359"/>
                  <a:pt x="178405" y="100569"/>
                </a:cubicBezTo>
                <a:cubicBezTo>
                  <a:pt x="175532" y="101407"/>
                  <a:pt x="175532" y="102605"/>
                  <a:pt x="178405" y="104161"/>
                </a:cubicBezTo>
                <a:cubicBezTo>
                  <a:pt x="174167" y="106603"/>
                  <a:pt x="170168" y="107010"/>
                  <a:pt x="166433" y="105358"/>
                </a:cubicBezTo>
                <a:cubicBezTo>
                  <a:pt x="164637" y="107465"/>
                  <a:pt x="163440" y="109860"/>
                  <a:pt x="162841" y="112542"/>
                </a:cubicBezTo>
                <a:cubicBezTo>
                  <a:pt x="162051" y="110937"/>
                  <a:pt x="161237" y="109357"/>
                  <a:pt x="160447" y="107753"/>
                </a:cubicBezTo>
                <a:cubicBezTo>
                  <a:pt x="156496" y="110674"/>
                  <a:pt x="152114" y="112661"/>
                  <a:pt x="147277" y="113739"/>
                </a:cubicBezTo>
                <a:cubicBezTo>
                  <a:pt x="146702" y="121210"/>
                  <a:pt x="144308" y="127603"/>
                  <a:pt x="140093" y="132895"/>
                </a:cubicBezTo>
                <a:cubicBezTo>
                  <a:pt x="143278" y="134499"/>
                  <a:pt x="146487" y="134499"/>
                  <a:pt x="149671" y="132895"/>
                </a:cubicBezTo>
                <a:cubicBezTo>
                  <a:pt x="147684" y="127914"/>
                  <a:pt x="147684" y="122718"/>
                  <a:pt x="149671" y="117331"/>
                </a:cubicBezTo>
                <a:cubicBezTo>
                  <a:pt x="153957" y="116636"/>
                  <a:pt x="157932" y="117450"/>
                  <a:pt x="161644" y="119725"/>
                </a:cubicBezTo>
                <a:cubicBezTo>
                  <a:pt x="160303" y="126645"/>
                  <a:pt x="163104" y="132225"/>
                  <a:pt x="170025" y="136487"/>
                </a:cubicBezTo>
                <a:cubicBezTo>
                  <a:pt x="172156" y="133589"/>
                  <a:pt x="174167" y="133589"/>
                  <a:pt x="176011" y="136487"/>
                </a:cubicBezTo>
                <a:cubicBezTo>
                  <a:pt x="175484" y="140007"/>
                  <a:pt x="174670" y="143598"/>
                  <a:pt x="173616" y="147262"/>
                </a:cubicBezTo>
                <a:cubicBezTo>
                  <a:pt x="177591" y="147885"/>
                  <a:pt x="181183" y="146687"/>
                  <a:pt x="184392" y="143670"/>
                </a:cubicBezTo>
                <a:cubicBezTo>
                  <a:pt x="185182" y="144460"/>
                  <a:pt x="185996" y="145275"/>
                  <a:pt x="186786" y="146065"/>
                </a:cubicBezTo>
                <a:cubicBezTo>
                  <a:pt x="187576" y="143670"/>
                  <a:pt x="188390" y="141276"/>
                  <a:pt x="189181" y="138881"/>
                </a:cubicBezTo>
                <a:cubicBezTo>
                  <a:pt x="191072" y="142856"/>
                  <a:pt x="191863" y="146855"/>
                  <a:pt x="191575" y="150854"/>
                </a:cubicBezTo>
                <a:cubicBezTo>
                  <a:pt x="190785" y="150064"/>
                  <a:pt x="189971" y="149249"/>
                  <a:pt x="189181" y="148459"/>
                </a:cubicBezTo>
                <a:cubicBezTo>
                  <a:pt x="183961" y="152482"/>
                  <a:pt x="178765" y="154086"/>
                  <a:pt x="173616" y="153248"/>
                </a:cubicBezTo>
                <a:cubicBezTo>
                  <a:pt x="176370" y="160001"/>
                  <a:pt x="179172" y="160791"/>
                  <a:pt x="181997" y="155643"/>
                </a:cubicBezTo>
                <a:cubicBezTo>
                  <a:pt x="189971" y="160288"/>
                  <a:pt x="189588" y="163090"/>
                  <a:pt x="180800" y="164024"/>
                </a:cubicBezTo>
                <a:cubicBezTo>
                  <a:pt x="184200" y="167519"/>
                  <a:pt x="187385" y="171111"/>
                  <a:pt x="190378" y="174799"/>
                </a:cubicBezTo>
                <a:cubicBezTo>
                  <a:pt x="192317" y="174057"/>
                  <a:pt x="193898" y="172859"/>
                  <a:pt x="195167" y="171207"/>
                </a:cubicBezTo>
                <a:cubicBezTo>
                  <a:pt x="193227" y="164909"/>
                  <a:pt x="190019" y="159330"/>
                  <a:pt x="185589" y="154446"/>
                </a:cubicBezTo>
                <a:cubicBezTo>
                  <a:pt x="193491" y="154230"/>
                  <a:pt x="200674" y="156625"/>
                  <a:pt x="207139" y="161629"/>
                </a:cubicBezTo>
                <a:cubicBezTo>
                  <a:pt x="200698" y="165029"/>
                  <a:pt x="199094" y="169818"/>
                  <a:pt x="202350" y="175996"/>
                </a:cubicBezTo>
                <a:cubicBezTo>
                  <a:pt x="199046" y="180617"/>
                  <a:pt x="195454" y="184999"/>
                  <a:pt x="191575" y="189166"/>
                </a:cubicBezTo>
                <a:cubicBezTo>
                  <a:pt x="185804" y="187322"/>
                  <a:pt x="179818" y="186125"/>
                  <a:pt x="173616" y="185574"/>
                </a:cubicBezTo>
                <a:cubicBezTo>
                  <a:pt x="176250" y="182868"/>
                  <a:pt x="175460" y="180881"/>
                  <a:pt x="171222" y="179588"/>
                </a:cubicBezTo>
                <a:cubicBezTo>
                  <a:pt x="171533" y="188759"/>
                  <a:pt x="169953" y="197954"/>
                  <a:pt x="166433" y="207125"/>
                </a:cubicBezTo>
                <a:cubicBezTo>
                  <a:pt x="172491" y="210285"/>
                  <a:pt x="172491" y="213063"/>
                  <a:pt x="166433" y="215505"/>
                </a:cubicBezTo>
                <a:cubicBezTo>
                  <a:pt x="166936" y="216918"/>
                  <a:pt x="167726" y="218115"/>
                  <a:pt x="168827" y="219097"/>
                </a:cubicBezTo>
                <a:cubicBezTo>
                  <a:pt x="164924" y="220390"/>
                  <a:pt x="161716" y="219193"/>
                  <a:pt x="159249" y="215505"/>
                </a:cubicBezTo>
                <a:cubicBezTo>
                  <a:pt x="152210" y="218594"/>
                  <a:pt x="146223" y="217014"/>
                  <a:pt x="141291" y="210716"/>
                </a:cubicBezTo>
                <a:cubicBezTo>
                  <a:pt x="141626" y="217062"/>
                  <a:pt x="145218" y="221061"/>
                  <a:pt x="152066" y="222689"/>
                </a:cubicBezTo>
                <a:cubicBezTo>
                  <a:pt x="148809" y="227023"/>
                  <a:pt x="149599" y="230615"/>
                  <a:pt x="154460" y="233464"/>
                </a:cubicBezTo>
                <a:cubicBezTo>
                  <a:pt x="147133" y="233440"/>
                  <a:pt x="139950" y="235835"/>
                  <a:pt x="132910" y="240648"/>
                </a:cubicBezTo>
                <a:cubicBezTo>
                  <a:pt x="138776" y="245149"/>
                  <a:pt x="143565" y="250729"/>
                  <a:pt x="147277" y="257409"/>
                </a:cubicBezTo>
                <a:cubicBezTo>
                  <a:pt x="146056" y="263850"/>
                  <a:pt x="143278" y="267442"/>
                  <a:pt x="138896" y="268184"/>
                </a:cubicBezTo>
                <a:cubicBezTo>
                  <a:pt x="130108" y="266365"/>
                  <a:pt x="128911" y="262773"/>
                  <a:pt x="135304" y="257409"/>
                </a:cubicBezTo>
                <a:cubicBezTo>
                  <a:pt x="129222" y="254775"/>
                  <a:pt x="127618" y="250776"/>
                  <a:pt x="130515" y="245437"/>
                </a:cubicBezTo>
                <a:cubicBezTo>
                  <a:pt x="127355" y="245796"/>
                  <a:pt x="124553" y="245389"/>
                  <a:pt x="122134" y="244239"/>
                </a:cubicBezTo>
                <a:cubicBezTo>
                  <a:pt x="120913" y="247831"/>
                  <a:pt x="122111" y="250609"/>
                  <a:pt x="125726" y="252620"/>
                </a:cubicBezTo>
                <a:cubicBezTo>
                  <a:pt x="119477" y="260905"/>
                  <a:pt x="119477" y="269286"/>
                  <a:pt x="125726" y="277762"/>
                </a:cubicBezTo>
                <a:cubicBezTo>
                  <a:pt x="124313" y="280875"/>
                  <a:pt x="121919" y="282863"/>
                  <a:pt x="118543" y="283749"/>
                </a:cubicBezTo>
                <a:cubicBezTo>
                  <a:pt x="122158" y="285760"/>
                  <a:pt x="123356" y="288538"/>
                  <a:pt x="122134" y="292130"/>
                </a:cubicBezTo>
                <a:cubicBezTo>
                  <a:pt x="119572" y="289448"/>
                  <a:pt x="116771" y="287053"/>
                  <a:pt x="113754" y="284946"/>
                </a:cubicBezTo>
                <a:cubicBezTo>
                  <a:pt x="117298" y="277643"/>
                  <a:pt x="115310" y="272064"/>
                  <a:pt x="107767" y="268184"/>
                </a:cubicBezTo>
                <a:cubicBezTo>
                  <a:pt x="106546" y="271776"/>
                  <a:pt x="107744" y="274554"/>
                  <a:pt x="111359" y="276565"/>
                </a:cubicBezTo>
                <a:cubicBezTo>
                  <a:pt x="108965" y="277355"/>
                  <a:pt x="106570" y="278170"/>
                  <a:pt x="104176" y="278960"/>
                </a:cubicBezTo>
                <a:cubicBezTo>
                  <a:pt x="104966" y="279750"/>
                  <a:pt x="105780" y="280564"/>
                  <a:pt x="106570" y="281354"/>
                </a:cubicBezTo>
                <a:cubicBezTo>
                  <a:pt x="105852" y="285305"/>
                  <a:pt x="102643" y="288514"/>
                  <a:pt x="96992" y="290932"/>
                </a:cubicBezTo>
                <a:cubicBezTo>
                  <a:pt x="97782" y="291722"/>
                  <a:pt x="98597" y="292537"/>
                  <a:pt x="99387" y="293327"/>
                </a:cubicBezTo>
                <a:cubicBezTo>
                  <a:pt x="92850" y="296224"/>
                  <a:pt x="86863" y="299816"/>
                  <a:pt x="81428" y="304102"/>
                </a:cubicBezTo>
                <a:cubicBezTo>
                  <a:pt x="78914" y="301660"/>
                  <a:pt x="76112" y="301277"/>
                  <a:pt x="73047" y="302905"/>
                </a:cubicBezTo>
                <a:cubicBezTo>
                  <a:pt x="74173" y="306018"/>
                  <a:pt x="74173" y="309609"/>
                  <a:pt x="73047" y="313680"/>
                </a:cubicBezTo>
                <a:cubicBezTo>
                  <a:pt x="69120" y="313177"/>
                  <a:pt x="65528" y="313967"/>
                  <a:pt x="62272" y="316075"/>
                </a:cubicBezTo>
                <a:cubicBezTo>
                  <a:pt x="61170" y="313105"/>
                  <a:pt x="62368" y="311094"/>
                  <a:pt x="65864" y="310088"/>
                </a:cubicBezTo>
                <a:cubicBezTo>
                  <a:pt x="64499" y="306257"/>
                  <a:pt x="62104" y="304653"/>
                  <a:pt x="58680" y="305299"/>
                </a:cubicBezTo>
                <a:cubicBezTo>
                  <a:pt x="55783" y="307957"/>
                  <a:pt x="55783" y="310759"/>
                  <a:pt x="58680" y="313680"/>
                </a:cubicBezTo>
                <a:cubicBezTo>
                  <a:pt x="57890" y="314470"/>
                  <a:pt x="57076" y="315284"/>
                  <a:pt x="56286" y="316075"/>
                </a:cubicBezTo>
                <a:cubicBezTo>
                  <a:pt x="54681" y="314470"/>
                  <a:pt x="53101" y="312890"/>
                  <a:pt x="51497" y="311286"/>
                </a:cubicBezTo>
                <a:cubicBezTo>
                  <a:pt x="52430" y="314207"/>
                  <a:pt x="50826" y="316194"/>
                  <a:pt x="46708" y="317272"/>
                </a:cubicBezTo>
                <a:cubicBezTo>
                  <a:pt x="49102" y="318469"/>
                  <a:pt x="51497" y="319666"/>
                  <a:pt x="53891" y="320864"/>
                </a:cubicBezTo>
                <a:cubicBezTo>
                  <a:pt x="56334" y="322061"/>
                  <a:pt x="56741" y="323665"/>
                  <a:pt x="55088" y="325653"/>
                </a:cubicBezTo>
                <a:cubicBezTo>
                  <a:pt x="46947" y="322300"/>
                  <a:pt x="40147" y="317104"/>
                  <a:pt x="34735" y="310088"/>
                </a:cubicBezTo>
                <a:cubicBezTo>
                  <a:pt x="33131" y="308484"/>
                  <a:pt x="31550" y="308484"/>
                  <a:pt x="29946" y="310088"/>
                </a:cubicBezTo>
                <a:cubicBezTo>
                  <a:pt x="34783" y="313824"/>
                  <a:pt x="35573" y="318206"/>
                  <a:pt x="32341" y="323258"/>
                </a:cubicBezTo>
                <a:cubicBezTo>
                  <a:pt x="28605" y="321893"/>
                  <a:pt x="25013" y="320289"/>
                  <a:pt x="21565" y="318469"/>
                </a:cubicBezTo>
                <a:cubicBezTo>
                  <a:pt x="19841" y="322324"/>
                  <a:pt x="20248" y="325916"/>
                  <a:pt x="22763" y="329244"/>
                </a:cubicBezTo>
                <a:cubicBezTo>
                  <a:pt x="19123" y="333794"/>
                  <a:pt x="17543" y="338966"/>
                  <a:pt x="17973" y="344809"/>
                </a:cubicBezTo>
                <a:cubicBezTo>
                  <a:pt x="20368" y="344809"/>
                  <a:pt x="22763" y="344809"/>
                  <a:pt x="25157" y="344809"/>
                </a:cubicBezTo>
                <a:cubicBezTo>
                  <a:pt x="24654" y="348736"/>
                  <a:pt x="25444" y="352327"/>
                  <a:pt x="27552" y="355584"/>
                </a:cubicBezTo>
                <a:cubicBezTo>
                  <a:pt x="24654" y="357476"/>
                  <a:pt x="22260" y="359056"/>
                  <a:pt x="20368" y="360373"/>
                </a:cubicBezTo>
                <a:cubicBezTo>
                  <a:pt x="20631" y="364491"/>
                  <a:pt x="21829" y="364899"/>
                  <a:pt x="23960" y="361570"/>
                </a:cubicBezTo>
                <a:cubicBezTo>
                  <a:pt x="25349" y="366072"/>
                  <a:pt x="24942" y="370454"/>
                  <a:pt x="22763" y="374740"/>
                </a:cubicBezTo>
                <a:cubicBezTo>
                  <a:pt x="24008" y="377015"/>
                  <a:pt x="25612" y="379002"/>
                  <a:pt x="27552" y="380726"/>
                </a:cubicBezTo>
                <a:cubicBezTo>
                  <a:pt x="24295" y="380463"/>
                  <a:pt x="21110" y="382043"/>
                  <a:pt x="17973" y="385515"/>
                </a:cubicBezTo>
                <a:cubicBezTo>
                  <a:pt x="14933" y="384102"/>
                  <a:pt x="11748" y="382905"/>
                  <a:pt x="8395" y="381923"/>
                </a:cubicBezTo>
                <a:cubicBezTo>
                  <a:pt x="13256" y="380415"/>
                  <a:pt x="17255" y="377613"/>
                  <a:pt x="20368" y="373543"/>
                </a:cubicBezTo>
                <a:cubicBezTo>
                  <a:pt x="17519" y="373423"/>
                  <a:pt x="14334" y="372609"/>
                  <a:pt x="10790" y="371148"/>
                </a:cubicBezTo>
                <a:cubicBezTo>
                  <a:pt x="11293" y="369735"/>
                  <a:pt x="12083" y="368538"/>
                  <a:pt x="13184" y="367556"/>
                </a:cubicBezTo>
                <a:cubicBezTo>
                  <a:pt x="8204" y="364396"/>
                  <a:pt x="8994" y="361211"/>
                  <a:pt x="15579" y="357978"/>
                </a:cubicBezTo>
                <a:cubicBezTo>
                  <a:pt x="12897" y="357380"/>
                  <a:pt x="10503" y="356182"/>
                  <a:pt x="8395" y="354387"/>
                </a:cubicBezTo>
                <a:cubicBezTo>
                  <a:pt x="10000" y="350555"/>
                  <a:pt x="10790" y="346964"/>
                  <a:pt x="10790" y="343611"/>
                </a:cubicBezTo>
                <a:cubicBezTo>
                  <a:pt x="8803" y="341432"/>
                  <a:pt x="6408" y="339828"/>
                  <a:pt x="3606" y="338822"/>
                </a:cubicBezTo>
                <a:cubicBezTo>
                  <a:pt x="5211" y="338032"/>
                  <a:pt x="6791" y="337218"/>
                  <a:pt x="8395" y="336428"/>
                </a:cubicBezTo>
                <a:cubicBezTo>
                  <a:pt x="5283" y="329556"/>
                  <a:pt x="2888" y="322372"/>
                  <a:pt x="1212" y="314877"/>
                </a:cubicBezTo>
                <a:cubicBezTo>
                  <a:pt x="2194" y="312602"/>
                  <a:pt x="3774" y="311022"/>
                  <a:pt x="6001" y="310088"/>
                </a:cubicBezTo>
                <a:cubicBezTo>
                  <a:pt x="-2739" y="304102"/>
                  <a:pt x="-1925" y="298523"/>
                  <a:pt x="8395" y="293327"/>
                </a:cubicBezTo>
                <a:cubicBezTo>
                  <a:pt x="5307" y="288322"/>
                  <a:pt x="6911" y="285138"/>
                  <a:pt x="13184" y="283749"/>
                </a:cubicBezTo>
                <a:cubicBezTo>
                  <a:pt x="10670" y="280420"/>
                  <a:pt x="10263" y="276829"/>
                  <a:pt x="11987" y="272973"/>
                </a:cubicBezTo>
                <a:cubicBezTo>
                  <a:pt x="14118" y="275871"/>
                  <a:pt x="16130" y="275871"/>
                  <a:pt x="17973" y="272973"/>
                </a:cubicBezTo>
                <a:cubicBezTo>
                  <a:pt x="18764" y="269789"/>
                  <a:pt x="19578" y="266580"/>
                  <a:pt x="20368" y="263395"/>
                </a:cubicBezTo>
                <a:cubicBezTo>
                  <a:pt x="22643" y="265383"/>
                  <a:pt x="25037" y="265766"/>
                  <a:pt x="27552" y="264593"/>
                </a:cubicBezTo>
                <a:cubicBezTo>
                  <a:pt x="26761" y="263803"/>
                  <a:pt x="25947" y="262988"/>
                  <a:pt x="25157" y="262198"/>
                </a:cubicBezTo>
                <a:cubicBezTo>
                  <a:pt x="28797" y="257649"/>
                  <a:pt x="30377" y="252477"/>
                  <a:pt x="29946" y="246634"/>
                </a:cubicBezTo>
                <a:cubicBezTo>
                  <a:pt x="32460" y="246993"/>
                  <a:pt x="34855" y="246586"/>
                  <a:pt x="37130" y="245437"/>
                </a:cubicBezTo>
                <a:cubicBezTo>
                  <a:pt x="36339" y="244647"/>
                  <a:pt x="35525" y="243832"/>
                  <a:pt x="34735" y="243042"/>
                </a:cubicBezTo>
                <a:cubicBezTo>
                  <a:pt x="40458" y="241390"/>
                  <a:pt x="40458" y="238995"/>
                  <a:pt x="34735" y="235859"/>
                </a:cubicBezTo>
                <a:cubicBezTo>
                  <a:pt x="46324" y="237798"/>
                  <a:pt x="47115" y="234997"/>
                  <a:pt x="37130" y="227478"/>
                </a:cubicBezTo>
                <a:cubicBezTo>
                  <a:pt x="41464" y="227669"/>
                  <a:pt x="44648" y="224868"/>
                  <a:pt x="46708" y="219097"/>
                </a:cubicBezTo>
                <a:cubicBezTo>
                  <a:pt x="43499" y="211291"/>
                  <a:pt x="44289" y="210094"/>
                  <a:pt x="49102" y="215505"/>
                </a:cubicBezTo>
                <a:cubicBezTo>
                  <a:pt x="51832" y="209375"/>
                  <a:pt x="53819" y="202982"/>
                  <a:pt x="55088" y="196349"/>
                </a:cubicBezTo>
                <a:cubicBezTo>
                  <a:pt x="55879" y="197140"/>
                  <a:pt x="56693" y="197954"/>
                  <a:pt x="57483" y="198744"/>
                </a:cubicBezTo>
                <a:cubicBezTo>
                  <a:pt x="60284" y="195942"/>
                  <a:pt x="63062" y="193165"/>
                  <a:pt x="65864" y="190363"/>
                </a:cubicBezTo>
                <a:cubicBezTo>
                  <a:pt x="63397" y="186747"/>
                  <a:pt x="63780" y="183156"/>
                  <a:pt x="67061" y="179588"/>
                </a:cubicBezTo>
                <a:cubicBezTo>
                  <a:pt x="68354" y="183826"/>
                  <a:pt x="70341" y="184616"/>
                  <a:pt x="73047" y="181982"/>
                </a:cubicBezTo>
                <a:cubicBezTo>
                  <a:pt x="72760" y="177481"/>
                  <a:pt x="72760" y="173099"/>
                  <a:pt x="73047" y="168813"/>
                </a:cubicBezTo>
                <a:cubicBezTo>
                  <a:pt x="75442" y="168022"/>
                  <a:pt x="77836" y="167208"/>
                  <a:pt x="80231" y="166418"/>
                </a:cubicBezTo>
                <a:cubicBezTo>
                  <a:pt x="84110" y="164383"/>
                  <a:pt x="84924" y="161988"/>
                  <a:pt x="82625" y="159235"/>
                </a:cubicBezTo>
                <a:cubicBezTo>
                  <a:pt x="86313" y="158540"/>
                  <a:pt x="89521" y="156936"/>
                  <a:pt x="92203" y="154446"/>
                </a:cubicBezTo>
                <a:cubicBezTo>
                  <a:pt x="86624" y="150806"/>
                  <a:pt x="87007" y="147214"/>
                  <a:pt x="93400" y="143670"/>
                </a:cubicBezTo>
                <a:cubicBezTo>
                  <a:pt x="94191" y="145275"/>
                  <a:pt x="95005" y="146855"/>
                  <a:pt x="95795" y="148459"/>
                </a:cubicBezTo>
                <a:cubicBezTo>
                  <a:pt x="96561" y="144724"/>
                  <a:pt x="98549" y="141922"/>
                  <a:pt x="101781" y="140078"/>
                </a:cubicBezTo>
                <a:cubicBezTo>
                  <a:pt x="100177" y="139288"/>
                  <a:pt x="98597" y="138474"/>
                  <a:pt x="96992" y="137684"/>
                </a:cubicBezTo>
                <a:cubicBezTo>
                  <a:pt x="98644" y="135122"/>
                  <a:pt x="99842" y="132344"/>
                  <a:pt x="100584" y="129303"/>
                </a:cubicBezTo>
                <a:cubicBezTo>
                  <a:pt x="101063" y="133589"/>
                  <a:pt x="103050" y="136774"/>
                  <a:pt x="106570" y="138881"/>
                </a:cubicBezTo>
                <a:cubicBezTo>
                  <a:pt x="109755" y="132488"/>
                  <a:pt x="114544" y="127699"/>
                  <a:pt x="120937" y="124514"/>
                </a:cubicBezTo>
                <a:cubicBezTo>
                  <a:pt x="115526" y="119701"/>
                  <a:pt x="116723" y="118911"/>
                  <a:pt x="124529" y="122120"/>
                </a:cubicBezTo>
                <a:cubicBezTo>
                  <a:pt x="127187" y="118432"/>
                  <a:pt x="130779" y="116852"/>
                  <a:pt x="135304" y="117331"/>
                </a:cubicBezTo>
                <a:cubicBezTo>
                  <a:pt x="134897" y="114170"/>
                  <a:pt x="135687" y="111368"/>
                  <a:pt x="137699" y="108950"/>
                </a:cubicBezTo>
                <a:cubicBezTo>
                  <a:pt x="127618" y="95876"/>
                  <a:pt x="130803" y="90297"/>
                  <a:pt x="147277" y="92188"/>
                </a:cubicBezTo>
                <a:cubicBezTo>
                  <a:pt x="145481" y="88621"/>
                  <a:pt x="143470" y="88237"/>
                  <a:pt x="141291" y="90991"/>
                </a:cubicBezTo>
                <a:cubicBezTo>
                  <a:pt x="139686" y="86992"/>
                  <a:pt x="139686" y="83017"/>
                  <a:pt x="141291" y="79019"/>
                </a:cubicBezTo>
                <a:cubicBezTo>
                  <a:pt x="142081" y="79809"/>
                  <a:pt x="142895" y="80623"/>
                  <a:pt x="143685" y="81413"/>
                </a:cubicBezTo>
                <a:cubicBezTo>
                  <a:pt x="145289" y="75020"/>
                  <a:pt x="146870" y="75020"/>
                  <a:pt x="148474" y="81413"/>
                </a:cubicBezTo>
                <a:cubicBezTo>
                  <a:pt x="152042" y="79617"/>
                  <a:pt x="152425" y="77606"/>
                  <a:pt x="149671" y="75427"/>
                </a:cubicBezTo>
                <a:cubicBezTo>
                  <a:pt x="155179" y="71979"/>
                  <a:pt x="160351" y="69991"/>
                  <a:pt x="165236" y="69441"/>
                </a:cubicBezTo>
                <a:cubicBezTo>
                  <a:pt x="167558" y="75140"/>
                  <a:pt x="169163" y="74325"/>
                  <a:pt x="170025" y="67046"/>
                </a:cubicBezTo>
                <a:cubicBezTo>
                  <a:pt x="174550" y="70782"/>
                  <a:pt x="176538" y="74780"/>
                  <a:pt x="176011" y="79019"/>
                </a:cubicBezTo>
                <a:cubicBezTo>
                  <a:pt x="177950" y="78276"/>
                  <a:pt x="179531" y="77079"/>
                  <a:pt x="180800" y="75427"/>
                </a:cubicBezTo>
                <a:cubicBezTo>
                  <a:pt x="178525" y="73703"/>
                  <a:pt x="178118" y="71715"/>
                  <a:pt x="179603" y="69441"/>
                </a:cubicBezTo>
                <a:cubicBezTo>
                  <a:pt x="181590" y="71835"/>
                  <a:pt x="183601" y="74230"/>
                  <a:pt x="185589" y="76624"/>
                </a:cubicBezTo>
                <a:cubicBezTo>
                  <a:pt x="186810" y="68387"/>
                  <a:pt x="191192" y="67597"/>
                  <a:pt x="198759" y="74230"/>
                </a:cubicBezTo>
                <a:cubicBezTo>
                  <a:pt x="198567" y="71260"/>
                  <a:pt x="198974" y="68866"/>
                  <a:pt x="199956" y="67046"/>
                </a:cubicBezTo>
                <a:cubicBezTo>
                  <a:pt x="201560" y="68650"/>
                  <a:pt x="203141" y="70231"/>
                  <a:pt x="204745" y="71835"/>
                </a:cubicBezTo>
                <a:cubicBezTo>
                  <a:pt x="205535" y="70231"/>
                  <a:pt x="206349" y="68650"/>
                  <a:pt x="207139" y="67046"/>
                </a:cubicBezTo>
                <a:cubicBezTo>
                  <a:pt x="213868" y="72410"/>
                  <a:pt x="220237" y="72410"/>
                  <a:pt x="226295" y="67046"/>
                </a:cubicBezTo>
                <a:cubicBezTo>
                  <a:pt x="222321" y="65059"/>
                  <a:pt x="219112" y="62281"/>
                  <a:pt x="216717" y="58665"/>
                </a:cubicBezTo>
                <a:cubicBezTo>
                  <a:pt x="218992" y="57516"/>
                  <a:pt x="221387" y="57109"/>
                  <a:pt x="223901" y="57468"/>
                </a:cubicBezTo>
                <a:cubicBezTo>
                  <a:pt x="224428" y="54643"/>
                  <a:pt x="223638" y="52248"/>
                  <a:pt x="221506" y="50285"/>
                </a:cubicBezTo>
                <a:cubicBezTo>
                  <a:pt x="215592" y="45855"/>
                  <a:pt x="210396" y="45855"/>
                  <a:pt x="205942" y="50285"/>
                </a:cubicBezTo>
                <a:cubicBezTo>
                  <a:pt x="205942" y="47100"/>
                  <a:pt x="205942" y="43891"/>
                  <a:pt x="205942" y="40707"/>
                </a:cubicBezTo>
                <a:cubicBezTo>
                  <a:pt x="205152" y="41497"/>
                  <a:pt x="204338" y="42311"/>
                  <a:pt x="203548" y="43101"/>
                </a:cubicBezTo>
                <a:cubicBezTo>
                  <a:pt x="200052" y="38504"/>
                  <a:pt x="196053" y="36899"/>
                  <a:pt x="191575" y="38312"/>
                </a:cubicBezTo>
                <a:cubicBezTo>
                  <a:pt x="189923" y="36325"/>
                  <a:pt x="190330" y="34720"/>
                  <a:pt x="192772" y="33523"/>
                </a:cubicBezTo>
                <a:cubicBezTo>
                  <a:pt x="195957" y="32733"/>
                  <a:pt x="199166" y="31919"/>
                  <a:pt x="202350" y="31129"/>
                </a:cubicBezTo>
                <a:cubicBezTo>
                  <a:pt x="205607" y="34792"/>
                  <a:pt x="208409" y="38791"/>
                  <a:pt x="210731" y="43101"/>
                </a:cubicBezTo>
                <a:cubicBezTo>
                  <a:pt x="212335" y="39916"/>
                  <a:pt x="213916" y="39916"/>
                  <a:pt x="215520" y="43101"/>
                </a:cubicBezTo>
                <a:cubicBezTo>
                  <a:pt x="216526" y="40300"/>
                  <a:pt x="218130" y="37905"/>
                  <a:pt x="220309" y="35918"/>
                </a:cubicBezTo>
                <a:cubicBezTo>
                  <a:pt x="218082" y="46693"/>
                  <a:pt x="219663" y="47483"/>
                  <a:pt x="225098" y="38312"/>
                </a:cubicBezTo>
                <a:cubicBezTo>
                  <a:pt x="230941" y="46142"/>
                  <a:pt x="235347" y="46142"/>
                  <a:pt x="238268" y="38312"/>
                </a:cubicBezTo>
                <a:cubicBezTo>
                  <a:pt x="249235" y="36851"/>
                  <a:pt x="250049" y="34050"/>
                  <a:pt x="240662" y="29931"/>
                </a:cubicBezTo>
                <a:cubicBezTo>
                  <a:pt x="244398" y="29165"/>
                  <a:pt x="247199" y="27178"/>
                  <a:pt x="249043" y="23945"/>
                </a:cubicBezTo>
                <a:cubicBezTo>
                  <a:pt x="254096" y="29740"/>
                  <a:pt x="258885" y="29740"/>
                  <a:pt x="263410" y="23945"/>
                </a:cubicBezTo>
                <a:cubicBezTo>
                  <a:pt x="264200" y="24735"/>
                  <a:pt x="265015" y="25549"/>
                  <a:pt x="265805" y="26340"/>
                </a:cubicBezTo>
                <a:cubicBezTo>
                  <a:pt x="266810" y="22053"/>
                  <a:pt x="269205" y="18869"/>
                  <a:pt x="272988" y="16762"/>
                </a:cubicBezTo>
                <a:cubicBezTo>
                  <a:pt x="273779" y="18366"/>
                  <a:pt x="274593" y="19946"/>
                  <a:pt x="275383" y="21551"/>
                </a:cubicBezTo>
                <a:cubicBezTo>
                  <a:pt x="282758" y="19611"/>
                  <a:pt x="286733" y="14822"/>
                  <a:pt x="287355" y="7184"/>
                </a:cubicBezTo>
                <a:cubicBezTo>
                  <a:pt x="297580" y="12691"/>
                  <a:pt x="297963" y="11494"/>
                  <a:pt x="288553" y="3592"/>
                </a:cubicBezTo>
                <a:cubicBezTo>
                  <a:pt x="293581" y="2921"/>
                  <a:pt x="297580" y="4909"/>
                  <a:pt x="300525" y="9578"/>
                </a:cubicBezTo>
                <a:cubicBezTo>
                  <a:pt x="303399" y="8740"/>
                  <a:pt x="303399" y="7543"/>
                  <a:pt x="300525" y="5986"/>
                </a:cubicBezTo>
                <a:cubicBezTo>
                  <a:pt x="305578" y="4645"/>
                  <a:pt x="310367" y="2658"/>
                  <a:pt x="314892" y="0"/>
                </a:cubicBezTo>
                <a:cubicBezTo>
                  <a:pt x="319490" y="814"/>
                  <a:pt x="323081" y="3999"/>
                  <a:pt x="325667" y="9578"/>
                </a:cubicBezTo>
                <a:cubicBezTo>
                  <a:pt x="333737" y="4502"/>
                  <a:pt x="340920" y="6106"/>
                  <a:pt x="347218" y="14367"/>
                </a:cubicBezTo>
                <a:cubicBezTo>
                  <a:pt x="350235" y="13744"/>
                  <a:pt x="352630" y="12140"/>
                  <a:pt x="354401" y="9578"/>
                </a:cubicBezTo>
                <a:cubicBezTo>
                  <a:pt x="357993" y="14990"/>
                  <a:pt x="361992" y="14990"/>
                  <a:pt x="366374" y="9578"/>
                </a:cubicBezTo>
                <a:cubicBezTo>
                  <a:pt x="376623" y="16019"/>
                  <a:pt x="374611" y="18414"/>
                  <a:pt x="360388" y="16762"/>
                </a:cubicBezTo>
                <a:cubicBezTo>
                  <a:pt x="359861" y="19587"/>
                  <a:pt x="360651" y="21982"/>
                  <a:pt x="362782" y="23945"/>
                </a:cubicBezTo>
                <a:cubicBezTo>
                  <a:pt x="368266" y="22005"/>
                  <a:pt x="373462" y="21215"/>
                  <a:pt x="378346" y="21551"/>
                </a:cubicBezTo>
                <a:cubicBezTo>
                  <a:pt x="380118" y="26675"/>
                  <a:pt x="382130" y="27082"/>
                  <a:pt x="384333" y="22748"/>
                </a:cubicBezTo>
                <a:cubicBezTo>
                  <a:pt x="381076" y="18988"/>
                  <a:pt x="379496" y="14606"/>
                  <a:pt x="379544" y="9578"/>
                </a:cubicBezTo>
                <a:cubicBezTo>
                  <a:pt x="382058" y="9219"/>
                  <a:pt x="384453" y="9626"/>
                  <a:pt x="386727" y="10775"/>
                </a:cubicBezTo>
                <a:cubicBezTo>
                  <a:pt x="384453" y="12499"/>
                  <a:pt x="384045" y="14487"/>
                  <a:pt x="385530" y="16762"/>
                </a:cubicBezTo>
                <a:cubicBezTo>
                  <a:pt x="388643" y="13697"/>
                  <a:pt x="391421" y="14080"/>
                  <a:pt x="393911" y="17959"/>
                </a:cubicBezTo>
                <a:cubicBezTo>
                  <a:pt x="391636" y="19683"/>
                  <a:pt x="391229" y="21670"/>
                  <a:pt x="392714" y="23945"/>
                </a:cubicBezTo>
                <a:cubicBezTo>
                  <a:pt x="394318" y="20760"/>
                  <a:pt x="395898" y="20760"/>
                  <a:pt x="397503" y="23945"/>
                </a:cubicBezTo>
                <a:cubicBezTo>
                  <a:pt x="398293" y="21551"/>
                  <a:pt x="399107" y="19156"/>
                  <a:pt x="399897" y="16762"/>
                </a:cubicBezTo>
                <a:cubicBezTo>
                  <a:pt x="404638" y="18988"/>
                  <a:pt x="409020" y="21766"/>
                  <a:pt x="413067" y="25142"/>
                </a:cubicBezTo>
                <a:cubicBezTo>
                  <a:pt x="405883" y="25933"/>
                  <a:pt x="398700" y="26747"/>
                  <a:pt x="391516" y="27537"/>
                </a:cubicBezTo>
                <a:cubicBezTo>
                  <a:pt x="396353" y="29141"/>
                  <a:pt x="400328" y="31943"/>
                  <a:pt x="403489" y="35918"/>
                </a:cubicBezTo>
                <a:cubicBezTo>
                  <a:pt x="406482" y="34625"/>
                  <a:pt x="409260" y="33020"/>
                  <a:pt x="411870" y="31129"/>
                </a:cubicBezTo>
                <a:cubicBezTo>
                  <a:pt x="420801" y="38192"/>
                  <a:pt x="419604" y="42574"/>
                  <a:pt x="408278" y="44298"/>
                </a:cubicBezTo>
                <a:cubicBezTo>
                  <a:pt x="412492" y="44777"/>
                  <a:pt x="416467" y="45975"/>
                  <a:pt x="420250" y="47890"/>
                </a:cubicBezTo>
                <a:cubicBezTo>
                  <a:pt x="416922" y="50740"/>
                  <a:pt x="417305" y="52320"/>
                  <a:pt x="421448" y="52679"/>
                </a:cubicBezTo>
                <a:cubicBezTo>
                  <a:pt x="421472" y="48441"/>
                  <a:pt x="424249" y="44849"/>
                  <a:pt x="429828" y="41904"/>
                </a:cubicBezTo>
                <a:cubicBezTo>
                  <a:pt x="425446" y="39246"/>
                  <a:pt x="423459" y="35654"/>
                  <a:pt x="423842" y="31129"/>
                </a:cubicBezTo>
                <a:cubicBezTo>
                  <a:pt x="425446" y="34313"/>
                  <a:pt x="427027" y="34313"/>
                  <a:pt x="428631" y="31129"/>
                </a:cubicBezTo>
                <a:cubicBezTo>
                  <a:pt x="432295" y="35247"/>
                  <a:pt x="434689" y="40036"/>
                  <a:pt x="435815" y="45496"/>
                </a:cubicBezTo>
                <a:cubicBezTo>
                  <a:pt x="437994" y="42742"/>
                  <a:pt x="440005" y="43125"/>
                  <a:pt x="441801" y="46693"/>
                </a:cubicBezTo>
                <a:cubicBezTo>
                  <a:pt x="439119" y="49183"/>
                  <a:pt x="435910" y="50787"/>
                  <a:pt x="432223" y="51482"/>
                </a:cubicBezTo>
                <a:cubicBezTo>
                  <a:pt x="439311" y="51817"/>
                  <a:pt x="446087" y="53805"/>
                  <a:pt x="452576" y="57468"/>
                </a:cubicBezTo>
                <a:cubicBezTo>
                  <a:pt x="461364" y="55648"/>
                  <a:pt x="462561" y="52056"/>
                  <a:pt x="456168" y="46693"/>
                </a:cubicBezTo>
                <a:cubicBezTo>
                  <a:pt x="456958" y="46286"/>
                  <a:pt x="457772" y="45903"/>
                  <a:pt x="458562" y="45496"/>
                </a:cubicBezTo>
                <a:cubicBezTo>
                  <a:pt x="461747" y="48680"/>
                  <a:pt x="464956" y="51889"/>
                  <a:pt x="468140" y="55074"/>
                </a:cubicBezTo>
                <a:cubicBezTo>
                  <a:pt x="471493" y="49614"/>
                  <a:pt x="469888" y="46022"/>
                  <a:pt x="463351" y="44298"/>
                </a:cubicBezTo>
                <a:cubicBezTo>
                  <a:pt x="466943" y="42311"/>
                  <a:pt x="469745" y="39509"/>
                  <a:pt x="471732" y="35918"/>
                </a:cubicBezTo>
                <a:cubicBezTo>
                  <a:pt x="474701" y="40252"/>
                  <a:pt x="475492" y="45041"/>
                  <a:pt x="474127" y="50285"/>
                </a:cubicBezTo>
                <a:cubicBezTo>
                  <a:pt x="478126" y="48680"/>
                  <a:pt x="482100" y="47100"/>
                  <a:pt x="486099" y="45496"/>
                </a:cubicBezTo>
                <a:cubicBezTo>
                  <a:pt x="490074" y="52847"/>
                  <a:pt x="487680" y="54451"/>
                  <a:pt x="478916" y="50285"/>
                </a:cubicBezTo>
                <a:cubicBezTo>
                  <a:pt x="478173" y="53254"/>
                  <a:pt x="479371" y="55648"/>
                  <a:pt x="482508" y="57468"/>
                </a:cubicBezTo>
                <a:cubicBezTo>
                  <a:pt x="481813" y="60725"/>
                  <a:pt x="481023" y="63909"/>
                  <a:pt x="480113" y="67046"/>
                </a:cubicBezTo>
                <a:close/>
              </a:path>
            </a:pathLst>
          </a:custGeom>
          <a:solidFill>
            <a:srgbClr val="CFDAD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5056E865-DD84-72A2-BEB4-63DBA0A656CE}"/>
              </a:ext>
            </a:extLst>
          </p:cNvPr>
          <p:cNvSpPr/>
          <p:nvPr/>
        </p:nvSpPr>
        <p:spPr>
          <a:xfrm>
            <a:off x="9779023" y="4847022"/>
            <a:ext cx="45495" cy="7183"/>
          </a:xfrm>
          <a:custGeom>
            <a:avLst/>
            <a:gdLst>
              <a:gd name="csX0" fmla="*/ 0 w 45495"/>
              <a:gd name="csY0" fmla="*/ 0 h 7183"/>
              <a:gd name="csX1" fmla="*/ 38312 w 45495"/>
              <a:gd name="csY1" fmla="*/ 3592 h 7183"/>
              <a:gd name="csX2" fmla="*/ 45496 w 45495"/>
              <a:gd name="csY2" fmla="*/ 7184 h 7183"/>
              <a:gd name="csX3" fmla="*/ 0 w 45495"/>
              <a:gd name="csY3" fmla="*/ 0 h 71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5495" h="7183">
                <a:moveTo>
                  <a:pt x="0" y="0"/>
                </a:moveTo>
                <a:cubicBezTo>
                  <a:pt x="12787" y="766"/>
                  <a:pt x="25573" y="1964"/>
                  <a:pt x="38312" y="3592"/>
                </a:cubicBezTo>
                <a:cubicBezTo>
                  <a:pt x="41281" y="4143"/>
                  <a:pt x="43676" y="5340"/>
                  <a:pt x="45496" y="7184"/>
                </a:cubicBezTo>
                <a:cubicBezTo>
                  <a:pt x="29740" y="6513"/>
                  <a:pt x="14558" y="4119"/>
                  <a:pt x="0" y="0"/>
                </a:cubicBezTo>
                <a:close/>
              </a:path>
            </a:pathLst>
          </a:custGeom>
          <a:solidFill>
            <a:srgbClr val="83907F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F8BB29F2-3476-19F2-D819-B7744D5ACAF8}"/>
              </a:ext>
            </a:extLst>
          </p:cNvPr>
          <p:cNvSpPr/>
          <p:nvPr/>
        </p:nvSpPr>
        <p:spPr>
          <a:xfrm>
            <a:off x="9879592" y="4861389"/>
            <a:ext cx="38312" cy="7183"/>
          </a:xfrm>
          <a:custGeom>
            <a:avLst/>
            <a:gdLst>
              <a:gd name="csX0" fmla="*/ 0 w 38312"/>
              <a:gd name="csY0" fmla="*/ 0 h 7183"/>
              <a:gd name="csX1" fmla="*/ 38312 w 38312"/>
              <a:gd name="csY1" fmla="*/ 7184 h 7183"/>
              <a:gd name="csX2" fmla="*/ 0 w 38312"/>
              <a:gd name="csY2" fmla="*/ 0 h 71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312" h="7183">
                <a:moveTo>
                  <a:pt x="0" y="0"/>
                </a:moveTo>
                <a:cubicBezTo>
                  <a:pt x="13457" y="455"/>
                  <a:pt x="26220" y="2849"/>
                  <a:pt x="38312" y="7184"/>
                </a:cubicBezTo>
                <a:cubicBezTo>
                  <a:pt x="24903" y="6537"/>
                  <a:pt x="12140" y="4143"/>
                  <a:pt x="0" y="0"/>
                </a:cubicBezTo>
                <a:close/>
              </a:path>
            </a:pathLst>
          </a:custGeom>
          <a:solidFill>
            <a:srgbClr val="666F64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AA0BA7F3-CC1B-4CE2-6375-E2CC39F565A5}"/>
              </a:ext>
            </a:extLst>
          </p:cNvPr>
          <p:cNvSpPr/>
          <p:nvPr/>
        </p:nvSpPr>
        <p:spPr>
          <a:xfrm>
            <a:off x="9759958" y="4885334"/>
            <a:ext cx="129211" cy="88596"/>
          </a:xfrm>
          <a:custGeom>
            <a:avLst/>
            <a:gdLst>
              <a:gd name="csX0" fmla="*/ 110056 w 129211"/>
              <a:gd name="csY0" fmla="*/ 52679 h 88596"/>
              <a:gd name="csX1" fmla="*/ 105267 w 129211"/>
              <a:gd name="csY1" fmla="*/ 56271 h 88596"/>
              <a:gd name="csX2" fmla="*/ 106464 w 129211"/>
              <a:gd name="csY2" fmla="*/ 64652 h 88596"/>
              <a:gd name="csX3" fmla="*/ 104070 w 129211"/>
              <a:gd name="csY3" fmla="*/ 59863 h 88596"/>
              <a:gd name="csX4" fmla="*/ 98083 w 129211"/>
              <a:gd name="csY4" fmla="*/ 65849 h 88596"/>
              <a:gd name="csX5" fmla="*/ 99281 w 129211"/>
              <a:gd name="csY5" fmla="*/ 71835 h 88596"/>
              <a:gd name="csX6" fmla="*/ 78927 w 129211"/>
              <a:gd name="csY6" fmla="*/ 73032 h 88596"/>
              <a:gd name="csX7" fmla="*/ 83716 w 129211"/>
              <a:gd name="csY7" fmla="*/ 75427 h 88596"/>
              <a:gd name="csX8" fmla="*/ 72941 w 129211"/>
              <a:gd name="csY8" fmla="*/ 88597 h 88596"/>
              <a:gd name="csX9" fmla="*/ 76533 w 129211"/>
              <a:gd name="csY9" fmla="*/ 70638 h 88596"/>
              <a:gd name="csX10" fmla="*/ 64560 w 129211"/>
              <a:gd name="csY10" fmla="*/ 63454 h 88596"/>
              <a:gd name="csX11" fmla="*/ 60969 w 129211"/>
              <a:gd name="csY11" fmla="*/ 67046 h 88596"/>
              <a:gd name="csX12" fmla="*/ 51390 w 129211"/>
              <a:gd name="csY12" fmla="*/ 74230 h 88596"/>
              <a:gd name="csX13" fmla="*/ 52588 w 129211"/>
              <a:gd name="csY13" fmla="*/ 63454 h 88596"/>
              <a:gd name="csX14" fmla="*/ 53785 w 129211"/>
              <a:gd name="csY14" fmla="*/ 52679 h 88596"/>
              <a:gd name="csX15" fmla="*/ 53785 w 129211"/>
              <a:gd name="csY15" fmla="*/ 45496 h 88596"/>
              <a:gd name="csX16" fmla="*/ 40615 w 129211"/>
              <a:gd name="csY16" fmla="*/ 51482 h 88596"/>
              <a:gd name="csX17" fmla="*/ 38221 w 129211"/>
              <a:gd name="csY17" fmla="*/ 47890 h 88596"/>
              <a:gd name="csX18" fmla="*/ 35826 w 129211"/>
              <a:gd name="csY18" fmla="*/ 59863 h 88596"/>
              <a:gd name="csX19" fmla="*/ 27445 w 129211"/>
              <a:gd name="csY19" fmla="*/ 52679 h 88596"/>
              <a:gd name="csX20" fmla="*/ 4698 w 129211"/>
              <a:gd name="csY20" fmla="*/ 58665 h 88596"/>
              <a:gd name="csX21" fmla="*/ 10684 w 129211"/>
              <a:gd name="csY21" fmla="*/ 50285 h 88596"/>
              <a:gd name="csX22" fmla="*/ 13078 w 129211"/>
              <a:gd name="csY22" fmla="*/ 52679 h 88596"/>
              <a:gd name="csX23" fmla="*/ 21459 w 129211"/>
              <a:gd name="csY23" fmla="*/ 45496 h 88596"/>
              <a:gd name="csX24" fmla="*/ 10684 w 129211"/>
              <a:gd name="csY24" fmla="*/ 45496 h 88596"/>
              <a:gd name="csX25" fmla="*/ 8289 w 129211"/>
              <a:gd name="csY25" fmla="*/ 33523 h 88596"/>
              <a:gd name="csX26" fmla="*/ 2303 w 129211"/>
              <a:gd name="csY26" fmla="*/ 33523 h 88596"/>
              <a:gd name="csX27" fmla="*/ 8289 w 129211"/>
              <a:gd name="csY27" fmla="*/ 14367 h 88596"/>
              <a:gd name="csX28" fmla="*/ 23854 w 129211"/>
              <a:gd name="csY28" fmla="*/ 27537 h 88596"/>
              <a:gd name="csX29" fmla="*/ 21459 w 129211"/>
              <a:gd name="csY29" fmla="*/ 29931 h 88596"/>
              <a:gd name="csX30" fmla="*/ 31037 w 129211"/>
              <a:gd name="csY30" fmla="*/ 26340 h 88596"/>
              <a:gd name="csX31" fmla="*/ 19065 w 129211"/>
              <a:gd name="csY31" fmla="*/ 19156 h 88596"/>
              <a:gd name="csX32" fmla="*/ 25051 w 129211"/>
              <a:gd name="csY32" fmla="*/ 19156 h 88596"/>
              <a:gd name="csX33" fmla="*/ 31037 w 129211"/>
              <a:gd name="csY33" fmla="*/ 1197 h 88596"/>
              <a:gd name="csX34" fmla="*/ 33432 w 129211"/>
              <a:gd name="csY34" fmla="*/ 9578 h 88596"/>
              <a:gd name="csX35" fmla="*/ 45404 w 129211"/>
              <a:gd name="csY35" fmla="*/ 16762 h 88596"/>
              <a:gd name="csX36" fmla="*/ 56180 w 129211"/>
              <a:gd name="csY36" fmla="*/ 7184 h 88596"/>
              <a:gd name="csX37" fmla="*/ 57377 w 129211"/>
              <a:gd name="csY37" fmla="*/ 14367 h 88596"/>
              <a:gd name="csX38" fmla="*/ 76533 w 129211"/>
              <a:gd name="csY38" fmla="*/ 10775 h 88596"/>
              <a:gd name="csX39" fmla="*/ 74138 w 129211"/>
              <a:gd name="csY39" fmla="*/ 7184 h 88596"/>
              <a:gd name="csX40" fmla="*/ 82519 w 129211"/>
              <a:gd name="csY40" fmla="*/ 0 h 88596"/>
              <a:gd name="csX41" fmla="*/ 92097 w 129211"/>
              <a:gd name="csY41" fmla="*/ 7184 h 88596"/>
              <a:gd name="csX42" fmla="*/ 106464 w 129211"/>
              <a:gd name="csY42" fmla="*/ 14367 h 88596"/>
              <a:gd name="csX43" fmla="*/ 108859 w 129211"/>
              <a:gd name="csY43" fmla="*/ 9578 h 88596"/>
              <a:gd name="csX44" fmla="*/ 116042 w 129211"/>
              <a:gd name="csY44" fmla="*/ 7184 h 88596"/>
              <a:gd name="csX45" fmla="*/ 118437 w 129211"/>
              <a:gd name="csY45" fmla="*/ 9578 h 88596"/>
              <a:gd name="csX46" fmla="*/ 129212 w 129211"/>
              <a:gd name="csY46" fmla="*/ 7184 h 88596"/>
              <a:gd name="csX47" fmla="*/ 112450 w 129211"/>
              <a:gd name="csY47" fmla="*/ 28734 h 88596"/>
              <a:gd name="csX48" fmla="*/ 119634 w 129211"/>
              <a:gd name="csY48" fmla="*/ 32326 h 88596"/>
              <a:gd name="csX49" fmla="*/ 117239 w 129211"/>
              <a:gd name="csY49" fmla="*/ 40707 h 88596"/>
              <a:gd name="csX50" fmla="*/ 102872 w 129211"/>
              <a:gd name="csY50" fmla="*/ 46693 h 88596"/>
              <a:gd name="csX51" fmla="*/ 110056 w 129211"/>
              <a:gd name="csY51" fmla="*/ 52679 h 88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29211" h="88596">
                <a:moveTo>
                  <a:pt x="110056" y="52679"/>
                </a:moveTo>
                <a:cubicBezTo>
                  <a:pt x="108164" y="53350"/>
                  <a:pt x="106560" y="54547"/>
                  <a:pt x="105267" y="56271"/>
                </a:cubicBezTo>
                <a:cubicBezTo>
                  <a:pt x="107709" y="58785"/>
                  <a:pt x="108092" y="61587"/>
                  <a:pt x="106464" y="64652"/>
                </a:cubicBezTo>
                <a:cubicBezTo>
                  <a:pt x="105674" y="63047"/>
                  <a:pt x="104860" y="61467"/>
                  <a:pt x="104070" y="59863"/>
                </a:cubicBezTo>
                <a:cubicBezTo>
                  <a:pt x="102872" y="62664"/>
                  <a:pt x="100885" y="64652"/>
                  <a:pt x="98083" y="65849"/>
                </a:cubicBezTo>
                <a:cubicBezTo>
                  <a:pt x="100358" y="67573"/>
                  <a:pt x="100765" y="69560"/>
                  <a:pt x="99281" y="71835"/>
                </a:cubicBezTo>
                <a:cubicBezTo>
                  <a:pt x="92384" y="68650"/>
                  <a:pt x="85608" y="69057"/>
                  <a:pt x="78927" y="73032"/>
                </a:cubicBezTo>
                <a:cubicBezTo>
                  <a:pt x="80532" y="73823"/>
                  <a:pt x="82112" y="74637"/>
                  <a:pt x="83716" y="75427"/>
                </a:cubicBezTo>
                <a:cubicBezTo>
                  <a:pt x="77491" y="77654"/>
                  <a:pt x="73899" y="82060"/>
                  <a:pt x="72941" y="88597"/>
                </a:cubicBezTo>
                <a:cubicBezTo>
                  <a:pt x="70642" y="81700"/>
                  <a:pt x="71840" y="75714"/>
                  <a:pt x="76533" y="70638"/>
                </a:cubicBezTo>
                <a:cubicBezTo>
                  <a:pt x="73492" y="65897"/>
                  <a:pt x="69517" y="63502"/>
                  <a:pt x="64560" y="63454"/>
                </a:cubicBezTo>
                <a:cubicBezTo>
                  <a:pt x="67841" y="69297"/>
                  <a:pt x="66643" y="70494"/>
                  <a:pt x="60969" y="67046"/>
                </a:cubicBezTo>
                <a:cubicBezTo>
                  <a:pt x="60370" y="70614"/>
                  <a:pt x="57185" y="73008"/>
                  <a:pt x="51390" y="74230"/>
                </a:cubicBezTo>
                <a:cubicBezTo>
                  <a:pt x="46721" y="70303"/>
                  <a:pt x="47128" y="66711"/>
                  <a:pt x="52588" y="63454"/>
                </a:cubicBezTo>
                <a:cubicBezTo>
                  <a:pt x="46434" y="59551"/>
                  <a:pt x="46841" y="55960"/>
                  <a:pt x="53785" y="52679"/>
                </a:cubicBezTo>
                <a:cubicBezTo>
                  <a:pt x="55389" y="50285"/>
                  <a:pt x="55389" y="47890"/>
                  <a:pt x="53785" y="45496"/>
                </a:cubicBezTo>
                <a:cubicBezTo>
                  <a:pt x="50217" y="49925"/>
                  <a:pt x="45811" y="51913"/>
                  <a:pt x="40615" y="51482"/>
                </a:cubicBezTo>
                <a:cubicBezTo>
                  <a:pt x="43872" y="46382"/>
                  <a:pt x="43081" y="45184"/>
                  <a:pt x="38221" y="47890"/>
                </a:cubicBezTo>
                <a:cubicBezTo>
                  <a:pt x="37023" y="52009"/>
                  <a:pt x="36233" y="55984"/>
                  <a:pt x="35826" y="59863"/>
                </a:cubicBezTo>
                <a:cubicBezTo>
                  <a:pt x="33384" y="57013"/>
                  <a:pt x="30582" y="54619"/>
                  <a:pt x="27445" y="52679"/>
                </a:cubicBezTo>
                <a:cubicBezTo>
                  <a:pt x="23542" y="65250"/>
                  <a:pt x="15952" y="67262"/>
                  <a:pt x="4698" y="58665"/>
                </a:cubicBezTo>
                <a:cubicBezTo>
                  <a:pt x="6398" y="55672"/>
                  <a:pt x="8385" y="52871"/>
                  <a:pt x="10684" y="50285"/>
                </a:cubicBezTo>
                <a:cubicBezTo>
                  <a:pt x="11474" y="51075"/>
                  <a:pt x="12288" y="51889"/>
                  <a:pt x="13078" y="52679"/>
                </a:cubicBezTo>
                <a:cubicBezTo>
                  <a:pt x="15641" y="49997"/>
                  <a:pt x="18442" y="47603"/>
                  <a:pt x="21459" y="45496"/>
                </a:cubicBezTo>
                <a:cubicBezTo>
                  <a:pt x="17317" y="39892"/>
                  <a:pt x="13725" y="39892"/>
                  <a:pt x="10684" y="45496"/>
                </a:cubicBezTo>
                <a:cubicBezTo>
                  <a:pt x="9894" y="41497"/>
                  <a:pt x="9079" y="37522"/>
                  <a:pt x="8289" y="33523"/>
                </a:cubicBezTo>
                <a:cubicBezTo>
                  <a:pt x="5943" y="36564"/>
                  <a:pt x="3955" y="36564"/>
                  <a:pt x="2303" y="33523"/>
                </a:cubicBezTo>
                <a:cubicBezTo>
                  <a:pt x="-2151" y="24999"/>
                  <a:pt x="-139" y="18605"/>
                  <a:pt x="8289" y="14367"/>
                </a:cubicBezTo>
                <a:cubicBezTo>
                  <a:pt x="12599" y="19731"/>
                  <a:pt x="17772" y="24113"/>
                  <a:pt x="23854" y="27537"/>
                </a:cubicBezTo>
                <a:cubicBezTo>
                  <a:pt x="23063" y="28327"/>
                  <a:pt x="22249" y="29141"/>
                  <a:pt x="21459" y="29931"/>
                </a:cubicBezTo>
                <a:cubicBezTo>
                  <a:pt x="25242" y="30865"/>
                  <a:pt x="28427" y="29668"/>
                  <a:pt x="31037" y="26340"/>
                </a:cubicBezTo>
                <a:cubicBezTo>
                  <a:pt x="26727" y="23418"/>
                  <a:pt x="22728" y="21024"/>
                  <a:pt x="19065" y="19156"/>
                </a:cubicBezTo>
                <a:cubicBezTo>
                  <a:pt x="20908" y="16259"/>
                  <a:pt x="22920" y="16259"/>
                  <a:pt x="25051" y="19156"/>
                </a:cubicBezTo>
                <a:cubicBezTo>
                  <a:pt x="27852" y="12595"/>
                  <a:pt x="29864" y="6609"/>
                  <a:pt x="31037" y="1197"/>
                </a:cubicBezTo>
                <a:cubicBezTo>
                  <a:pt x="42986" y="144"/>
                  <a:pt x="43776" y="2945"/>
                  <a:pt x="33432" y="9578"/>
                </a:cubicBezTo>
                <a:cubicBezTo>
                  <a:pt x="37718" y="11542"/>
                  <a:pt x="41693" y="13936"/>
                  <a:pt x="45404" y="16762"/>
                </a:cubicBezTo>
                <a:cubicBezTo>
                  <a:pt x="49355" y="13864"/>
                  <a:pt x="52947" y="10679"/>
                  <a:pt x="56180" y="7184"/>
                </a:cubicBezTo>
                <a:cubicBezTo>
                  <a:pt x="57329" y="9458"/>
                  <a:pt x="57736" y="11853"/>
                  <a:pt x="57377" y="14367"/>
                </a:cubicBezTo>
                <a:cubicBezTo>
                  <a:pt x="64009" y="14559"/>
                  <a:pt x="70403" y="13361"/>
                  <a:pt x="76533" y="10775"/>
                </a:cubicBezTo>
                <a:cubicBezTo>
                  <a:pt x="75431" y="9794"/>
                  <a:pt x="74641" y="8596"/>
                  <a:pt x="74138" y="7184"/>
                </a:cubicBezTo>
                <a:cubicBezTo>
                  <a:pt x="76557" y="4358"/>
                  <a:pt x="79358" y="1964"/>
                  <a:pt x="82519" y="0"/>
                </a:cubicBezTo>
                <a:cubicBezTo>
                  <a:pt x="85249" y="3065"/>
                  <a:pt x="88433" y="5459"/>
                  <a:pt x="92097" y="7184"/>
                </a:cubicBezTo>
                <a:cubicBezTo>
                  <a:pt x="99305" y="3903"/>
                  <a:pt x="104094" y="6298"/>
                  <a:pt x="106464" y="14367"/>
                </a:cubicBezTo>
                <a:cubicBezTo>
                  <a:pt x="107254" y="12763"/>
                  <a:pt x="108068" y="11182"/>
                  <a:pt x="108859" y="9578"/>
                </a:cubicBezTo>
                <a:cubicBezTo>
                  <a:pt x="111636" y="15085"/>
                  <a:pt x="114031" y="14271"/>
                  <a:pt x="116042" y="7184"/>
                </a:cubicBezTo>
                <a:cubicBezTo>
                  <a:pt x="116832" y="7974"/>
                  <a:pt x="117646" y="8788"/>
                  <a:pt x="118437" y="9578"/>
                </a:cubicBezTo>
                <a:cubicBezTo>
                  <a:pt x="121885" y="5962"/>
                  <a:pt x="125476" y="5148"/>
                  <a:pt x="129212" y="7184"/>
                </a:cubicBezTo>
                <a:cubicBezTo>
                  <a:pt x="125333" y="15804"/>
                  <a:pt x="119730" y="22987"/>
                  <a:pt x="112450" y="28734"/>
                </a:cubicBezTo>
                <a:cubicBezTo>
                  <a:pt x="114558" y="30530"/>
                  <a:pt x="116952" y="31727"/>
                  <a:pt x="119634" y="32326"/>
                </a:cubicBezTo>
                <a:cubicBezTo>
                  <a:pt x="114390" y="33954"/>
                  <a:pt x="113600" y="36732"/>
                  <a:pt x="117239" y="40707"/>
                </a:cubicBezTo>
                <a:cubicBezTo>
                  <a:pt x="112211" y="44179"/>
                  <a:pt x="107422" y="46166"/>
                  <a:pt x="102872" y="46693"/>
                </a:cubicBezTo>
                <a:cubicBezTo>
                  <a:pt x="106320" y="47603"/>
                  <a:pt x="108715" y="49590"/>
                  <a:pt x="110056" y="52679"/>
                </a:cubicBezTo>
                <a:close/>
              </a:path>
            </a:pathLst>
          </a:custGeom>
          <a:solidFill>
            <a:srgbClr val="D1DAD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B2F66D3C-09CC-D8E6-21C6-B6B08D287355}"/>
              </a:ext>
            </a:extLst>
          </p:cNvPr>
          <p:cNvSpPr/>
          <p:nvPr/>
        </p:nvSpPr>
        <p:spPr>
          <a:xfrm>
            <a:off x="8478414" y="4870967"/>
            <a:ext cx="7576" cy="33523"/>
          </a:xfrm>
          <a:custGeom>
            <a:avLst/>
            <a:gdLst>
              <a:gd name="csX0" fmla="*/ 393 w 7576"/>
              <a:gd name="csY0" fmla="*/ 0 h 33523"/>
              <a:gd name="csX1" fmla="*/ 7577 w 7576"/>
              <a:gd name="csY1" fmla="*/ 33523 h 33523"/>
              <a:gd name="csX2" fmla="*/ 393 w 7576"/>
              <a:gd name="csY2" fmla="*/ 0 h 335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576" h="33523">
                <a:moveTo>
                  <a:pt x="393" y="0"/>
                </a:moveTo>
                <a:cubicBezTo>
                  <a:pt x="4296" y="10560"/>
                  <a:pt x="6691" y="21742"/>
                  <a:pt x="7577" y="33523"/>
                </a:cubicBezTo>
                <a:cubicBezTo>
                  <a:pt x="1375" y="23490"/>
                  <a:pt x="-1020" y="12308"/>
                  <a:pt x="393" y="0"/>
                </a:cubicBezTo>
                <a:close/>
              </a:path>
            </a:pathLst>
          </a:custGeom>
          <a:solidFill>
            <a:srgbClr val="A0ACA5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C418239C-F139-4865-6CE4-65BF08BEB056}"/>
              </a:ext>
            </a:extLst>
          </p:cNvPr>
          <p:cNvSpPr/>
          <p:nvPr/>
        </p:nvSpPr>
        <p:spPr>
          <a:xfrm>
            <a:off x="9292397" y="4897307"/>
            <a:ext cx="594378" cy="574681"/>
          </a:xfrm>
          <a:custGeom>
            <a:avLst/>
            <a:gdLst>
              <a:gd name="csX0" fmla="*/ 462681 w 594378"/>
              <a:gd name="csY0" fmla="*/ 16762 h 574681"/>
              <a:gd name="csX1" fmla="*/ 469864 w 594378"/>
              <a:gd name="csY1" fmla="*/ 21551 h 574681"/>
              <a:gd name="csX2" fmla="*/ 475851 w 594378"/>
              <a:gd name="csY2" fmla="*/ 21551 h 574681"/>
              <a:gd name="csX3" fmla="*/ 478245 w 594378"/>
              <a:gd name="csY3" fmla="*/ 33523 h 574681"/>
              <a:gd name="csX4" fmla="*/ 489020 w 594378"/>
              <a:gd name="csY4" fmla="*/ 33523 h 574681"/>
              <a:gd name="csX5" fmla="*/ 480640 w 594378"/>
              <a:gd name="csY5" fmla="*/ 40707 h 574681"/>
              <a:gd name="csX6" fmla="*/ 478245 w 594378"/>
              <a:gd name="csY6" fmla="*/ 38312 h 574681"/>
              <a:gd name="csX7" fmla="*/ 472259 w 594378"/>
              <a:gd name="csY7" fmla="*/ 46693 h 574681"/>
              <a:gd name="csX8" fmla="*/ 495007 w 594378"/>
              <a:gd name="csY8" fmla="*/ 40707 h 574681"/>
              <a:gd name="csX9" fmla="*/ 503387 w 594378"/>
              <a:gd name="csY9" fmla="*/ 47890 h 574681"/>
              <a:gd name="csX10" fmla="*/ 505782 w 594378"/>
              <a:gd name="csY10" fmla="*/ 35918 h 574681"/>
              <a:gd name="csX11" fmla="*/ 508176 w 594378"/>
              <a:gd name="csY11" fmla="*/ 39509 h 574681"/>
              <a:gd name="csX12" fmla="*/ 521346 w 594378"/>
              <a:gd name="csY12" fmla="*/ 33523 h 574681"/>
              <a:gd name="csX13" fmla="*/ 521346 w 594378"/>
              <a:gd name="csY13" fmla="*/ 40707 h 574681"/>
              <a:gd name="csX14" fmla="*/ 520149 w 594378"/>
              <a:gd name="csY14" fmla="*/ 51482 h 574681"/>
              <a:gd name="csX15" fmla="*/ 518952 w 594378"/>
              <a:gd name="csY15" fmla="*/ 62257 h 574681"/>
              <a:gd name="csX16" fmla="*/ 528530 w 594378"/>
              <a:gd name="csY16" fmla="*/ 55074 h 574681"/>
              <a:gd name="csX17" fmla="*/ 532121 w 594378"/>
              <a:gd name="csY17" fmla="*/ 51482 h 574681"/>
              <a:gd name="csX18" fmla="*/ 544094 w 594378"/>
              <a:gd name="csY18" fmla="*/ 58665 h 574681"/>
              <a:gd name="csX19" fmla="*/ 540502 w 594378"/>
              <a:gd name="csY19" fmla="*/ 76624 h 574681"/>
              <a:gd name="csX20" fmla="*/ 551277 w 594378"/>
              <a:gd name="csY20" fmla="*/ 63454 h 574681"/>
              <a:gd name="csX21" fmla="*/ 546488 w 594378"/>
              <a:gd name="csY21" fmla="*/ 61060 h 574681"/>
              <a:gd name="csX22" fmla="*/ 566842 w 594378"/>
              <a:gd name="csY22" fmla="*/ 59863 h 574681"/>
              <a:gd name="csX23" fmla="*/ 565644 w 594378"/>
              <a:gd name="csY23" fmla="*/ 53876 h 574681"/>
              <a:gd name="csX24" fmla="*/ 571631 w 594378"/>
              <a:gd name="csY24" fmla="*/ 47890 h 574681"/>
              <a:gd name="csX25" fmla="*/ 574025 w 594378"/>
              <a:gd name="csY25" fmla="*/ 52679 h 574681"/>
              <a:gd name="csX26" fmla="*/ 572828 w 594378"/>
              <a:gd name="csY26" fmla="*/ 44298 h 574681"/>
              <a:gd name="csX27" fmla="*/ 577617 w 594378"/>
              <a:gd name="csY27" fmla="*/ 40707 h 574681"/>
              <a:gd name="csX28" fmla="*/ 583603 w 594378"/>
              <a:gd name="csY28" fmla="*/ 45496 h 574681"/>
              <a:gd name="csX29" fmla="*/ 594379 w 594378"/>
              <a:gd name="csY29" fmla="*/ 39509 h 574681"/>
              <a:gd name="csX30" fmla="*/ 594379 w 594378"/>
              <a:gd name="csY30" fmla="*/ 49087 h 574681"/>
              <a:gd name="csX31" fmla="*/ 588392 w 594378"/>
              <a:gd name="csY31" fmla="*/ 64652 h 574681"/>
              <a:gd name="csX32" fmla="*/ 577617 w 594378"/>
              <a:gd name="csY32" fmla="*/ 61060 h 574681"/>
              <a:gd name="csX33" fmla="*/ 580012 w 594378"/>
              <a:gd name="csY33" fmla="*/ 82610 h 574681"/>
              <a:gd name="csX34" fmla="*/ 584801 w 594378"/>
              <a:gd name="csY34" fmla="*/ 87399 h 574681"/>
              <a:gd name="csX35" fmla="*/ 577617 w 594378"/>
              <a:gd name="csY35" fmla="*/ 96977 h 574681"/>
              <a:gd name="csX36" fmla="*/ 580012 w 594378"/>
              <a:gd name="csY36" fmla="*/ 108950 h 574681"/>
              <a:gd name="csX37" fmla="*/ 570433 w 594378"/>
              <a:gd name="csY37" fmla="*/ 130500 h 574681"/>
              <a:gd name="csX38" fmla="*/ 572828 w 594378"/>
              <a:gd name="csY38" fmla="*/ 136487 h 574681"/>
              <a:gd name="csX39" fmla="*/ 565644 w 594378"/>
              <a:gd name="csY39" fmla="*/ 158037 h 574681"/>
              <a:gd name="csX40" fmla="*/ 556066 w 594378"/>
              <a:gd name="csY40" fmla="*/ 166418 h 574681"/>
              <a:gd name="csX41" fmla="*/ 553672 w 594378"/>
              <a:gd name="csY41" fmla="*/ 173602 h 574681"/>
              <a:gd name="csX42" fmla="*/ 552475 w 594378"/>
              <a:gd name="csY42" fmla="*/ 186771 h 574681"/>
              <a:gd name="csX43" fmla="*/ 546488 w 594378"/>
              <a:gd name="csY43" fmla="*/ 185574 h 574681"/>
              <a:gd name="csX44" fmla="*/ 542897 w 594378"/>
              <a:gd name="csY44" fmla="*/ 203533 h 574681"/>
              <a:gd name="csX45" fmla="*/ 541699 w 594378"/>
              <a:gd name="csY45" fmla="*/ 209519 h 574681"/>
              <a:gd name="csX46" fmla="*/ 533319 w 594378"/>
              <a:gd name="csY46" fmla="*/ 222689 h 574681"/>
              <a:gd name="csX47" fmla="*/ 527332 w 594378"/>
              <a:gd name="csY47" fmla="*/ 223886 h 574681"/>
              <a:gd name="csX48" fmla="*/ 518952 w 594378"/>
              <a:gd name="csY48" fmla="*/ 239450 h 574681"/>
              <a:gd name="csX49" fmla="*/ 516557 w 594378"/>
              <a:gd name="csY49" fmla="*/ 249028 h 574681"/>
              <a:gd name="csX50" fmla="*/ 508176 w 594378"/>
              <a:gd name="csY50" fmla="*/ 252620 h 574681"/>
              <a:gd name="csX51" fmla="*/ 509374 w 594378"/>
              <a:gd name="csY51" fmla="*/ 258606 h 574681"/>
              <a:gd name="csX52" fmla="*/ 495007 w 594378"/>
              <a:gd name="csY52" fmla="*/ 277762 h 574681"/>
              <a:gd name="csX53" fmla="*/ 492612 w 594378"/>
              <a:gd name="csY53" fmla="*/ 275368 h 574681"/>
              <a:gd name="csX54" fmla="*/ 487823 w 594378"/>
              <a:gd name="csY54" fmla="*/ 287340 h 574681"/>
              <a:gd name="csX55" fmla="*/ 480640 w 594378"/>
              <a:gd name="csY55" fmla="*/ 289735 h 574681"/>
              <a:gd name="csX56" fmla="*/ 469864 w 594378"/>
              <a:gd name="csY56" fmla="*/ 299313 h 574681"/>
              <a:gd name="csX57" fmla="*/ 466273 w 594378"/>
              <a:gd name="csY57" fmla="*/ 313680 h 574681"/>
              <a:gd name="csX58" fmla="*/ 463878 w 594378"/>
              <a:gd name="csY58" fmla="*/ 308891 h 574681"/>
              <a:gd name="csX59" fmla="*/ 455497 w 594378"/>
              <a:gd name="csY59" fmla="*/ 317272 h 574681"/>
              <a:gd name="csX60" fmla="*/ 457892 w 594378"/>
              <a:gd name="csY60" fmla="*/ 320864 h 574681"/>
              <a:gd name="csX61" fmla="*/ 438736 w 594378"/>
              <a:gd name="csY61" fmla="*/ 335231 h 574681"/>
              <a:gd name="csX62" fmla="*/ 436341 w 594378"/>
              <a:gd name="csY62" fmla="*/ 342414 h 574681"/>
              <a:gd name="csX63" fmla="*/ 425566 w 594378"/>
              <a:gd name="csY63" fmla="*/ 351992 h 574681"/>
              <a:gd name="csX64" fmla="*/ 421974 w 594378"/>
              <a:gd name="csY64" fmla="*/ 349598 h 574681"/>
              <a:gd name="csX65" fmla="*/ 414791 w 594378"/>
              <a:gd name="csY65" fmla="*/ 355584 h 574681"/>
              <a:gd name="csX66" fmla="*/ 415988 w 594378"/>
              <a:gd name="csY66" fmla="*/ 363965 h 574681"/>
              <a:gd name="csX67" fmla="*/ 413593 w 594378"/>
              <a:gd name="csY67" fmla="*/ 359176 h 574681"/>
              <a:gd name="csX68" fmla="*/ 406410 w 594378"/>
              <a:gd name="csY68" fmla="*/ 371148 h 574681"/>
              <a:gd name="csX69" fmla="*/ 402818 w 594378"/>
              <a:gd name="csY69" fmla="*/ 368754 h 574681"/>
              <a:gd name="csX70" fmla="*/ 387254 w 594378"/>
              <a:gd name="csY70" fmla="*/ 387910 h 574681"/>
              <a:gd name="csX71" fmla="*/ 384859 w 594378"/>
              <a:gd name="csY71" fmla="*/ 385515 h 574681"/>
              <a:gd name="csX72" fmla="*/ 375281 w 594378"/>
              <a:gd name="csY72" fmla="*/ 397488 h 574681"/>
              <a:gd name="csX73" fmla="*/ 374084 w 594378"/>
              <a:gd name="csY73" fmla="*/ 401080 h 574681"/>
              <a:gd name="csX74" fmla="*/ 365703 w 594378"/>
              <a:gd name="csY74" fmla="*/ 407066 h 574681"/>
              <a:gd name="csX75" fmla="*/ 363309 w 594378"/>
              <a:gd name="csY75" fmla="*/ 404671 h 574681"/>
              <a:gd name="csX76" fmla="*/ 360914 w 594378"/>
              <a:gd name="csY76" fmla="*/ 411855 h 574681"/>
              <a:gd name="csX77" fmla="*/ 358520 w 594378"/>
              <a:gd name="csY77" fmla="*/ 409460 h 574681"/>
              <a:gd name="csX78" fmla="*/ 350139 w 594378"/>
              <a:gd name="csY78" fmla="*/ 415447 h 574681"/>
              <a:gd name="csX79" fmla="*/ 344153 w 594378"/>
              <a:gd name="csY79" fmla="*/ 426222 h 574681"/>
              <a:gd name="csX80" fmla="*/ 341758 w 594378"/>
              <a:gd name="csY80" fmla="*/ 421433 h 574681"/>
              <a:gd name="csX81" fmla="*/ 332180 w 594378"/>
              <a:gd name="csY81" fmla="*/ 438194 h 574681"/>
              <a:gd name="csX82" fmla="*/ 328588 w 594378"/>
              <a:gd name="csY82" fmla="*/ 435800 h 574681"/>
              <a:gd name="csX83" fmla="*/ 274712 w 594378"/>
              <a:gd name="csY83" fmla="*/ 476506 h 574681"/>
              <a:gd name="csX84" fmla="*/ 263937 w 594378"/>
              <a:gd name="csY84" fmla="*/ 476506 h 574681"/>
              <a:gd name="csX85" fmla="*/ 256753 w 594378"/>
              <a:gd name="csY85" fmla="*/ 484887 h 574681"/>
              <a:gd name="csX86" fmla="*/ 250767 w 594378"/>
              <a:gd name="csY86" fmla="*/ 483690 h 574681"/>
              <a:gd name="csX87" fmla="*/ 218441 w 594378"/>
              <a:gd name="csY87" fmla="*/ 502846 h 574681"/>
              <a:gd name="csX88" fmla="*/ 202877 w 594378"/>
              <a:gd name="csY88" fmla="*/ 507635 h 574681"/>
              <a:gd name="csX89" fmla="*/ 193299 w 594378"/>
              <a:gd name="csY89" fmla="*/ 512424 h 574681"/>
              <a:gd name="csX90" fmla="*/ 189707 w 594378"/>
              <a:gd name="csY90" fmla="*/ 507635 h 574681"/>
              <a:gd name="csX91" fmla="*/ 181326 w 594378"/>
              <a:gd name="csY91" fmla="*/ 514818 h 574681"/>
              <a:gd name="csX92" fmla="*/ 176537 w 594378"/>
              <a:gd name="csY92" fmla="*/ 512424 h 574681"/>
              <a:gd name="csX93" fmla="*/ 165762 w 594378"/>
              <a:gd name="csY93" fmla="*/ 522002 h 574681"/>
              <a:gd name="csX94" fmla="*/ 147803 w 594378"/>
              <a:gd name="csY94" fmla="*/ 522002 h 574681"/>
              <a:gd name="csX95" fmla="*/ 139423 w 594378"/>
              <a:gd name="csY95" fmla="*/ 530383 h 574681"/>
              <a:gd name="csX96" fmla="*/ 105899 w 594378"/>
              <a:gd name="csY96" fmla="*/ 541158 h 574681"/>
              <a:gd name="csX97" fmla="*/ 102308 w 594378"/>
              <a:gd name="csY97" fmla="*/ 538764 h 574681"/>
              <a:gd name="csX98" fmla="*/ 97519 w 594378"/>
              <a:gd name="csY98" fmla="*/ 545947 h 574681"/>
              <a:gd name="csX99" fmla="*/ 83152 w 594378"/>
              <a:gd name="csY99" fmla="*/ 543553 h 574681"/>
              <a:gd name="csX100" fmla="*/ 72376 w 594378"/>
              <a:gd name="csY100" fmla="*/ 549539 h 574681"/>
              <a:gd name="csX101" fmla="*/ 96321 w 594378"/>
              <a:gd name="csY101" fmla="*/ 560314 h 574681"/>
              <a:gd name="csX102" fmla="*/ 81954 w 594378"/>
              <a:gd name="csY102" fmla="*/ 566300 h 574681"/>
              <a:gd name="csX103" fmla="*/ 22092 w 594378"/>
              <a:gd name="csY103" fmla="*/ 574681 h 574681"/>
              <a:gd name="csX104" fmla="*/ 19697 w 594378"/>
              <a:gd name="csY104" fmla="*/ 526791 h 574681"/>
              <a:gd name="csX105" fmla="*/ 25684 w 594378"/>
              <a:gd name="csY105" fmla="*/ 550736 h 574681"/>
              <a:gd name="csX106" fmla="*/ 25684 w 594378"/>
              <a:gd name="csY106" fmla="*/ 507635 h 574681"/>
              <a:gd name="csX107" fmla="*/ 28078 w 594378"/>
              <a:gd name="csY107" fmla="*/ 529185 h 574681"/>
              <a:gd name="csX108" fmla="*/ 34064 w 594378"/>
              <a:gd name="csY108" fmla="*/ 525594 h 574681"/>
              <a:gd name="csX109" fmla="*/ 34064 w 594378"/>
              <a:gd name="csY109" fmla="*/ 496860 h 574681"/>
              <a:gd name="csX110" fmla="*/ 41248 w 594378"/>
              <a:gd name="csY110" fmla="*/ 492071 h 574681"/>
              <a:gd name="csX111" fmla="*/ 38853 w 594378"/>
              <a:gd name="csY111" fmla="*/ 482493 h 574681"/>
              <a:gd name="csX112" fmla="*/ 41248 w 594378"/>
              <a:gd name="csY112" fmla="*/ 475309 h 574681"/>
              <a:gd name="csX113" fmla="*/ 34064 w 594378"/>
              <a:gd name="csY113" fmla="*/ 468126 h 574681"/>
              <a:gd name="csX114" fmla="*/ 38853 w 594378"/>
              <a:gd name="csY114" fmla="*/ 465731 h 574681"/>
              <a:gd name="csX115" fmla="*/ 38853 w 594378"/>
              <a:gd name="csY115" fmla="*/ 456153 h 574681"/>
              <a:gd name="csX116" fmla="*/ 29275 w 594378"/>
              <a:gd name="csY116" fmla="*/ 413052 h 574681"/>
              <a:gd name="csX117" fmla="*/ 34064 w 594378"/>
              <a:gd name="csY117" fmla="*/ 409460 h 574681"/>
              <a:gd name="csX118" fmla="*/ 24486 w 594378"/>
              <a:gd name="csY118" fmla="*/ 391501 h 574681"/>
              <a:gd name="csX119" fmla="*/ 26881 w 594378"/>
              <a:gd name="csY119" fmla="*/ 389107 h 574681"/>
              <a:gd name="csX120" fmla="*/ 24486 w 594378"/>
              <a:gd name="csY120" fmla="*/ 384318 h 574681"/>
              <a:gd name="csX121" fmla="*/ 10119 w 594378"/>
              <a:gd name="csY121" fmla="*/ 369951 h 574681"/>
              <a:gd name="csX122" fmla="*/ 12514 w 594378"/>
              <a:gd name="csY122" fmla="*/ 367556 h 574681"/>
              <a:gd name="csX123" fmla="*/ 6527 w 594378"/>
              <a:gd name="csY123" fmla="*/ 354387 h 574681"/>
              <a:gd name="csX124" fmla="*/ 541 w 594378"/>
              <a:gd name="csY124" fmla="*/ 350795 h 574681"/>
              <a:gd name="csX125" fmla="*/ 7725 w 594378"/>
              <a:gd name="csY125" fmla="*/ 346006 h 574681"/>
              <a:gd name="csX126" fmla="*/ 541 w 594378"/>
              <a:gd name="csY126" fmla="*/ 335231 h 574681"/>
              <a:gd name="csX127" fmla="*/ 10119 w 594378"/>
              <a:gd name="csY127" fmla="*/ 330442 h 574681"/>
              <a:gd name="csX128" fmla="*/ 5330 w 594378"/>
              <a:gd name="csY128" fmla="*/ 324455 h 574681"/>
              <a:gd name="csX129" fmla="*/ 6527 w 594378"/>
              <a:gd name="csY129" fmla="*/ 311286 h 574681"/>
              <a:gd name="csX130" fmla="*/ 2936 w 594378"/>
              <a:gd name="csY130" fmla="*/ 310088 h 574681"/>
              <a:gd name="csX131" fmla="*/ 10119 w 594378"/>
              <a:gd name="csY131" fmla="*/ 305299 h 574681"/>
              <a:gd name="csX132" fmla="*/ 7725 w 594378"/>
              <a:gd name="csY132" fmla="*/ 294524 h 574681"/>
              <a:gd name="csX133" fmla="*/ 541 w 594378"/>
              <a:gd name="csY133" fmla="*/ 294524 h 574681"/>
              <a:gd name="csX134" fmla="*/ 5330 w 594378"/>
              <a:gd name="csY134" fmla="*/ 278960 h 574681"/>
              <a:gd name="csX135" fmla="*/ 4133 w 594378"/>
              <a:gd name="csY135" fmla="*/ 268184 h 574681"/>
              <a:gd name="csX136" fmla="*/ 14908 w 594378"/>
              <a:gd name="csY136" fmla="*/ 272973 h 574681"/>
              <a:gd name="csX137" fmla="*/ 12514 w 594378"/>
              <a:gd name="csY137" fmla="*/ 259804 h 574681"/>
              <a:gd name="csX138" fmla="*/ 17303 w 594378"/>
              <a:gd name="csY138" fmla="*/ 259804 h 574681"/>
              <a:gd name="csX139" fmla="*/ 37656 w 594378"/>
              <a:gd name="csY139" fmla="*/ 275368 h 574681"/>
              <a:gd name="csX140" fmla="*/ 36459 w 594378"/>
              <a:gd name="csY140" fmla="*/ 270579 h 574681"/>
              <a:gd name="csX141" fmla="*/ 29275 w 594378"/>
              <a:gd name="csY141" fmla="*/ 266987 h 574681"/>
              <a:gd name="csX142" fmla="*/ 34064 w 594378"/>
              <a:gd name="csY142" fmla="*/ 261001 h 574681"/>
              <a:gd name="csX143" fmla="*/ 38853 w 594378"/>
              <a:gd name="csY143" fmla="*/ 265790 h 574681"/>
              <a:gd name="csX144" fmla="*/ 41248 w 594378"/>
              <a:gd name="csY144" fmla="*/ 263395 h 574681"/>
              <a:gd name="csX145" fmla="*/ 41248 w 594378"/>
              <a:gd name="csY145" fmla="*/ 255015 h 574681"/>
              <a:gd name="csX146" fmla="*/ 48431 w 594378"/>
              <a:gd name="csY146" fmla="*/ 259804 h 574681"/>
              <a:gd name="csX147" fmla="*/ 44840 w 594378"/>
              <a:gd name="csY147" fmla="*/ 265790 h 574681"/>
              <a:gd name="csX148" fmla="*/ 55615 w 594378"/>
              <a:gd name="csY148" fmla="*/ 263395 h 574681"/>
              <a:gd name="csX149" fmla="*/ 55615 w 594378"/>
              <a:gd name="csY149" fmla="*/ 252620 h 574681"/>
              <a:gd name="csX150" fmla="*/ 63996 w 594378"/>
              <a:gd name="csY150" fmla="*/ 253817 h 574681"/>
              <a:gd name="csX151" fmla="*/ 81954 w 594378"/>
              <a:gd name="csY151" fmla="*/ 243042 h 574681"/>
              <a:gd name="csX152" fmla="*/ 79560 w 594378"/>
              <a:gd name="csY152" fmla="*/ 240648 h 574681"/>
              <a:gd name="csX153" fmla="*/ 89138 w 594378"/>
              <a:gd name="csY153" fmla="*/ 231070 h 574681"/>
              <a:gd name="csX154" fmla="*/ 86743 w 594378"/>
              <a:gd name="csY154" fmla="*/ 228675 h 574681"/>
              <a:gd name="csX155" fmla="*/ 93927 w 594378"/>
              <a:gd name="csY155" fmla="*/ 226281 h 574681"/>
              <a:gd name="csX156" fmla="*/ 90335 w 594378"/>
              <a:gd name="csY156" fmla="*/ 217900 h 574681"/>
              <a:gd name="csX157" fmla="*/ 96321 w 594378"/>
              <a:gd name="csY157" fmla="*/ 234661 h 574681"/>
              <a:gd name="csX158" fmla="*/ 104702 w 594378"/>
              <a:gd name="csY158" fmla="*/ 241845 h 574681"/>
              <a:gd name="csX159" fmla="*/ 101110 w 594378"/>
              <a:gd name="csY159" fmla="*/ 233464 h 574681"/>
              <a:gd name="csX160" fmla="*/ 108294 w 594378"/>
              <a:gd name="csY160" fmla="*/ 227478 h 574681"/>
              <a:gd name="csX161" fmla="*/ 108294 w 594378"/>
              <a:gd name="csY161" fmla="*/ 202336 h 574681"/>
              <a:gd name="csX162" fmla="*/ 104702 w 594378"/>
              <a:gd name="csY162" fmla="*/ 193955 h 574681"/>
              <a:gd name="csX163" fmla="*/ 113083 w 594378"/>
              <a:gd name="csY163" fmla="*/ 195152 h 574681"/>
              <a:gd name="csX164" fmla="*/ 117872 w 594378"/>
              <a:gd name="csY164" fmla="*/ 207125 h 574681"/>
              <a:gd name="csX165" fmla="*/ 121464 w 594378"/>
              <a:gd name="csY165" fmla="*/ 217900 h 574681"/>
              <a:gd name="csX166" fmla="*/ 129844 w 594378"/>
              <a:gd name="csY166" fmla="*/ 207125 h 574681"/>
              <a:gd name="csX167" fmla="*/ 115477 w 594378"/>
              <a:gd name="csY167" fmla="*/ 190363 h 574681"/>
              <a:gd name="csX168" fmla="*/ 137028 w 594378"/>
              <a:gd name="csY168" fmla="*/ 183180 h 574681"/>
              <a:gd name="csX169" fmla="*/ 134634 w 594378"/>
              <a:gd name="csY169" fmla="*/ 172404 h 574681"/>
              <a:gd name="csX170" fmla="*/ 123858 w 594378"/>
              <a:gd name="csY170" fmla="*/ 160432 h 574681"/>
              <a:gd name="csX171" fmla="*/ 141817 w 594378"/>
              <a:gd name="csY171" fmla="*/ 165221 h 574681"/>
              <a:gd name="csX172" fmla="*/ 151395 w 594378"/>
              <a:gd name="csY172" fmla="*/ 168813 h 574681"/>
              <a:gd name="csX173" fmla="*/ 149001 w 594378"/>
              <a:gd name="csY173" fmla="*/ 165221 h 574681"/>
              <a:gd name="csX174" fmla="*/ 149001 w 594378"/>
              <a:gd name="csY174" fmla="*/ 156840 h 574681"/>
              <a:gd name="csX175" fmla="*/ 153790 w 594378"/>
              <a:gd name="csY175" fmla="*/ 129303 h 574681"/>
              <a:gd name="csX176" fmla="*/ 156184 w 594378"/>
              <a:gd name="csY176" fmla="*/ 135289 h 574681"/>
              <a:gd name="csX177" fmla="*/ 174143 w 594378"/>
              <a:gd name="csY177" fmla="*/ 138881 h 574681"/>
              <a:gd name="csX178" fmla="*/ 184918 w 594378"/>
              <a:gd name="csY178" fmla="*/ 125711 h 574681"/>
              <a:gd name="csX179" fmla="*/ 189707 w 594378"/>
              <a:gd name="csY179" fmla="*/ 111344 h 574681"/>
              <a:gd name="csX180" fmla="*/ 168157 w 594378"/>
              <a:gd name="csY180" fmla="*/ 104161 h 574681"/>
              <a:gd name="csX181" fmla="*/ 177735 w 594378"/>
              <a:gd name="csY181" fmla="*/ 120922 h 574681"/>
              <a:gd name="csX182" fmla="*/ 172946 w 594378"/>
              <a:gd name="csY182" fmla="*/ 124514 h 574681"/>
              <a:gd name="csX183" fmla="*/ 163368 w 594378"/>
              <a:gd name="csY183" fmla="*/ 113739 h 574681"/>
              <a:gd name="csX184" fmla="*/ 164565 w 594378"/>
              <a:gd name="csY184" fmla="*/ 105358 h 574681"/>
              <a:gd name="csX185" fmla="*/ 156184 w 594378"/>
              <a:gd name="csY185" fmla="*/ 102964 h 574681"/>
              <a:gd name="csX186" fmla="*/ 171748 w 594378"/>
              <a:gd name="csY186" fmla="*/ 98175 h 574681"/>
              <a:gd name="csX187" fmla="*/ 174143 w 594378"/>
              <a:gd name="csY187" fmla="*/ 100569 h 574681"/>
              <a:gd name="csX188" fmla="*/ 171748 w 594378"/>
              <a:gd name="csY188" fmla="*/ 88597 h 574681"/>
              <a:gd name="csX189" fmla="*/ 169354 w 594378"/>
              <a:gd name="csY189" fmla="*/ 95780 h 574681"/>
              <a:gd name="csX190" fmla="*/ 166959 w 594378"/>
              <a:gd name="csY190" fmla="*/ 93386 h 574681"/>
              <a:gd name="csX191" fmla="*/ 156184 w 594378"/>
              <a:gd name="csY191" fmla="*/ 96977 h 574681"/>
              <a:gd name="csX192" fmla="*/ 158579 w 594378"/>
              <a:gd name="csY192" fmla="*/ 86202 h 574681"/>
              <a:gd name="csX193" fmla="*/ 152592 w 594378"/>
              <a:gd name="csY193" fmla="*/ 86202 h 574681"/>
              <a:gd name="csX194" fmla="*/ 144212 w 594378"/>
              <a:gd name="csY194" fmla="*/ 69441 h 574681"/>
              <a:gd name="csX195" fmla="*/ 132239 w 594378"/>
              <a:gd name="csY195" fmla="*/ 67046 h 574681"/>
              <a:gd name="csX196" fmla="*/ 132239 w 594378"/>
              <a:gd name="csY196" fmla="*/ 82610 h 574681"/>
              <a:gd name="csX197" fmla="*/ 122661 w 594378"/>
              <a:gd name="csY197" fmla="*/ 82610 h 574681"/>
              <a:gd name="csX198" fmla="*/ 129844 w 594378"/>
              <a:gd name="csY198" fmla="*/ 63454 h 574681"/>
              <a:gd name="csX199" fmla="*/ 143014 w 594378"/>
              <a:gd name="csY199" fmla="*/ 57468 h 574681"/>
              <a:gd name="csX200" fmla="*/ 145409 w 594378"/>
              <a:gd name="csY200" fmla="*/ 62257 h 574681"/>
              <a:gd name="csX201" fmla="*/ 149001 w 594378"/>
              <a:gd name="csY201" fmla="*/ 55074 h 574681"/>
              <a:gd name="csX202" fmla="*/ 160973 w 594378"/>
              <a:gd name="csY202" fmla="*/ 53876 h 574681"/>
              <a:gd name="csX203" fmla="*/ 160973 w 594378"/>
              <a:gd name="csY203" fmla="*/ 50285 h 574681"/>
              <a:gd name="csX204" fmla="*/ 165762 w 594378"/>
              <a:gd name="csY204" fmla="*/ 52679 h 574681"/>
              <a:gd name="csX205" fmla="*/ 171748 w 594378"/>
              <a:gd name="csY205" fmla="*/ 45496 h 574681"/>
              <a:gd name="csX206" fmla="*/ 189707 w 594378"/>
              <a:gd name="csY206" fmla="*/ 50285 h 574681"/>
              <a:gd name="csX207" fmla="*/ 192102 w 594378"/>
              <a:gd name="csY207" fmla="*/ 49087 h 574681"/>
              <a:gd name="csX208" fmla="*/ 190904 w 594378"/>
              <a:gd name="csY208" fmla="*/ 35918 h 574681"/>
              <a:gd name="csX209" fmla="*/ 204074 w 594378"/>
              <a:gd name="csY209" fmla="*/ 38312 h 574681"/>
              <a:gd name="csX210" fmla="*/ 201680 w 594378"/>
              <a:gd name="csY210" fmla="*/ 27537 h 574681"/>
              <a:gd name="csX211" fmla="*/ 212455 w 594378"/>
              <a:gd name="csY211" fmla="*/ 28734 h 574681"/>
              <a:gd name="csX212" fmla="*/ 220836 w 594378"/>
              <a:gd name="csY212" fmla="*/ 20353 h 574681"/>
              <a:gd name="csX213" fmla="*/ 218441 w 594378"/>
              <a:gd name="csY213" fmla="*/ 17959 h 574681"/>
              <a:gd name="csX214" fmla="*/ 237597 w 594378"/>
              <a:gd name="csY214" fmla="*/ 17959 h 574681"/>
              <a:gd name="csX215" fmla="*/ 237597 w 594378"/>
              <a:gd name="csY215" fmla="*/ 10775 h 574681"/>
              <a:gd name="csX216" fmla="*/ 267529 w 594378"/>
              <a:gd name="csY216" fmla="*/ 23945 h 574681"/>
              <a:gd name="csX217" fmla="*/ 281896 w 594378"/>
              <a:gd name="csY217" fmla="*/ 19156 h 574681"/>
              <a:gd name="csX218" fmla="*/ 285487 w 594378"/>
              <a:gd name="csY218" fmla="*/ 21551 h 574681"/>
              <a:gd name="csX219" fmla="*/ 292671 w 594378"/>
              <a:gd name="csY219" fmla="*/ 11973 h 574681"/>
              <a:gd name="csX220" fmla="*/ 295065 w 594378"/>
              <a:gd name="csY220" fmla="*/ 7184 h 574681"/>
              <a:gd name="csX221" fmla="*/ 298657 w 594378"/>
              <a:gd name="csY221" fmla="*/ 7184 h 574681"/>
              <a:gd name="csX222" fmla="*/ 301052 w 594378"/>
              <a:gd name="csY222" fmla="*/ 0 h 574681"/>
              <a:gd name="csX223" fmla="*/ 303446 w 594378"/>
              <a:gd name="csY223" fmla="*/ 16762 h 574681"/>
              <a:gd name="csX224" fmla="*/ 268726 w 594378"/>
              <a:gd name="csY224" fmla="*/ 33523 h 574681"/>
              <a:gd name="csX225" fmla="*/ 269923 w 594378"/>
              <a:gd name="csY225" fmla="*/ 35918 h 574681"/>
              <a:gd name="csX226" fmla="*/ 284290 w 594378"/>
              <a:gd name="csY226" fmla="*/ 28734 h 574681"/>
              <a:gd name="csX227" fmla="*/ 279501 w 594378"/>
              <a:gd name="csY227" fmla="*/ 43101 h 574681"/>
              <a:gd name="csX228" fmla="*/ 278304 w 594378"/>
              <a:gd name="csY228" fmla="*/ 52679 h 574681"/>
              <a:gd name="csX229" fmla="*/ 285487 w 594378"/>
              <a:gd name="csY229" fmla="*/ 51482 h 574681"/>
              <a:gd name="csX230" fmla="*/ 283093 w 594378"/>
              <a:gd name="csY230" fmla="*/ 49087 h 574681"/>
              <a:gd name="csX231" fmla="*/ 293868 w 594378"/>
              <a:gd name="csY231" fmla="*/ 50285 h 574681"/>
              <a:gd name="csX232" fmla="*/ 292671 w 594378"/>
              <a:gd name="csY232" fmla="*/ 41904 h 574681"/>
              <a:gd name="csX233" fmla="*/ 295065 w 594378"/>
              <a:gd name="csY233" fmla="*/ 37115 h 574681"/>
              <a:gd name="csX234" fmla="*/ 310630 w 594378"/>
              <a:gd name="csY234" fmla="*/ 28734 h 574681"/>
              <a:gd name="csX235" fmla="*/ 319010 w 594378"/>
              <a:gd name="csY235" fmla="*/ 33523 h 574681"/>
              <a:gd name="csX236" fmla="*/ 332180 w 594378"/>
              <a:gd name="csY236" fmla="*/ 40707 h 574681"/>
              <a:gd name="csX237" fmla="*/ 334575 w 594378"/>
              <a:gd name="csY237" fmla="*/ 31129 h 574681"/>
              <a:gd name="csX238" fmla="*/ 336969 w 594378"/>
              <a:gd name="csY238" fmla="*/ 35918 h 574681"/>
              <a:gd name="csX239" fmla="*/ 335772 w 594378"/>
              <a:gd name="csY239" fmla="*/ 27537 h 574681"/>
              <a:gd name="csX240" fmla="*/ 344153 w 594378"/>
              <a:gd name="csY240" fmla="*/ 31129 h 574681"/>
              <a:gd name="csX241" fmla="*/ 346547 w 594378"/>
              <a:gd name="csY241" fmla="*/ 28734 h 574681"/>
              <a:gd name="csX242" fmla="*/ 345350 w 594378"/>
              <a:gd name="csY242" fmla="*/ 37115 h 574681"/>
              <a:gd name="csX243" fmla="*/ 357322 w 594378"/>
              <a:gd name="csY243" fmla="*/ 40707 h 574681"/>
              <a:gd name="csX244" fmla="*/ 357322 w 594378"/>
              <a:gd name="csY244" fmla="*/ 29931 h 574681"/>
              <a:gd name="csX245" fmla="*/ 358520 w 594378"/>
              <a:gd name="csY245" fmla="*/ 21551 h 574681"/>
              <a:gd name="csX246" fmla="*/ 342955 w 594378"/>
              <a:gd name="csY246" fmla="*/ 22748 h 574681"/>
              <a:gd name="csX247" fmla="*/ 354928 w 594378"/>
              <a:gd name="csY247" fmla="*/ 20353 h 574681"/>
              <a:gd name="csX248" fmla="*/ 354928 w 594378"/>
              <a:gd name="csY248" fmla="*/ 14367 h 574681"/>
              <a:gd name="csX249" fmla="*/ 363309 w 594378"/>
              <a:gd name="csY249" fmla="*/ 16762 h 574681"/>
              <a:gd name="csX250" fmla="*/ 368098 w 594378"/>
              <a:gd name="csY250" fmla="*/ 11973 h 574681"/>
              <a:gd name="csX251" fmla="*/ 381268 w 594378"/>
              <a:gd name="csY251" fmla="*/ 15564 h 574681"/>
              <a:gd name="csX252" fmla="*/ 387254 w 594378"/>
              <a:gd name="csY252" fmla="*/ 11973 h 574681"/>
              <a:gd name="csX253" fmla="*/ 395635 w 594378"/>
              <a:gd name="csY253" fmla="*/ 11973 h 574681"/>
              <a:gd name="csX254" fmla="*/ 396832 w 594378"/>
              <a:gd name="csY254" fmla="*/ 23945 h 574681"/>
              <a:gd name="csX255" fmla="*/ 408804 w 594378"/>
              <a:gd name="csY255" fmla="*/ 23945 h 574681"/>
              <a:gd name="csX256" fmla="*/ 426763 w 594378"/>
              <a:gd name="csY256" fmla="*/ 13170 h 574681"/>
              <a:gd name="csX257" fmla="*/ 419580 w 594378"/>
              <a:gd name="csY257" fmla="*/ 14367 h 574681"/>
              <a:gd name="csX258" fmla="*/ 419580 w 594378"/>
              <a:gd name="csY258" fmla="*/ 23945 h 574681"/>
              <a:gd name="csX259" fmla="*/ 427960 w 594378"/>
              <a:gd name="csY259" fmla="*/ 26340 h 574681"/>
              <a:gd name="csX260" fmla="*/ 443525 w 594378"/>
              <a:gd name="csY260" fmla="*/ 11973 h 574681"/>
              <a:gd name="csX261" fmla="*/ 451905 w 594378"/>
              <a:gd name="csY261" fmla="*/ 16762 h 574681"/>
              <a:gd name="csX262" fmla="*/ 462681 w 594378"/>
              <a:gd name="csY262" fmla="*/ 16762 h 574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</a:cxnLst>
            <a:rect l="l" t="t" r="r" b="b"/>
            <a:pathLst>
              <a:path w="594378" h="574681">
                <a:moveTo>
                  <a:pt x="462681" y="16762"/>
                </a:moveTo>
                <a:cubicBezTo>
                  <a:pt x="463447" y="20473"/>
                  <a:pt x="465842" y="22053"/>
                  <a:pt x="469864" y="21551"/>
                </a:cubicBezTo>
                <a:cubicBezTo>
                  <a:pt x="471516" y="24592"/>
                  <a:pt x="473504" y="24592"/>
                  <a:pt x="475851" y="21551"/>
                </a:cubicBezTo>
                <a:cubicBezTo>
                  <a:pt x="476641" y="25549"/>
                  <a:pt x="477455" y="29524"/>
                  <a:pt x="478245" y="33523"/>
                </a:cubicBezTo>
                <a:cubicBezTo>
                  <a:pt x="481286" y="27920"/>
                  <a:pt x="484878" y="27920"/>
                  <a:pt x="489020" y="33523"/>
                </a:cubicBezTo>
                <a:cubicBezTo>
                  <a:pt x="486003" y="35630"/>
                  <a:pt x="483202" y="38025"/>
                  <a:pt x="480640" y="40707"/>
                </a:cubicBezTo>
                <a:cubicBezTo>
                  <a:pt x="479849" y="39916"/>
                  <a:pt x="479035" y="39102"/>
                  <a:pt x="478245" y="38312"/>
                </a:cubicBezTo>
                <a:cubicBezTo>
                  <a:pt x="475946" y="40898"/>
                  <a:pt x="473959" y="43700"/>
                  <a:pt x="472259" y="46693"/>
                </a:cubicBezTo>
                <a:cubicBezTo>
                  <a:pt x="483513" y="55289"/>
                  <a:pt x="491104" y="53278"/>
                  <a:pt x="495007" y="40707"/>
                </a:cubicBezTo>
                <a:cubicBezTo>
                  <a:pt x="498143" y="42646"/>
                  <a:pt x="500945" y="45041"/>
                  <a:pt x="503387" y="47890"/>
                </a:cubicBezTo>
                <a:cubicBezTo>
                  <a:pt x="503794" y="44011"/>
                  <a:pt x="504585" y="40036"/>
                  <a:pt x="505782" y="35918"/>
                </a:cubicBezTo>
                <a:cubicBezTo>
                  <a:pt x="510643" y="33212"/>
                  <a:pt x="511433" y="34409"/>
                  <a:pt x="508176" y="39509"/>
                </a:cubicBezTo>
                <a:cubicBezTo>
                  <a:pt x="513372" y="39940"/>
                  <a:pt x="517778" y="37953"/>
                  <a:pt x="521346" y="33523"/>
                </a:cubicBezTo>
                <a:cubicBezTo>
                  <a:pt x="522950" y="35918"/>
                  <a:pt x="522950" y="38312"/>
                  <a:pt x="521346" y="40707"/>
                </a:cubicBezTo>
                <a:cubicBezTo>
                  <a:pt x="514402" y="43987"/>
                  <a:pt x="513995" y="47579"/>
                  <a:pt x="520149" y="51482"/>
                </a:cubicBezTo>
                <a:cubicBezTo>
                  <a:pt x="514689" y="54738"/>
                  <a:pt x="514282" y="58330"/>
                  <a:pt x="518952" y="62257"/>
                </a:cubicBezTo>
                <a:cubicBezTo>
                  <a:pt x="524746" y="61036"/>
                  <a:pt x="527931" y="58641"/>
                  <a:pt x="528530" y="55074"/>
                </a:cubicBezTo>
                <a:cubicBezTo>
                  <a:pt x="534205" y="58522"/>
                  <a:pt x="535402" y="57324"/>
                  <a:pt x="532121" y="51482"/>
                </a:cubicBezTo>
                <a:cubicBezTo>
                  <a:pt x="537078" y="51530"/>
                  <a:pt x="541053" y="53924"/>
                  <a:pt x="544094" y="58665"/>
                </a:cubicBezTo>
                <a:cubicBezTo>
                  <a:pt x="539401" y="63742"/>
                  <a:pt x="538203" y="69728"/>
                  <a:pt x="540502" y="76624"/>
                </a:cubicBezTo>
                <a:cubicBezTo>
                  <a:pt x="541460" y="70087"/>
                  <a:pt x="545052" y="65681"/>
                  <a:pt x="551277" y="63454"/>
                </a:cubicBezTo>
                <a:cubicBezTo>
                  <a:pt x="549673" y="62664"/>
                  <a:pt x="548093" y="61850"/>
                  <a:pt x="546488" y="61060"/>
                </a:cubicBezTo>
                <a:cubicBezTo>
                  <a:pt x="553169" y="57085"/>
                  <a:pt x="559946" y="56678"/>
                  <a:pt x="566842" y="59863"/>
                </a:cubicBezTo>
                <a:cubicBezTo>
                  <a:pt x="568326" y="57588"/>
                  <a:pt x="567919" y="55600"/>
                  <a:pt x="565644" y="53876"/>
                </a:cubicBezTo>
                <a:cubicBezTo>
                  <a:pt x="568446" y="52679"/>
                  <a:pt x="570433" y="50692"/>
                  <a:pt x="571631" y="47890"/>
                </a:cubicBezTo>
                <a:cubicBezTo>
                  <a:pt x="572421" y="49494"/>
                  <a:pt x="573235" y="51075"/>
                  <a:pt x="574025" y="52679"/>
                </a:cubicBezTo>
                <a:cubicBezTo>
                  <a:pt x="575653" y="49614"/>
                  <a:pt x="575270" y="46813"/>
                  <a:pt x="572828" y="44298"/>
                </a:cubicBezTo>
                <a:cubicBezTo>
                  <a:pt x="574121" y="42574"/>
                  <a:pt x="575725" y="41377"/>
                  <a:pt x="577617" y="40707"/>
                </a:cubicBezTo>
                <a:cubicBezTo>
                  <a:pt x="580610" y="40898"/>
                  <a:pt x="582597" y="42478"/>
                  <a:pt x="583603" y="45496"/>
                </a:cubicBezTo>
                <a:cubicBezTo>
                  <a:pt x="585830" y="40587"/>
                  <a:pt x="589422" y="38599"/>
                  <a:pt x="594379" y="39509"/>
                </a:cubicBezTo>
                <a:cubicBezTo>
                  <a:pt x="585423" y="43508"/>
                  <a:pt x="585423" y="46693"/>
                  <a:pt x="594379" y="49087"/>
                </a:cubicBezTo>
                <a:cubicBezTo>
                  <a:pt x="590308" y="54259"/>
                  <a:pt x="588320" y="59456"/>
                  <a:pt x="588392" y="64652"/>
                </a:cubicBezTo>
                <a:cubicBezTo>
                  <a:pt x="585902" y="57971"/>
                  <a:pt x="582310" y="56774"/>
                  <a:pt x="577617" y="61060"/>
                </a:cubicBezTo>
                <a:cubicBezTo>
                  <a:pt x="588727" y="67525"/>
                  <a:pt x="589518" y="74709"/>
                  <a:pt x="580012" y="82610"/>
                </a:cubicBezTo>
                <a:cubicBezTo>
                  <a:pt x="582238" y="83544"/>
                  <a:pt x="583819" y="85125"/>
                  <a:pt x="584801" y="87399"/>
                </a:cubicBezTo>
                <a:cubicBezTo>
                  <a:pt x="581089" y="87854"/>
                  <a:pt x="578695" y="91039"/>
                  <a:pt x="577617" y="96977"/>
                </a:cubicBezTo>
                <a:cubicBezTo>
                  <a:pt x="578407" y="100976"/>
                  <a:pt x="579221" y="104951"/>
                  <a:pt x="580012" y="108950"/>
                </a:cubicBezTo>
                <a:cubicBezTo>
                  <a:pt x="576515" y="116109"/>
                  <a:pt x="573331" y="123293"/>
                  <a:pt x="570433" y="130500"/>
                </a:cubicBezTo>
                <a:cubicBezTo>
                  <a:pt x="571008" y="132584"/>
                  <a:pt x="571798" y="134595"/>
                  <a:pt x="572828" y="136487"/>
                </a:cubicBezTo>
                <a:cubicBezTo>
                  <a:pt x="566028" y="142521"/>
                  <a:pt x="563633" y="149704"/>
                  <a:pt x="565644" y="158037"/>
                </a:cubicBezTo>
                <a:cubicBezTo>
                  <a:pt x="561670" y="160025"/>
                  <a:pt x="558461" y="162802"/>
                  <a:pt x="556066" y="166418"/>
                </a:cubicBezTo>
                <a:cubicBezTo>
                  <a:pt x="561574" y="169196"/>
                  <a:pt x="560760" y="171590"/>
                  <a:pt x="553672" y="173602"/>
                </a:cubicBezTo>
                <a:cubicBezTo>
                  <a:pt x="555540" y="177840"/>
                  <a:pt x="555133" y="182222"/>
                  <a:pt x="552475" y="186771"/>
                </a:cubicBezTo>
                <a:cubicBezTo>
                  <a:pt x="551397" y="180953"/>
                  <a:pt x="549410" y="180546"/>
                  <a:pt x="546488" y="185574"/>
                </a:cubicBezTo>
                <a:cubicBezTo>
                  <a:pt x="547542" y="191441"/>
                  <a:pt x="546345" y="197427"/>
                  <a:pt x="542897" y="203533"/>
                </a:cubicBezTo>
                <a:cubicBezTo>
                  <a:pt x="536048" y="202551"/>
                  <a:pt x="535641" y="204562"/>
                  <a:pt x="541699" y="209519"/>
                </a:cubicBezTo>
                <a:cubicBezTo>
                  <a:pt x="538012" y="213302"/>
                  <a:pt x="535210" y="217684"/>
                  <a:pt x="533319" y="222689"/>
                </a:cubicBezTo>
                <a:cubicBezTo>
                  <a:pt x="531140" y="219935"/>
                  <a:pt x="529128" y="220318"/>
                  <a:pt x="527332" y="223886"/>
                </a:cubicBezTo>
                <a:cubicBezTo>
                  <a:pt x="528290" y="230351"/>
                  <a:pt x="525489" y="235547"/>
                  <a:pt x="518952" y="239450"/>
                </a:cubicBezTo>
                <a:cubicBezTo>
                  <a:pt x="518161" y="242635"/>
                  <a:pt x="517347" y="245844"/>
                  <a:pt x="516557" y="249028"/>
                </a:cubicBezTo>
                <a:cubicBezTo>
                  <a:pt x="513492" y="248741"/>
                  <a:pt x="510691" y="249938"/>
                  <a:pt x="508176" y="252620"/>
                </a:cubicBezTo>
                <a:cubicBezTo>
                  <a:pt x="510451" y="254344"/>
                  <a:pt x="510858" y="256332"/>
                  <a:pt x="509374" y="258606"/>
                </a:cubicBezTo>
                <a:cubicBezTo>
                  <a:pt x="502286" y="263180"/>
                  <a:pt x="497497" y="269573"/>
                  <a:pt x="495007" y="277762"/>
                </a:cubicBezTo>
                <a:cubicBezTo>
                  <a:pt x="494216" y="276972"/>
                  <a:pt x="493402" y="276158"/>
                  <a:pt x="492612" y="275368"/>
                </a:cubicBezTo>
                <a:cubicBezTo>
                  <a:pt x="490553" y="279175"/>
                  <a:pt x="488948" y="283150"/>
                  <a:pt x="487823" y="287340"/>
                </a:cubicBezTo>
                <a:cubicBezTo>
                  <a:pt x="485429" y="288131"/>
                  <a:pt x="483034" y="288945"/>
                  <a:pt x="480640" y="289735"/>
                </a:cubicBezTo>
                <a:cubicBezTo>
                  <a:pt x="481980" y="296679"/>
                  <a:pt x="478389" y="299864"/>
                  <a:pt x="469864" y="299313"/>
                </a:cubicBezTo>
                <a:cubicBezTo>
                  <a:pt x="469409" y="304246"/>
                  <a:pt x="468212" y="309035"/>
                  <a:pt x="466273" y="313680"/>
                </a:cubicBezTo>
                <a:cubicBezTo>
                  <a:pt x="465482" y="312076"/>
                  <a:pt x="464668" y="310495"/>
                  <a:pt x="463878" y="308891"/>
                </a:cubicBezTo>
                <a:cubicBezTo>
                  <a:pt x="462681" y="313273"/>
                  <a:pt x="459879" y="316075"/>
                  <a:pt x="455497" y="317272"/>
                </a:cubicBezTo>
                <a:cubicBezTo>
                  <a:pt x="456599" y="318254"/>
                  <a:pt x="457389" y="319451"/>
                  <a:pt x="457892" y="320864"/>
                </a:cubicBezTo>
                <a:cubicBezTo>
                  <a:pt x="450349" y="324216"/>
                  <a:pt x="443980" y="329005"/>
                  <a:pt x="438736" y="335231"/>
                </a:cubicBezTo>
                <a:cubicBezTo>
                  <a:pt x="436605" y="337194"/>
                  <a:pt x="435814" y="339589"/>
                  <a:pt x="436341" y="342414"/>
                </a:cubicBezTo>
                <a:cubicBezTo>
                  <a:pt x="429421" y="341744"/>
                  <a:pt x="425829" y="344928"/>
                  <a:pt x="425566" y="351992"/>
                </a:cubicBezTo>
                <a:cubicBezTo>
                  <a:pt x="424584" y="350891"/>
                  <a:pt x="423387" y="350100"/>
                  <a:pt x="421974" y="349598"/>
                </a:cubicBezTo>
                <a:cubicBezTo>
                  <a:pt x="419939" y="352040"/>
                  <a:pt x="417544" y="354051"/>
                  <a:pt x="414791" y="355584"/>
                </a:cubicBezTo>
                <a:cubicBezTo>
                  <a:pt x="417233" y="358098"/>
                  <a:pt x="417616" y="360900"/>
                  <a:pt x="415988" y="363965"/>
                </a:cubicBezTo>
                <a:cubicBezTo>
                  <a:pt x="415198" y="362360"/>
                  <a:pt x="414383" y="360780"/>
                  <a:pt x="413593" y="359176"/>
                </a:cubicBezTo>
                <a:cubicBezTo>
                  <a:pt x="409427" y="362097"/>
                  <a:pt x="407032" y="366072"/>
                  <a:pt x="406410" y="371148"/>
                </a:cubicBezTo>
                <a:cubicBezTo>
                  <a:pt x="405428" y="370047"/>
                  <a:pt x="404231" y="369256"/>
                  <a:pt x="402818" y="368754"/>
                </a:cubicBezTo>
                <a:cubicBezTo>
                  <a:pt x="397239" y="374860"/>
                  <a:pt x="392043" y="381253"/>
                  <a:pt x="387254" y="387910"/>
                </a:cubicBezTo>
                <a:cubicBezTo>
                  <a:pt x="386464" y="387120"/>
                  <a:pt x="385650" y="386305"/>
                  <a:pt x="384859" y="385515"/>
                </a:cubicBezTo>
                <a:cubicBezTo>
                  <a:pt x="382249" y="389945"/>
                  <a:pt x="379041" y="393944"/>
                  <a:pt x="375281" y="397488"/>
                </a:cubicBezTo>
                <a:cubicBezTo>
                  <a:pt x="371282" y="395476"/>
                  <a:pt x="370899" y="396674"/>
                  <a:pt x="374084" y="401080"/>
                </a:cubicBezTo>
                <a:cubicBezTo>
                  <a:pt x="370349" y="401846"/>
                  <a:pt x="367547" y="403833"/>
                  <a:pt x="365703" y="407066"/>
                </a:cubicBezTo>
                <a:cubicBezTo>
                  <a:pt x="364913" y="406276"/>
                  <a:pt x="364099" y="405461"/>
                  <a:pt x="363309" y="404671"/>
                </a:cubicBezTo>
                <a:cubicBezTo>
                  <a:pt x="362519" y="407066"/>
                  <a:pt x="361704" y="409460"/>
                  <a:pt x="360914" y="411855"/>
                </a:cubicBezTo>
                <a:cubicBezTo>
                  <a:pt x="360124" y="411065"/>
                  <a:pt x="359310" y="410250"/>
                  <a:pt x="358520" y="409460"/>
                </a:cubicBezTo>
                <a:cubicBezTo>
                  <a:pt x="356676" y="412693"/>
                  <a:pt x="353874" y="414680"/>
                  <a:pt x="350139" y="415447"/>
                </a:cubicBezTo>
                <a:cubicBezTo>
                  <a:pt x="348583" y="419302"/>
                  <a:pt x="346595" y="422893"/>
                  <a:pt x="344153" y="426222"/>
                </a:cubicBezTo>
                <a:cubicBezTo>
                  <a:pt x="343363" y="424617"/>
                  <a:pt x="342548" y="423037"/>
                  <a:pt x="341758" y="421433"/>
                </a:cubicBezTo>
                <a:cubicBezTo>
                  <a:pt x="339890" y="427850"/>
                  <a:pt x="336706" y="433453"/>
                  <a:pt x="332180" y="438194"/>
                </a:cubicBezTo>
                <a:cubicBezTo>
                  <a:pt x="331198" y="437093"/>
                  <a:pt x="330001" y="436303"/>
                  <a:pt x="328588" y="435800"/>
                </a:cubicBezTo>
                <a:cubicBezTo>
                  <a:pt x="311707" y="450813"/>
                  <a:pt x="293748" y="464390"/>
                  <a:pt x="274712" y="476506"/>
                </a:cubicBezTo>
                <a:cubicBezTo>
                  <a:pt x="270881" y="476171"/>
                  <a:pt x="267289" y="476171"/>
                  <a:pt x="263937" y="476506"/>
                </a:cubicBezTo>
                <a:cubicBezTo>
                  <a:pt x="261830" y="479523"/>
                  <a:pt x="259435" y="482325"/>
                  <a:pt x="256753" y="484887"/>
                </a:cubicBezTo>
                <a:cubicBezTo>
                  <a:pt x="254479" y="486372"/>
                  <a:pt x="252491" y="485965"/>
                  <a:pt x="250767" y="483690"/>
                </a:cubicBezTo>
                <a:cubicBezTo>
                  <a:pt x="239226" y="491448"/>
                  <a:pt x="228450" y="497841"/>
                  <a:pt x="218441" y="502846"/>
                </a:cubicBezTo>
                <a:cubicBezTo>
                  <a:pt x="211761" y="499350"/>
                  <a:pt x="206564" y="500954"/>
                  <a:pt x="202877" y="507635"/>
                </a:cubicBezTo>
                <a:cubicBezTo>
                  <a:pt x="198687" y="505719"/>
                  <a:pt x="195502" y="507324"/>
                  <a:pt x="193299" y="512424"/>
                </a:cubicBezTo>
                <a:cubicBezTo>
                  <a:pt x="192557" y="510484"/>
                  <a:pt x="191359" y="508904"/>
                  <a:pt x="189707" y="507635"/>
                </a:cubicBezTo>
                <a:cubicBezTo>
                  <a:pt x="186906" y="510005"/>
                  <a:pt x="184128" y="512400"/>
                  <a:pt x="181326" y="514818"/>
                </a:cubicBezTo>
                <a:cubicBezTo>
                  <a:pt x="179483" y="514483"/>
                  <a:pt x="177878" y="513669"/>
                  <a:pt x="176537" y="512424"/>
                </a:cubicBezTo>
                <a:cubicBezTo>
                  <a:pt x="173951" y="518003"/>
                  <a:pt x="170360" y="521188"/>
                  <a:pt x="165762" y="522002"/>
                </a:cubicBezTo>
                <a:cubicBezTo>
                  <a:pt x="160494" y="522624"/>
                  <a:pt x="154508" y="522624"/>
                  <a:pt x="147803" y="522002"/>
                </a:cubicBezTo>
                <a:cubicBezTo>
                  <a:pt x="146606" y="526384"/>
                  <a:pt x="143805" y="529185"/>
                  <a:pt x="139423" y="530383"/>
                </a:cubicBezTo>
                <a:cubicBezTo>
                  <a:pt x="127426" y="531771"/>
                  <a:pt x="116244" y="535363"/>
                  <a:pt x="105899" y="541158"/>
                </a:cubicBezTo>
                <a:cubicBezTo>
                  <a:pt x="104487" y="540655"/>
                  <a:pt x="103289" y="539865"/>
                  <a:pt x="102308" y="538764"/>
                </a:cubicBezTo>
                <a:cubicBezTo>
                  <a:pt x="101302" y="541565"/>
                  <a:pt x="99698" y="543960"/>
                  <a:pt x="97519" y="545947"/>
                </a:cubicBezTo>
                <a:cubicBezTo>
                  <a:pt x="93041" y="546402"/>
                  <a:pt x="88252" y="545588"/>
                  <a:pt x="83152" y="543553"/>
                </a:cubicBezTo>
                <a:cubicBezTo>
                  <a:pt x="79871" y="546138"/>
                  <a:pt x="76279" y="548126"/>
                  <a:pt x="72376" y="549539"/>
                </a:cubicBezTo>
                <a:cubicBezTo>
                  <a:pt x="78889" y="555980"/>
                  <a:pt x="86887" y="559572"/>
                  <a:pt x="96321" y="560314"/>
                </a:cubicBezTo>
                <a:cubicBezTo>
                  <a:pt x="92658" y="564217"/>
                  <a:pt x="87869" y="566204"/>
                  <a:pt x="81954" y="566300"/>
                </a:cubicBezTo>
                <a:cubicBezTo>
                  <a:pt x="62056" y="569557"/>
                  <a:pt x="42086" y="572358"/>
                  <a:pt x="22092" y="574681"/>
                </a:cubicBezTo>
                <a:cubicBezTo>
                  <a:pt x="21014" y="558734"/>
                  <a:pt x="20200" y="542762"/>
                  <a:pt x="19697" y="526791"/>
                </a:cubicBezTo>
                <a:cubicBezTo>
                  <a:pt x="21565" y="534477"/>
                  <a:pt x="23576" y="542475"/>
                  <a:pt x="25684" y="550736"/>
                </a:cubicBezTo>
                <a:cubicBezTo>
                  <a:pt x="24893" y="536417"/>
                  <a:pt x="24893" y="522050"/>
                  <a:pt x="25684" y="507635"/>
                </a:cubicBezTo>
                <a:cubicBezTo>
                  <a:pt x="26474" y="514818"/>
                  <a:pt x="27288" y="522002"/>
                  <a:pt x="28078" y="529185"/>
                </a:cubicBezTo>
                <a:cubicBezTo>
                  <a:pt x="29874" y="527677"/>
                  <a:pt x="31861" y="526480"/>
                  <a:pt x="34064" y="525594"/>
                </a:cubicBezTo>
                <a:cubicBezTo>
                  <a:pt x="36219" y="516447"/>
                  <a:pt x="36219" y="506869"/>
                  <a:pt x="34064" y="496860"/>
                </a:cubicBezTo>
                <a:cubicBezTo>
                  <a:pt x="36866" y="495854"/>
                  <a:pt x="39260" y="494250"/>
                  <a:pt x="41248" y="492071"/>
                </a:cubicBezTo>
                <a:cubicBezTo>
                  <a:pt x="33346" y="489916"/>
                  <a:pt x="32532" y="486707"/>
                  <a:pt x="38853" y="482493"/>
                </a:cubicBezTo>
                <a:cubicBezTo>
                  <a:pt x="34926" y="478542"/>
                  <a:pt x="35717" y="476147"/>
                  <a:pt x="41248" y="475309"/>
                </a:cubicBezTo>
                <a:cubicBezTo>
                  <a:pt x="38853" y="472915"/>
                  <a:pt x="36459" y="470520"/>
                  <a:pt x="34064" y="468126"/>
                </a:cubicBezTo>
                <a:cubicBezTo>
                  <a:pt x="35669" y="467335"/>
                  <a:pt x="37249" y="466521"/>
                  <a:pt x="38853" y="465731"/>
                </a:cubicBezTo>
                <a:cubicBezTo>
                  <a:pt x="34040" y="461445"/>
                  <a:pt x="34040" y="458260"/>
                  <a:pt x="38853" y="456153"/>
                </a:cubicBezTo>
                <a:cubicBezTo>
                  <a:pt x="37393" y="441379"/>
                  <a:pt x="34208" y="427012"/>
                  <a:pt x="29275" y="413052"/>
                </a:cubicBezTo>
                <a:cubicBezTo>
                  <a:pt x="31215" y="412310"/>
                  <a:pt x="32795" y="411112"/>
                  <a:pt x="34064" y="409460"/>
                </a:cubicBezTo>
                <a:cubicBezTo>
                  <a:pt x="30640" y="403618"/>
                  <a:pt x="27456" y="397631"/>
                  <a:pt x="24486" y="391501"/>
                </a:cubicBezTo>
                <a:cubicBezTo>
                  <a:pt x="25277" y="390711"/>
                  <a:pt x="26091" y="389897"/>
                  <a:pt x="26881" y="389107"/>
                </a:cubicBezTo>
                <a:cubicBezTo>
                  <a:pt x="22571" y="388341"/>
                  <a:pt x="21781" y="386760"/>
                  <a:pt x="24486" y="384318"/>
                </a:cubicBezTo>
                <a:cubicBezTo>
                  <a:pt x="20440" y="378667"/>
                  <a:pt x="15651" y="373878"/>
                  <a:pt x="10119" y="369951"/>
                </a:cubicBezTo>
                <a:cubicBezTo>
                  <a:pt x="10909" y="369161"/>
                  <a:pt x="11724" y="368347"/>
                  <a:pt x="12514" y="367556"/>
                </a:cubicBezTo>
                <a:cubicBezTo>
                  <a:pt x="8922" y="363989"/>
                  <a:pt x="6911" y="359607"/>
                  <a:pt x="6527" y="354387"/>
                </a:cubicBezTo>
                <a:cubicBezTo>
                  <a:pt x="4732" y="352878"/>
                  <a:pt x="2744" y="351681"/>
                  <a:pt x="541" y="350795"/>
                </a:cubicBezTo>
                <a:cubicBezTo>
                  <a:pt x="3343" y="349789"/>
                  <a:pt x="5737" y="348185"/>
                  <a:pt x="7725" y="346006"/>
                </a:cubicBezTo>
                <a:cubicBezTo>
                  <a:pt x="1212" y="344090"/>
                  <a:pt x="-1183" y="340498"/>
                  <a:pt x="541" y="335231"/>
                </a:cubicBezTo>
                <a:cubicBezTo>
                  <a:pt x="3678" y="331759"/>
                  <a:pt x="6863" y="330178"/>
                  <a:pt x="10119" y="330442"/>
                </a:cubicBezTo>
                <a:cubicBezTo>
                  <a:pt x="8180" y="328718"/>
                  <a:pt x="6575" y="326730"/>
                  <a:pt x="5330" y="324455"/>
                </a:cubicBezTo>
                <a:cubicBezTo>
                  <a:pt x="7509" y="320169"/>
                  <a:pt x="7916" y="315787"/>
                  <a:pt x="6527" y="311286"/>
                </a:cubicBezTo>
                <a:cubicBezTo>
                  <a:pt x="4396" y="314614"/>
                  <a:pt x="3199" y="314207"/>
                  <a:pt x="2936" y="310088"/>
                </a:cubicBezTo>
                <a:cubicBezTo>
                  <a:pt x="4827" y="308771"/>
                  <a:pt x="7222" y="307191"/>
                  <a:pt x="10119" y="305299"/>
                </a:cubicBezTo>
                <a:cubicBezTo>
                  <a:pt x="8012" y="302043"/>
                  <a:pt x="7222" y="298451"/>
                  <a:pt x="7725" y="294524"/>
                </a:cubicBezTo>
                <a:cubicBezTo>
                  <a:pt x="5330" y="294524"/>
                  <a:pt x="2936" y="294524"/>
                  <a:pt x="541" y="294524"/>
                </a:cubicBezTo>
                <a:cubicBezTo>
                  <a:pt x="110" y="288681"/>
                  <a:pt x="1691" y="283509"/>
                  <a:pt x="5330" y="278960"/>
                </a:cubicBezTo>
                <a:cubicBezTo>
                  <a:pt x="2816" y="275631"/>
                  <a:pt x="2409" y="272040"/>
                  <a:pt x="4133" y="268184"/>
                </a:cubicBezTo>
                <a:cubicBezTo>
                  <a:pt x="7581" y="270004"/>
                  <a:pt x="11173" y="271609"/>
                  <a:pt x="14908" y="272973"/>
                </a:cubicBezTo>
                <a:cubicBezTo>
                  <a:pt x="18141" y="267921"/>
                  <a:pt x="17351" y="263539"/>
                  <a:pt x="12514" y="259804"/>
                </a:cubicBezTo>
                <a:cubicBezTo>
                  <a:pt x="14118" y="258199"/>
                  <a:pt x="15698" y="258199"/>
                  <a:pt x="17303" y="259804"/>
                </a:cubicBezTo>
                <a:cubicBezTo>
                  <a:pt x="22714" y="266820"/>
                  <a:pt x="29515" y="272016"/>
                  <a:pt x="37656" y="275368"/>
                </a:cubicBezTo>
                <a:cubicBezTo>
                  <a:pt x="39308" y="273381"/>
                  <a:pt x="38901" y="271776"/>
                  <a:pt x="36459" y="270579"/>
                </a:cubicBezTo>
                <a:cubicBezTo>
                  <a:pt x="34064" y="269382"/>
                  <a:pt x="31670" y="268184"/>
                  <a:pt x="29275" y="266987"/>
                </a:cubicBezTo>
                <a:cubicBezTo>
                  <a:pt x="33394" y="265910"/>
                  <a:pt x="34998" y="263922"/>
                  <a:pt x="34064" y="261001"/>
                </a:cubicBezTo>
                <a:cubicBezTo>
                  <a:pt x="35669" y="262605"/>
                  <a:pt x="37249" y="264186"/>
                  <a:pt x="38853" y="265790"/>
                </a:cubicBezTo>
                <a:cubicBezTo>
                  <a:pt x="39644" y="265000"/>
                  <a:pt x="40458" y="264186"/>
                  <a:pt x="41248" y="263395"/>
                </a:cubicBezTo>
                <a:cubicBezTo>
                  <a:pt x="38350" y="260474"/>
                  <a:pt x="38350" y="257673"/>
                  <a:pt x="41248" y="255015"/>
                </a:cubicBezTo>
                <a:cubicBezTo>
                  <a:pt x="44672" y="254368"/>
                  <a:pt x="47067" y="255972"/>
                  <a:pt x="48431" y="259804"/>
                </a:cubicBezTo>
                <a:cubicBezTo>
                  <a:pt x="44935" y="260809"/>
                  <a:pt x="43738" y="262821"/>
                  <a:pt x="44840" y="265790"/>
                </a:cubicBezTo>
                <a:cubicBezTo>
                  <a:pt x="48096" y="263683"/>
                  <a:pt x="51688" y="262893"/>
                  <a:pt x="55615" y="263395"/>
                </a:cubicBezTo>
                <a:cubicBezTo>
                  <a:pt x="56740" y="259325"/>
                  <a:pt x="56740" y="255733"/>
                  <a:pt x="55615" y="252620"/>
                </a:cubicBezTo>
                <a:cubicBezTo>
                  <a:pt x="58680" y="250992"/>
                  <a:pt x="61481" y="251375"/>
                  <a:pt x="63996" y="253817"/>
                </a:cubicBezTo>
                <a:cubicBezTo>
                  <a:pt x="69431" y="249531"/>
                  <a:pt x="75417" y="245939"/>
                  <a:pt x="81954" y="243042"/>
                </a:cubicBezTo>
                <a:cubicBezTo>
                  <a:pt x="81164" y="242252"/>
                  <a:pt x="80350" y="241438"/>
                  <a:pt x="79560" y="240648"/>
                </a:cubicBezTo>
                <a:cubicBezTo>
                  <a:pt x="85211" y="238229"/>
                  <a:pt x="88420" y="235021"/>
                  <a:pt x="89138" y="231070"/>
                </a:cubicBezTo>
                <a:cubicBezTo>
                  <a:pt x="88348" y="230279"/>
                  <a:pt x="87534" y="229465"/>
                  <a:pt x="86743" y="228675"/>
                </a:cubicBezTo>
                <a:cubicBezTo>
                  <a:pt x="89138" y="227885"/>
                  <a:pt x="91532" y="227071"/>
                  <a:pt x="93927" y="226281"/>
                </a:cubicBezTo>
                <a:cubicBezTo>
                  <a:pt x="90311" y="224269"/>
                  <a:pt x="89114" y="221492"/>
                  <a:pt x="90335" y="217900"/>
                </a:cubicBezTo>
                <a:cubicBezTo>
                  <a:pt x="97878" y="221779"/>
                  <a:pt x="99865" y="227358"/>
                  <a:pt x="96321" y="234661"/>
                </a:cubicBezTo>
                <a:cubicBezTo>
                  <a:pt x="99339" y="236769"/>
                  <a:pt x="102140" y="239163"/>
                  <a:pt x="104702" y="241845"/>
                </a:cubicBezTo>
                <a:cubicBezTo>
                  <a:pt x="105923" y="238253"/>
                  <a:pt x="104726" y="235476"/>
                  <a:pt x="101110" y="233464"/>
                </a:cubicBezTo>
                <a:cubicBezTo>
                  <a:pt x="104487" y="232578"/>
                  <a:pt x="106881" y="230591"/>
                  <a:pt x="108294" y="227478"/>
                </a:cubicBezTo>
                <a:cubicBezTo>
                  <a:pt x="102044" y="219001"/>
                  <a:pt x="102044" y="210621"/>
                  <a:pt x="108294" y="202336"/>
                </a:cubicBezTo>
                <a:cubicBezTo>
                  <a:pt x="104678" y="200324"/>
                  <a:pt x="103481" y="197547"/>
                  <a:pt x="104702" y="193955"/>
                </a:cubicBezTo>
                <a:cubicBezTo>
                  <a:pt x="107121" y="195104"/>
                  <a:pt x="109922" y="195511"/>
                  <a:pt x="113083" y="195152"/>
                </a:cubicBezTo>
                <a:cubicBezTo>
                  <a:pt x="110186" y="200492"/>
                  <a:pt x="111790" y="204491"/>
                  <a:pt x="117872" y="207125"/>
                </a:cubicBezTo>
                <a:cubicBezTo>
                  <a:pt x="111479" y="212488"/>
                  <a:pt x="112676" y="216080"/>
                  <a:pt x="121464" y="217900"/>
                </a:cubicBezTo>
                <a:cubicBezTo>
                  <a:pt x="125846" y="217158"/>
                  <a:pt x="128623" y="213566"/>
                  <a:pt x="129844" y="207125"/>
                </a:cubicBezTo>
                <a:cubicBezTo>
                  <a:pt x="126133" y="200444"/>
                  <a:pt x="121344" y="194865"/>
                  <a:pt x="115477" y="190363"/>
                </a:cubicBezTo>
                <a:cubicBezTo>
                  <a:pt x="122517" y="185550"/>
                  <a:pt x="129701" y="183156"/>
                  <a:pt x="137028" y="183180"/>
                </a:cubicBezTo>
                <a:cubicBezTo>
                  <a:pt x="132167" y="180330"/>
                  <a:pt x="131377" y="176738"/>
                  <a:pt x="134634" y="172404"/>
                </a:cubicBezTo>
                <a:cubicBezTo>
                  <a:pt x="127785" y="170776"/>
                  <a:pt x="124194" y="166777"/>
                  <a:pt x="123858" y="160432"/>
                </a:cubicBezTo>
                <a:cubicBezTo>
                  <a:pt x="128791" y="166729"/>
                  <a:pt x="134777" y="168310"/>
                  <a:pt x="141817" y="165221"/>
                </a:cubicBezTo>
                <a:cubicBezTo>
                  <a:pt x="144283" y="168908"/>
                  <a:pt x="147492" y="170106"/>
                  <a:pt x="151395" y="168813"/>
                </a:cubicBezTo>
                <a:cubicBezTo>
                  <a:pt x="150294" y="167831"/>
                  <a:pt x="149503" y="166634"/>
                  <a:pt x="149001" y="165221"/>
                </a:cubicBezTo>
                <a:cubicBezTo>
                  <a:pt x="155059" y="162778"/>
                  <a:pt x="155059" y="160001"/>
                  <a:pt x="149001" y="156840"/>
                </a:cubicBezTo>
                <a:cubicBezTo>
                  <a:pt x="152520" y="147669"/>
                  <a:pt x="154101" y="138474"/>
                  <a:pt x="153790" y="129303"/>
                </a:cubicBezTo>
                <a:cubicBezTo>
                  <a:pt x="158028" y="130596"/>
                  <a:pt x="158818" y="132584"/>
                  <a:pt x="156184" y="135289"/>
                </a:cubicBezTo>
                <a:cubicBezTo>
                  <a:pt x="162386" y="135840"/>
                  <a:pt x="168372" y="137037"/>
                  <a:pt x="174143" y="138881"/>
                </a:cubicBezTo>
                <a:cubicBezTo>
                  <a:pt x="178022" y="134715"/>
                  <a:pt x="181614" y="130333"/>
                  <a:pt x="184918" y="125711"/>
                </a:cubicBezTo>
                <a:cubicBezTo>
                  <a:pt x="181662" y="119534"/>
                  <a:pt x="183266" y="114745"/>
                  <a:pt x="189707" y="111344"/>
                </a:cubicBezTo>
                <a:cubicBezTo>
                  <a:pt x="183242" y="106340"/>
                  <a:pt x="176058" y="103945"/>
                  <a:pt x="168157" y="104161"/>
                </a:cubicBezTo>
                <a:cubicBezTo>
                  <a:pt x="172586" y="109046"/>
                  <a:pt x="175795" y="114625"/>
                  <a:pt x="177735" y="120922"/>
                </a:cubicBezTo>
                <a:cubicBezTo>
                  <a:pt x="176466" y="122575"/>
                  <a:pt x="174885" y="123772"/>
                  <a:pt x="172946" y="124514"/>
                </a:cubicBezTo>
                <a:cubicBezTo>
                  <a:pt x="169952" y="120827"/>
                  <a:pt x="166768" y="117235"/>
                  <a:pt x="163368" y="113739"/>
                </a:cubicBezTo>
                <a:cubicBezTo>
                  <a:pt x="172155" y="112805"/>
                  <a:pt x="172539" y="110004"/>
                  <a:pt x="164565" y="105358"/>
                </a:cubicBezTo>
                <a:cubicBezTo>
                  <a:pt x="161739" y="110506"/>
                  <a:pt x="158938" y="109716"/>
                  <a:pt x="156184" y="102964"/>
                </a:cubicBezTo>
                <a:cubicBezTo>
                  <a:pt x="161332" y="103802"/>
                  <a:pt x="166528" y="102197"/>
                  <a:pt x="171748" y="98175"/>
                </a:cubicBezTo>
                <a:cubicBezTo>
                  <a:pt x="172539" y="98965"/>
                  <a:pt x="173353" y="99779"/>
                  <a:pt x="174143" y="100569"/>
                </a:cubicBezTo>
                <a:cubicBezTo>
                  <a:pt x="174430" y="96570"/>
                  <a:pt x="173640" y="92572"/>
                  <a:pt x="171748" y="88597"/>
                </a:cubicBezTo>
                <a:cubicBezTo>
                  <a:pt x="170958" y="90991"/>
                  <a:pt x="170144" y="93386"/>
                  <a:pt x="169354" y="95780"/>
                </a:cubicBezTo>
                <a:cubicBezTo>
                  <a:pt x="168564" y="94990"/>
                  <a:pt x="167750" y="94176"/>
                  <a:pt x="166959" y="93386"/>
                </a:cubicBezTo>
                <a:cubicBezTo>
                  <a:pt x="163751" y="96403"/>
                  <a:pt x="160159" y="97600"/>
                  <a:pt x="156184" y="96977"/>
                </a:cubicBezTo>
                <a:cubicBezTo>
                  <a:pt x="157238" y="93314"/>
                  <a:pt x="158052" y="89722"/>
                  <a:pt x="158579" y="86202"/>
                </a:cubicBezTo>
                <a:cubicBezTo>
                  <a:pt x="156735" y="83305"/>
                  <a:pt x="154723" y="83305"/>
                  <a:pt x="152592" y="86202"/>
                </a:cubicBezTo>
                <a:cubicBezTo>
                  <a:pt x="145672" y="81940"/>
                  <a:pt x="142871" y="76361"/>
                  <a:pt x="144212" y="69441"/>
                </a:cubicBezTo>
                <a:cubicBezTo>
                  <a:pt x="140500" y="67166"/>
                  <a:pt x="136525" y="66352"/>
                  <a:pt x="132239" y="67046"/>
                </a:cubicBezTo>
                <a:cubicBezTo>
                  <a:pt x="130252" y="72434"/>
                  <a:pt x="130252" y="77630"/>
                  <a:pt x="132239" y="82610"/>
                </a:cubicBezTo>
                <a:cubicBezTo>
                  <a:pt x="129054" y="84215"/>
                  <a:pt x="125846" y="84215"/>
                  <a:pt x="122661" y="82610"/>
                </a:cubicBezTo>
                <a:cubicBezTo>
                  <a:pt x="126875" y="77319"/>
                  <a:pt x="129270" y="70925"/>
                  <a:pt x="129844" y="63454"/>
                </a:cubicBezTo>
                <a:cubicBezTo>
                  <a:pt x="134681" y="62377"/>
                  <a:pt x="139063" y="60389"/>
                  <a:pt x="143014" y="57468"/>
                </a:cubicBezTo>
                <a:cubicBezTo>
                  <a:pt x="143805" y="59072"/>
                  <a:pt x="144619" y="60653"/>
                  <a:pt x="145409" y="62257"/>
                </a:cubicBezTo>
                <a:cubicBezTo>
                  <a:pt x="146007" y="59575"/>
                  <a:pt x="147205" y="57181"/>
                  <a:pt x="149001" y="55074"/>
                </a:cubicBezTo>
                <a:cubicBezTo>
                  <a:pt x="152736" y="56726"/>
                  <a:pt x="156735" y="56319"/>
                  <a:pt x="160973" y="53876"/>
                </a:cubicBezTo>
                <a:cubicBezTo>
                  <a:pt x="158100" y="52320"/>
                  <a:pt x="158100" y="51123"/>
                  <a:pt x="160973" y="50285"/>
                </a:cubicBezTo>
                <a:cubicBezTo>
                  <a:pt x="162577" y="51075"/>
                  <a:pt x="164158" y="51889"/>
                  <a:pt x="165762" y="52679"/>
                </a:cubicBezTo>
                <a:cubicBezTo>
                  <a:pt x="164828" y="49351"/>
                  <a:pt x="166816" y="46956"/>
                  <a:pt x="171748" y="45496"/>
                </a:cubicBezTo>
                <a:cubicBezTo>
                  <a:pt x="177735" y="49207"/>
                  <a:pt x="183721" y="50787"/>
                  <a:pt x="189707" y="50285"/>
                </a:cubicBezTo>
                <a:cubicBezTo>
                  <a:pt x="190497" y="49878"/>
                  <a:pt x="191311" y="49494"/>
                  <a:pt x="192102" y="49087"/>
                </a:cubicBezTo>
                <a:cubicBezTo>
                  <a:pt x="187217" y="44729"/>
                  <a:pt x="186834" y="40347"/>
                  <a:pt x="190904" y="35918"/>
                </a:cubicBezTo>
                <a:cubicBezTo>
                  <a:pt x="194975" y="38097"/>
                  <a:pt x="199357" y="38887"/>
                  <a:pt x="204074" y="38312"/>
                </a:cubicBezTo>
                <a:cubicBezTo>
                  <a:pt x="204577" y="34385"/>
                  <a:pt x="203787" y="30793"/>
                  <a:pt x="201680" y="27537"/>
                </a:cubicBezTo>
                <a:cubicBezTo>
                  <a:pt x="205583" y="28566"/>
                  <a:pt x="209174" y="28974"/>
                  <a:pt x="212455" y="28734"/>
                </a:cubicBezTo>
                <a:cubicBezTo>
                  <a:pt x="213652" y="24352"/>
                  <a:pt x="216454" y="21551"/>
                  <a:pt x="220836" y="20353"/>
                </a:cubicBezTo>
                <a:cubicBezTo>
                  <a:pt x="220046" y="19563"/>
                  <a:pt x="219231" y="18749"/>
                  <a:pt x="218441" y="17959"/>
                </a:cubicBezTo>
                <a:cubicBezTo>
                  <a:pt x="224906" y="17360"/>
                  <a:pt x="231300" y="17360"/>
                  <a:pt x="237597" y="17959"/>
                </a:cubicBezTo>
                <a:cubicBezTo>
                  <a:pt x="243991" y="15564"/>
                  <a:pt x="243991" y="13170"/>
                  <a:pt x="237597" y="10775"/>
                </a:cubicBezTo>
                <a:cubicBezTo>
                  <a:pt x="255077" y="-623"/>
                  <a:pt x="265062" y="3759"/>
                  <a:pt x="267529" y="23945"/>
                </a:cubicBezTo>
                <a:cubicBezTo>
                  <a:pt x="272318" y="22341"/>
                  <a:pt x="277107" y="20760"/>
                  <a:pt x="281896" y="19156"/>
                </a:cubicBezTo>
                <a:cubicBezTo>
                  <a:pt x="282877" y="20257"/>
                  <a:pt x="284075" y="21048"/>
                  <a:pt x="285487" y="21551"/>
                </a:cubicBezTo>
                <a:cubicBezTo>
                  <a:pt x="287882" y="18366"/>
                  <a:pt x="290276" y="15157"/>
                  <a:pt x="292671" y="11973"/>
                </a:cubicBezTo>
                <a:cubicBezTo>
                  <a:pt x="297891" y="14367"/>
                  <a:pt x="298681" y="12787"/>
                  <a:pt x="295065" y="7184"/>
                </a:cubicBezTo>
                <a:cubicBezTo>
                  <a:pt x="295903" y="4310"/>
                  <a:pt x="297101" y="4310"/>
                  <a:pt x="298657" y="7184"/>
                </a:cubicBezTo>
                <a:cubicBezTo>
                  <a:pt x="299447" y="4789"/>
                  <a:pt x="300261" y="2395"/>
                  <a:pt x="301052" y="0"/>
                </a:cubicBezTo>
                <a:cubicBezTo>
                  <a:pt x="307948" y="4693"/>
                  <a:pt x="308738" y="10296"/>
                  <a:pt x="303446" y="16762"/>
                </a:cubicBezTo>
                <a:cubicBezTo>
                  <a:pt x="291857" y="21718"/>
                  <a:pt x="280267" y="27321"/>
                  <a:pt x="268726" y="33523"/>
                </a:cubicBezTo>
                <a:cubicBezTo>
                  <a:pt x="269133" y="34313"/>
                  <a:pt x="269516" y="35127"/>
                  <a:pt x="269923" y="35918"/>
                </a:cubicBezTo>
                <a:cubicBezTo>
                  <a:pt x="274497" y="34217"/>
                  <a:pt x="279286" y="31823"/>
                  <a:pt x="284290" y="28734"/>
                </a:cubicBezTo>
                <a:cubicBezTo>
                  <a:pt x="287738" y="34409"/>
                  <a:pt x="286134" y="39198"/>
                  <a:pt x="279501" y="43101"/>
                </a:cubicBezTo>
                <a:cubicBezTo>
                  <a:pt x="278328" y="46190"/>
                  <a:pt x="277921" y="49399"/>
                  <a:pt x="278304" y="52679"/>
                </a:cubicBezTo>
                <a:cubicBezTo>
                  <a:pt x="280818" y="53038"/>
                  <a:pt x="283213" y="52631"/>
                  <a:pt x="285487" y="51482"/>
                </a:cubicBezTo>
                <a:cubicBezTo>
                  <a:pt x="284697" y="50692"/>
                  <a:pt x="283883" y="49878"/>
                  <a:pt x="283093" y="49087"/>
                </a:cubicBezTo>
                <a:cubicBezTo>
                  <a:pt x="287618" y="40826"/>
                  <a:pt x="291210" y="41233"/>
                  <a:pt x="293868" y="50285"/>
                </a:cubicBezTo>
                <a:cubicBezTo>
                  <a:pt x="298226" y="47291"/>
                  <a:pt x="297843" y="44490"/>
                  <a:pt x="292671" y="41904"/>
                </a:cubicBezTo>
                <a:cubicBezTo>
                  <a:pt x="296981" y="41138"/>
                  <a:pt x="297771" y="39557"/>
                  <a:pt x="295065" y="37115"/>
                </a:cubicBezTo>
                <a:cubicBezTo>
                  <a:pt x="300764" y="35199"/>
                  <a:pt x="305960" y="32398"/>
                  <a:pt x="310630" y="28734"/>
                </a:cubicBezTo>
                <a:cubicBezTo>
                  <a:pt x="313240" y="30626"/>
                  <a:pt x="316017" y="32230"/>
                  <a:pt x="319010" y="33523"/>
                </a:cubicBezTo>
                <a:cubicBezTo>
                  <a:pt x="325116" y="31607"/>
                  <a:pt x="329522" y="34002"/>
                  <a:pt x="332180" y="40707"/>
                </a:cubicBezTo>
                <a:cubicBezTo>
                  <a:pt x="332970" y="37522"/>
                  <a:pt x="333785" y="34313"/>
                  <a:pt x="334575" y="31129"/>
                </a:cubicBezTo>
                <a:cubicBezTo>
                  <a:pt x="335365" y="32733"/>
                  <a:pt x="336179" y="34313"/>
                  <a:pt x="336969" y="35918"/>
                </a:cubicBezTo>
                <a:cubicBezTo>
                  <a:pt x="341327" y="32924"/>
                  <a:pt x="340944" y="30123"/>
                  <a:pt x="335772" y="27537"/>
                </a:cubicBezTo>
                <a:cubicBezTo>
                  <a:pt x="339627" y="25956"/>
                  <a:pt x="342405" y="27154"/>
                  <a:pt x="344153" y="31129"/>
                </a:cubicBezTo>
                <a:cubicBezTo>
                  <a:pt x="344943" y="30338"/>
                  <a:pt x="345757" y="29524"/>
                  <a:pt x="346547" y="28734"/>
                </a:cubicBezTo>
                <a:cubicBezTo>
                  <a:pt x="350977" y="32877"/>
                  <a:pt x="350594" y="35678"/>
                  <a:pt x="345350" y="37115"/>
                </a:cubicBezTo>
                <a:cubicBezTo>
                  <a:pt x="349468" y="37953"/>
                  <a:pt x="353443" y="39150"/>
                  <a:pt x="357322" y="40707"/>
                </a:cubicBezTo>
                <a:cubicBezTo>
                  <a:pt x="358592" y="37689"/>
                  <a:pt x="358592" y="34098"/>
                  <a:pt x="357322" y="29931"/>
                </a:cubicBezTo>
                <a:cubicBezTo>
                  <a:pt x="362566" y="28495"/>
                  <a:pt x="362950" y="25693"/>
                  <a:pt x="358520" y="21551"/>
                </a:cubicBezTo>
                <a:cubicBezTo>
                  <a:pt x="353827" y="27297"/>
                  <a:pt x="348630" y="27704"/>
                  <a:pt x="342955" y="22748"/>
                </a:cubicBezTo>
                <a:cubicBezTo>
                  <a:pt x="346667" y="18797"/>
                  <a:pt x="350666" y="18007"/>
                  <a:pt x="354928" y="20353"/>
                </a:cubicBezTo>
                <a:cubicBezTo>
                  <a:pt x="352031" y="18222"/>
                  <a:pt x="352031" y="16211"/>
                  <a:pt x="354928" y="14367"/>
                </a:cubicBezTo>
                <a:cubicBezTo>
                  <a:pt x="357849" y="15564"/>
                  <a:pt x="360627" y="16355"/>
                  <a:pt x="363309" y="16762"/>
                </a:cubicBezTo>
                <a:cubicBezTo>
                  <a:pt x="364913" y="15157"/>
                  <a:pt x="366493" y="13577"/>
                  <a:pt x="368098" y="11973"/>
                </a:cubicBezTo>
                <a:cubicBezTo>
                  <a:pt x="371929" y="15660"/>
                  <a:pt x="376311" y="16857"/>
                  <a:pt x="381268" y="15564"/>
                </a:cubicBezTo>
                <a:cubicBezTo>
                  <a:pt x="377604" y="5890"/>
                  <a:pt x="379591" y="4693"/>
                  <a:pt x="387254" y="11973"/>
                </a:cubicBezTo>
                <a:cubicBezTo>
                  <a:pt x="390079" y="9027"/>
                  <a:pt x="392881" y="9027"/>
                  <a:pt x="395635" y="11973"/>
                </a:cubicBezTo>
                <a:cubicBezTo>
                  <a:pt x="386128" y="16522"/>
                  <a:pt x="386535" y="20521"/>
                  <a:pt x="396832" y="23945"/>
                </a:cubicBezTo>
                <a:cubicBezTo>
                  <a:pt x="400831" y="20760"/>
                  <a:pt x="404805" y="20760"/>
                  <a:pt x="408804" y="23945"/>
                </a:cubicBezTo>
                <a:cubicBezTo>
                  <a:pt x="411965" y="15133"/>
                  <a:pt x="417951" y="11542"/>
                  <a:pt x="426763" y="13170"/>
                </a:cubicBezTo>
                <a:cubicBezTo>
                  <a:pt x="424488" y="14319"/>
                  <a:pt x="422094" y="14726"/>
                  <a:pt x="419580" y="14367"/>
                </a:cubicBezTo>
                <a:cubicBezTo>
                  <a:pt x="419580" y="17552"/>
                  <a:pt x="419580" y="20760"/>
                  <a:pt x="419580" y="23945"/>
                </a:cubicBezTo>
                <a:cubicBezTo>
                  <a:pt x="422740" y="23538"/>
                  <a:pt x="425542" y="24328"/>
                  <a:pt x="427960" y="26340"/>
                </a:cubicBezTo>
                <a:cubicBezTo>
                  <a:pt x="431624" y="19707"/>
                  <a:pt x="436820" y="14918"/>
                  <a:pt x="443525" y="11973"/>
                </a:cubicBezTo>
                <a:cubicBezTo>
                  <a:pt x="447188" y="12044"/>
                  <a:pt x="449990" y="13649"/>
                  <a:pt x="451905" y="16762"/>
                </a:cubicBezTo>
                <a:cubicBezTo>
                  <a:pt x="455018" y="15636"/>
                  <a:pt x="458610" y="15636"/>
                  <a:pt x="462681" y="16762"/>
                </a:cubicBezTo>
                <a:close/>
              </a:path>
            </a:pathLst>
          </a:custGeom>
          <a:solidFill>
            <a:srgbClr val="CDD9C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2DAF445F-B3A9-AAEB-98E2-445B5DA279B4}"/>
              </a:ext>
            </a:extLst>
          </p:cNvPr>
          <p:cNvSpPr/>
          <p:nvPr/>
        </p:nvSpPr>
        <p:spPr>
          <a:xfrm>
            <a:off x="8490780" y="4741664"/>
            <a:ext cx="466927" cy="519607"/>
          </a:xfrm>
          <a:custGeom>
            <a:avLst/>
            <a:gdLst>
              <a:gd name="csX0" fmla="*/ 452560 w 466927"/>
              <a:gd name="csY0" fmla="*/ 0 h 519607"/>
              <a:gd name="csX1" fmla="*/ 463336 w 466927"/>
              <a:gd name="csY1" fmla="*/ 4789 h 519607"/>
              <a:gd name="csX2" fmla="*/ 466927 w 466927"/>
              <a:gd name="csY2" fmla="*/ 17959 h 519607"/>
              <a:gd name="csX3" fmla="*/ 458547 w 466927"/>
              <a:gd name="csY3" fmla="*/ 23945 h 519607"/>
              <a:gd name="csX4" fmla="*/ 456152 w 466927"/>
              <a:gd name="csY4" fmla="*/ 19156 h 519607"/>
              <a:gd name="csX5" fmla="*/ 438193 w 466927"/>
              <a:gd name="csY5" fmla="*/ 40707 h 519607"/>
              <a:gd name="csX6" fmla="*/ 423826 w 466927"/>
              <a:gd name="csY6" fmla="*/ 40707 h 519607"/>
              <a:gd name="csX7" fmla="*/ 415446 w 466927"/>
              <a:gd name="csY7" fmla="*/ 57468 h 519607"/>
              <a:gd name="csX8" fmla="*/ 404670 w 466927"/>
              <a:gd name="csY8" fmla="*/ 57468 h 519607"/>
              <a:gd name="csX9" fmla="*/ 404670 w 466927"/>
              <a:gd name="csY9" fmla="*/ 67046 h 519607"/>
              <a:gd name="csX10" fmla="*/ 395092 w 466927"/>
              <a:gd name="csY10" fmla="*/ 65849 h 519607"/>
              <a:gd name="csX11" fmla="*/ 384317 w 466927"/>
              <a:gd name="csY11" fmla="*/ 76624 h 519607"/>
              <a:gd name="csX12" fmla="*/ 366358 w 466927"/>
              <a:gd name="csY12" fmla="*/ 74230 h 519607"/>
              <a:gd name="csX13" fmla="*/ 368753 w 466927"/>
              <a:gd name="csY13" fmla="*/ 82610 h 519607"/>
              <a:gd name="csX14" fmla="*/ 365161 w 466927"/>
              <a:gd name="csY14" fmla="*/ 86202 h 519607"/>
              <a:gd name="csX15" fmla="*/ 360372 w 466927"/>
              <a:gd name="csY15" fmla="*/ 71835 h 519607"/>
              <a:gd name="csX16" fmla="*/ 350794 w 466927"/>
              <a:gd name="csY16" fmla="*/ 81413 h 519607"/>
              <a:gd name="csX17" fmla="*/ 348399 w 466927"/>
              <a:gd name="csY17" fmla="*/ 79019 h 519607"/>
              <a:gd name="csX18" fmla="*/ 320863 w 466927"/>
              <a:gd name="csY18" fmla="*/ 85005 h 519607"/>
              <a:gd name="csX19" fmla="*/ 317271 w 466927"/>
              <a:gd name="csY19" fmla="*/ 81413 h 519607"/>
              <a:gd name="csX20" fmla="*/ 308890 w 466927"/>
              <a:gd name="csY20" fmla="*/ 88597 h 519607"/>
              <a:gd name="csX21" fmla="*/ 298115 w 466927"/>
              <a:gd name="csY21" fmla="*/ 90991 h 519607"/>
              <a:gd name="csX22" fmla="*/ 294523 w 466927"/>
              <a:gd name="csY22" fmla="*/ 86202 h 519607"/>
              <a:gd name="csX23" fmla="*/ 287340 w 466927"/>
              <a:gd name="csY23" fmla="*/ 90991 h 519607"/>
              <a:gd name="csX24" fmla="*/ 278959 w 466927"/>
              <a:gd name="csY24" fmla="*/ 86202 h 519607"/>
              <a:gd name="csX25" fmla="*/ 266986 w 466927"/>
              <a:gd name="csY25" fmla="*/ 86202 h 519607"/>
              <a:gd name="csX26" fmla="*/ 263394 w 466927"/>
              <a:gd name="csY26" fmla="*/ 90991 h 519607"/>
              <a:gd name="csX27" fmla="*/ 257408 w 466927"/>
              <a:gd name="csY27" fmla="*/ 83808 h 519607"/>
              <a:gd name="csX28" fmla="*/ 249027 w 466927"/>
              <a:gd name="csY28" fmla="*/ 83808 h 519607"/>
              <a:gd name="csX29" fmla="*/ 240647 w 466927"/>
              <a:gd name="csY29" fmla="*/ 83808 h 519607"/>
              <a:gd name="csX30" fmla="*/ 217900 w 466927"/>
              <a:gd name="csY30" fmla="*/ 83808 h 519607"/>
              <a:gd name="csX31" fmla="*/ 215505 w 466927"/>
              <a:gd name="csY31" fmla="*/ 90991 h 519607"/>
              <a:gd name="csX32" fmla="*/ 213111 w 466927"/>
              <a:gd name="csY32" fmla="*/ 85005 h 519607"/>
              <a:gd name="csX33" fmla="*/ 203533 w 466927"/>
              <a:gd name="csY33" fmla="*/ 83808 h 519607"/>
              <a:gd name="csX34" fmla="*/ 195152 w 466927"/>
              <a:gd name="csY34" fmla="*/ 90991 h 519607"/>
              <a:gd name="csX35" fmla="*/ 183180 w 466927"/>
              <a:gd name="csY35" fmla="*/ 93386 h 519607"/>
              <a:gd name="csX36" fmla="*/ 164023 w 466927"/>
              <a:gd name="csY36" fmla="*/ 93386 h 519607"/>
              <a:gd name="csX37" fmla="*/ 154445 w 466927"/>
              <a:gd name="csY37" fmla="*/ 98175 h 519607"/>
              <a:gd name="csX38" fmla="*/ 142473 w 466927"/>
              <a:gd name="csY38" fmla="*/ 93386 h 519607"/>
              <a:gd name="csX39" fmla="*/ 132895 w 466927"/>
              <a:gd name="csY39" fmla="*/ 95780 h 519607"/>
              <a:gd name="csX40" fmla="*/ 119725 w 466927"/>
              <a:gd name="csY40" fmla="*/ 100569 h 519607"/>
              <a:gd name="csX41" fmla="*/ 108950 w 466927"/>
              <a:gd name="csY41" fmla="*/ 100569 h 519607"/>
              <a:gd name="csX42" fmla="*/ 96977 w 466927"/>
              <a:gd name="csY42" fmla="*/ 102964 h 519607"/>
              <a:gd name="csX43" fmla="*/ 100569 w 466927"/>
              <a:gd name="csY43" fmla="*/ 94583 h 519607"/>
              <a:gd name="csX44" fmla="*/ 89794 w 466927"/>
              <a:gd name="csY44" fmla="*/ 100569 h 519607"/>
              <a:gd name="csX45" fmla="*/ 85005 w 466927"/>
              <a:gd name="csY45" fmla="*/ 95780 h 519607"/>
              <a:gd name="csX46" fmla="*/ 76624 w 466927"/>
              <a:gd name="csY46" fmla="*/ 99372 h 519607"/>
              <a:gd name="csX47" fmla="*/ 81413 w 466927"/>
              <a:gd name="csY47" fmla="*/ 94583 h 519607"/>
              <a:gd name="csX48" fmla="*/ 77821 w 466927"/>
              <a:gd name="csY48" fmla="*/ 95780 h 519607"/>
              <a:gd name="csX49" fmla="*/ 67046 w 466927"/>
              <a:gd name="csY49" fmla="*/ 93386 h 519607"/>
              <a:gd name="csX50" fmla="*/ 61060 w 466927"/>
              <a:gd name="csY50" fmla="*/ 98175 h 519607"/>
              <a:gd name="csX51" fmla="*/ 45495 w 466927"/>
              <a:gd name="csY51" fmla="*/ 94583 h 519607"/>
              <a:gd name="csX52" fmla="*/ 46693 w 466927"/>
              <a:gd name="csY52" fmla="*/ 100569 h 519607"/>
              <a:gd name="csX53" fmla="*/ 28734 w 466927"/>
              <a:gd name="csY53" fmla="*/ 100569 h 519607"/>
              <a:gd name="csX54" fmla="*/ 29931 w 466927"/>
              <a:gd name="csY54" fmla="*/ 112542 h 519607"/>
              <a:gd name="csX55" fmla="*/ 19156 w 466927"/>
              <a:gd name="csY55" fmla="*/ 118528 h 519607"/>
              <a:gd name="csX56" fmla="*/ 21550 w 466927"/>
              <a:gd name="csY56" fmla="*/ 128106 h 519607"/>
              <a:gd name="csX57" fmla="*/ 19156 w 466927"/>
              <a:gd name="csY57" fmla="*/ 137684 h 519607"/>
              <a:gd name="csX58" fmla="*/ 31128 w 466927"/>
              <a:gd name="csY58" fmla="*/ 154446 h 519607"/>
              <a:gd name="csX59" fmla="*/ 23945 w 466927"/>
              <a:gd name="csY59" fmla="*/ 159235 h 519607"/>
              <a:gd name="csX60" fmla="*/ 29931 w 466927"/>
              <a:gd name="csY60" fmla="*/ 172404 h 519607"/>
              <a:gd name="csX61" fmla="*/ 32326 w 466927"/>
              <a:gd name="csY61" fmla="*/ 165221 h 519607"/>
              <a:gd name="csX62" fmla="*/ 33523 w 466927"/>
              <a:gd name="csY62" fmla="*/ 170010 h 519607"/>
              <a:gd name="csX63" fmla="*/ 35917 w 466927"/>
              <a:gd name="csY63" fmla="*/ 180785 h 519607"/>
              <a:gd name="csX64" fmla="*/ 38312 w 466927"/>
              <a:gd name="csY64" fmla="*/ 190363 h 519607"/>
              <a:gd name="csX65" fmla="*/ 38312 w 466927"/>
              <a:gd name="csY65" fmla="*/ 210716 h 519607"/>
              <a:gd name="csX66" fmla="*/ 43101 w 466927"/>
              <a:gd name="csY66" fmla="*/ 219097 h 519607"/>
              <a:gd name="csX67" fmla="*/ 50285 w 466927"/>
              <a:gd name="csY67" fmla="*/ 223886 h 519607"/>
              <a:gd name="csX68" fmla="*/ 45495 w 466927"/>
              <a:gd name="csY68" fmla="*/ 227478 h 519607"/>
              <a:gd name="csX69" fmla="*/ 57468 w 466927"/>
              <a:gd name="csY69" fmla="*/ 247831 h 519607"/>
              <a:gd name="csX70" fmla="*/ 62257 w 466927"/>
              <a:gd name="csY70" fmla="*/ 263395 h 519607"/>
              <a:gd name="csX71" fmla="*/ 58665 w 466927"/>
              <a:gd name="csY71" fmla="*/ 270579 h 519607"/>
              <a:gd name="csX72" fmla="*/ 67046 w 466927"/>
              <a:gd name="csY72" fmla="*/ 271776 h 519607"/>
              <a:gd name="csX73" fmla="*/ 68243 w 466927"/>
              <a:gd name="csY73" fmla="*/ 284946 h 519607"/>
              <a:gd name="csX74" fmla="*/ 88597 w 466927"/>
              <a:gd name="csY74" fmla="*/ 306497 h 519607"/>
              <a:gd name="csX75" fmla="*/ 95780 w 466927"/>
              <a:gd name="csY75" fmla="*/ 310088 h 519607"/>
              <a:gd name="csX76" fmla="*/ 93386 w 466927"/>
              <a:gd name="csY76" fmla="*/ 317272 h 519607"/>
              <a:gd name="csX77" fmla="*/ 102964 w 466927"/>
              <a:gd name="csY77" fmla="*/ 319666 h 519607"/>
              <a:gd name="csX78" fmla="*/ 104161 w 466927"/>
              <a:gd name="csY78" fmla="*/ 325653 h 519607"/>
              <a:gd name="csX79" fmla="*/ 102964 w 466927"/>
              <a:gd name="csY79" fmla="*/ 312483 h 519607"/>
              <a:gd name="csX80" fmla="*/ 126909 w 466927"/>
              <a:gd name="csY80" fmla="*/ 302905 h 519607"/>
              <a:gd name="csX81" fmla="*/ 112542 w 466927"/>
              <a:gd name="csY81" fmla="*/ 298116 h 519607"/>
              <a:gd name="csX82" fmla="*/ 135289 w 466927"/>
              <a:gd name="csY82" fmla="*/ 294524 h 519607"/>
              <a:gd name="csX83" fmla="*/ 134092 w 466927"/>
              <a:gd name="csY83" fmla="*/ 300510 h 519607"/>
              <a:gd name="csX84" fmla="*/ 134092 w 466927"/>
              <a:gd name="csY84" fmla="*/ 307694 h 519607"/>
              <a:gd name="csX85" fmla="*/ 148459 w 466927"/>
              <a:gd name="csY85" fmla="*/ 296919 h 519607"/>
              <a:gd name="csX86" fmla="*/ 158037 w 466927"/>
              <a:gd name="csY86" fmla="*/ 296919 h 519607"/>
              <a:gd name="csX87" fmla="*/ 165221 w 466927"/>
              <a:gd name="csY87" fmla="*/ 306497 h 519607"/>
              <a:gd name="csX88" fmla="*/ 173602 w 466927"/>
              <a:gd name="csY88" fmla="*/ 306497 h 519607"/>
              <a:gd name="csX89" fmla="*/ 175996 w 466927"/>
              <a:gd name="csY89" fmla="*/ 301708 h 519607"/>
              <a:gd name="csX90" fmla="*/ 181982 w 466927"/>
              <a:gd name="csY90" fmla="*/ 308891 h 519607"/>
              <a:gd name="csX91" fmla="*/ 186771 w 466927"/>
              <a:gd name="csY91" fmla="*/ 311286 h 519607"/>
              <a:gd name="csX92" fmla="*/ 175996 w 466927"/>
              <a:gd name="csY92" fmla="*/ 308891 h 519607"/>
              <a:gd name="csX93" fmla="*/ 171207 w 466927"/>
              <a:gd name="csY93" fmla="*/ 323258 h 519607"/>
              <a:gd name="csX94" fmla="*/ 187969 w 466927"/>
              <a:gd name="csY94" fmla="*/ 320864 h 519607"/>
              <a:gd name="csX95" fmla="*/ 185574 w 466927"/>
              <a:gd name="csY95" fmla="*/ 323258 h 519607"/>
              <a:gd name="csX96" fmla="*/ 180785 w 466927"/>
              <a:gd name="csY96" fmla="*/ 323258 h 519607"/>
              <a:gd name="csX97" fmla="*/ 173602 w 466927"/>
              <a:gd name="csY97" fmla="*/ 330442 h 519607"/>
              <a:gd name="csX98" fmla="*/ 164023 w 466927"/>
              <a:gd name="csY98" fmla="*/ 332836 h 519607"/>
              <a:gd name="csX99" fmla="*/ 155643 w 466927"/>
              <a:gd name="csY99" fmla="*/ 331639 h 519607"/>
              <a:gd name="csX100" fmla="*/ 153248 w 466927"/>
              <a:gd name="csY100" fmla="*/ 338822 h 519607"/>
              <a:gd name="csX101" fmla="*/ 159234 w 466927"/>
              <a:gd name="csY101" fmla="*/ 351992 h 519607"/>
              <a:gd name="csX102" fmla="*/ 170010 w 466927"/>
              <a:gd name="csY102" fmla="*/ 346006 h 519607"/>
              <a:gd name="csX103" fmla="*/ 160432 w 466927"/>
              <a:gd name="csY103" fmla="*/ 361570 h 519607"/>
              <a:gd name="csX104" fmla="*/ 162826 w 466927"/>
              <a:gd name="csY104" fmla="*/ 365162 h 519607"/>
              <a:gd name="csX105" fmla="*/ 155643 w 466927"/>
              <a:gd name="csY105" fmla="*/ 366359 h 519607"/>
              <a:gd name="csX106" fmla="*/ 162826 w 466927"/>
              <a:gd name="csY106" fmla="*/ 369951 h 519607"/>
              <a:gd name="csX107" fmla="*/ 150854 w 466927"/>
              <a:gd name="csY107" fmla="*/ 375937 h 519607"/>
              <a:gd name="csX108" fmla="*/ 154445 w 466927"/>
              <a:gd name="csY108" fmla="*/ 375937 h 519607"/>
              <a:gd name="csX109" fmla="*/ 148459 w 466927"/>
              <a:gd name="csY109" fmla="*/ 387910 h 519607"/>
              <a:gd name="csX110" fmla="*/ 144867 w 466927"/>
              <a:gd name="csY110" fmla="*/ 385515 h 519607"/>
              <a:gd name="csX111" fmla="*/ 148459 w 466927"/>
              <a:gd name="csY111" fmla="*/ 401079 h 519607"/>
              <a:gd name="csX112" fmla="*/ 148459 w 466927"/>
              <a:gd name="csY112" fmla="*/ 410657 h 519607"/>
              <a:gd name="csX113" fmla="*/ 153248 w 466927"/>
              <a:gd name="csY113" fmla="*/ 420235 h 519607"/>
              <a:gd name="csX114" fmla="*/ 159234 w 466927"/>
              <a:gd name="csY114" fmla="*/ 421433 h 519607"/>
              <a:gd name="csX115" fmla="*/ 173602 w 466927"/>
              <a:gd name="csY115" fmla="*/ 450167 h 519607"/>
              <a:gd name="csX116" fmla="*/ 178391 w 466927"/>
              <a:gd name="csY116" fmla="*/ 450167 h 519607"/>
              <a:gd name="csX117" fmla="*/ 181982 w 466927"/>
              <a:gd name="csY117" fmla="*/ 453759 h 519607"/>
              <a:gd name="csX118" fmla="*/ 189166 w 466927"/>
              <a:gd name="csY118" fmla="*/ 463337 h 519607"/>
              <a:gd name="csX119" fmla="*/ 186771 w 466927"/>
              <a:gd name="csY119" fmla="*/ 465731 h 519607"/>
              <a:gd name="csX120" fmla="*/ 186771 w 466927"/>
              <a:gd name="csY120" fmla="*/ 470520 h 519607"/>
              <a:gd name="csX121" fmla="*/ 205927 w 466927"/>
              <a:gd name="csY121" fmla="*/ 490873 h 519607"/>
              <a:gd name="csX122" fmla="*/ 204730 w 466927"/>
              <a:gd name="csY122" fmla="*/ 500451 h 519607"/>
              <a:gd name="csX123" fmla="*/ 215505 w 466927"/>
              <a:gd name="csY123" fmla="*/ 512424 h 519607"/>
              <a:gd name="csX124" fmla="*/ 211914 w 466927"/>
              <a:gd name="csY124" fmla="*/ 519607 h 519607"/>
              <a:gd name="csX125" fmla="*/ 193955 w 466927"/>
              <a:gd name="csY125" fmla="*/ 507635 h 519607"/>
              <a:gd name="csX126" fmla="*/ 0 w 466927"/>
              <a:gd name="csY126" fmla="*/ 88597 h 519607"/>
              <a:gd name="csX127" fmla="*/ 11972 w 466927"/>
              <a:gd name="csY127" fmla="*/ 88597 h 519607"/>
              <a:gd name="csX128" fmla="*/ 59863 w 466927"/>
              <a:gd name="csY128" fmla="*/ 83808 h 519607"/>
              <a:gd name="csX129" fmla="*/ 62257 w 466927"/>
              <a:gd name="csY129" fmla="*/ 83808 h 519607"/>
              <a:gd name="csX130" fmla="*/ 191560 w 466927"/>
              <a:gd name="csY130" fmla="*/ 75427 h 519607"/>
              <a:gd name="csX131" fmla="*/ 198744 w 466927"/>
              <a:gd name="csY131" fmla="*/ 71835 h 519607"/>
              <a:gd name="csX132" fmla="*/ 203533 w 466927"/>
              <a:gd name="csY132" fmla="*/ 71835 h 519607"/>
              <a:gd name="csX133" fmla="*/ 227477 w 466927"/>
              <a:gd name="csY133" fmla="*/ 71835 h 519607"/>
              <a:gd name="csX134" fmla="*/ 292129 w 466927"/>
              <a:gd name="csY134" fmla="*/ 64652 h 519607"/>
              <a:gd name="csX135" fmla="*/ 452560 w 466927"/>
              <a:gd name="csY135" fmla="*/ 0 h 519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</a:cxnLst>
            <a:rect l="l" t="t" r="r" b="b"/>
            <a:pathLst>
              <a:path w="466927" h="519607">
                <a:moveTo>
                  <a:pt x="452560" y="0"/>
                </a:moveTo>
                <a:cubicBezTo>
                  <a:pt x="455865" y="1748"/>
                  <a:pt x="459457" y="3352"/>
                  <a:pt x="463336" y="4789"/>
                </a:cubicBezTo>
                <a:cubicBezTo>
                  <a:pt x="460678" y="9985"/>
                  <a:pt x="461875" y="14367"/>
                  <a:pt x="466927" y="17959"/>
                </a:cubicBezTo>
                <a:cubicBezTo>
                  <a:pt x="463503" y="19084"/>
                  <a:pt x="460702" y="21072"/>
                  <a:pt x="458547" y="23945"/>
                </a:cubicBezTo>
                <a:cubicBezTo>
                  <a:pt x="457756" y="22341"/>
                  <a:pt x="456942" y="20760"/>
                  <a:pt x="456152" y="19156"/>
                </a:cubicBezTo>
                <a:cubicBezTo>
                  <a:pt x="448801" y="25286"/>
                  <a:pt x="442815" y="32469"/>
                  <a:pt x="438193" y="40707"/>
                </a:cubicBezTo>
                <a:cubicBezTo>
                  <a:pt x="433811" y="39701"/>
                  <a:pt x="429022" y="39701"/>
                  <a:pt x="423826" y="40707"/>
                </a:cubicBezTo>
                <a:cubicBezTo>
                  <a:pt x="424712" y="48177"/>
                  <a:pt x="421911" y="53781"/>
                  <a:pt x="415446" y="57468"/>
                </a:cubicBezTo>
                <a:cubicBezTo>
                  <a:pt x="412405" y="51865"/>
                  <a:pt x="408813" y="51865"/>
                  <a:pt x="404670" y="57468"/>
                </a:cubicBezTo>
                <a:cubicBezTo>
                  <a:pt x="407400" y="60796"/>
                  <a:pt x="407400" y="63981"/>
                  <a:pt x="404670" y="67046"/>
                </a:cubicBezTo>
                <a:cubicBezTo>
                  <a:pt x="401629" y="64819"/>
                  <a:pt x="398445" y="64436"/>
                  <a:pt x="395092" y="65849"/>
                </a:cubicBezTo>
                <a:cubicBezTo>
                  <a:pt x="391453" y="69488"/>
                  <a:pt x="387861" y="73080"/>
                  <a:pt x="384317" y="76624"/>
                </a:cubicBezTo>
                <a:cubicBezTo>
                  <a:pt x="378570" y="77295"/>
                  <a:pt x="372584" y="76504"/>
                  <a:pt x="366358" y="74230"/>
                </a:cubicBezTo>
                <a:cubicBezTo>
                  <a:pt x="365951" y="77390"/>
                  <a:pt x="366741" y="80192"/>
                  <a:pt x="368753" y="82610"/>
                </a:cubicBezTo>
                <a:cubicBezTo>
                  <a:pt x="367555" y="83808"/>
                  <a:pt x="366358" y="85005"/>
                  <a:pt x="365161" y="86202"/>
                </a:cubicBezTo>
                <a:cubicBezTo>
                  <a:pt x="362383" y="81916"/>
                  <a:pt x="360779" y="77127"/>
                  <a:pt x="360372" y="71835"/>
                </a:cubicBezTo>
                <a:cubicBezTo>
                  <a:pt x="357187" y="75020"/>
                  <a:pt x="353979" y="78228"/>
                  <a:pt x="350794" y="81413"/>
                </a:cubicBezTo>
                <a:cubicBezTo>
                  <a:pt x="350004" y="80623"/>
                  <a:pt x="349190" y="79809"/>
                  <a:pt x="348399" y="79019"/>
                </a:cubicBezTo>
                <a:cubicBezTo>
                  <a:pt x="340210" y="85292"/>
                  <a:pt x="331039" y="87280"/>
                  <a:pt x="320863" y="85005"/>
                </a:cubicBezTo>
                <a:cubicBezTo>
                  <a:pt x="319665" y="83808"/>
                  <a:pt x="318468" y="82610"/>
                  <a:pt x="317271" y="81413"/>
                </a:cubicBezTo>
                <a:cubicBezTo>
                  <a:pt x="314828" y="84263"/>
                  <a:pt x="312027" y="86657"/>
                  <a:pt x="308890" y="88597"/>
                </a:cubicBezTo>
                <a:cubicBezTo>
                  <a:pt x="304556" y="85340"/>
                  <a:pt x="300964" y="86130"/>
                  <a:pt x="298115" y="90991"/>
                </a:cubicBezTo>
                <a:cubicBezTo>
                  <a:pt x="297373" y="89052"/>
                  <a:pt x="296175" y="87471"/>
                  <a:pt x="294523" y="86202"/>
                </a:cubicBezTo>
                <a:cubicBezTo>
                  <a:pt x="292129" y="87806"/>
                  <a:pt x="289734" y="89387"/>
                  <a:pt x="287340" y="90991"/>
                </a:cubicBezTo>
                <a:cubicBezTo>
                  <a:pt x="284825" y="88884"/>
                  <a:pt x="282048" y="87280"/>
                  <a:pt x="278959" y="86202"/>
                </a:cubicBezTo>
                <a:cubicBezTo>
                  <a:pt x="274816" y="88956"/>
                  <a:pt x="270817" y="88956"/>
                  <a:pt x="266986" y="86202"/>
                </a:cubicBezTo>
                <a:cubicBezTo>
                  <a:pt x="266244" y="88142"/>
                  <a:pt x="265047" y="89722"/>
                  <a:pt x="263394" y="90991"/>
                </a:cubicBezTo>
                <a:cubicBezTo>
                  <a:pt x="261407" y="88597"/>
                  <a:pt x="259396" y="86202"/>
                  <a:pt x="257408" y="83808"/>
                </a:cubicBezTo>
                <a:cubicBezTo>
                  <a:pt x="254750" y="86705"/>
                  <a:pt x="251949" y="86705"/>
                  <a:pt x="249027" y="83808"/>
                </a:cubicBezTo>
                <a:cubicBezTo>
                  <a:pt x="248596" y="89986"/>
                  <a:pt x="245819" y="89986"/>
                  <a:pt x="240647" y="83808"/>
                </a:cubicBezTo>
                <a:cubicBezTo>
                  <a:pt x="233080" y="84598"/>
                  <a:pt x="225513" y="84598"/>
                  <a:pt x="217900" y="83808"/>
                </a:cubicBezTo>
                <a:cubicBezTo>
                  <a:pt x="218427" y="86633"/>
                  <a:pt x="217636" y="89028"/>
                  <a:pt x="215505" y="90991"/>
                </a:cubicBezTo>
                <a:cubicBezTo>
                  <a:pt x="214931" y="89195"/>
                  <a:pt x="214140" y="87208"/>
                  <a:pt x="213111" y="85005"/>
                </a:cubicBezTo>
                <a:cubicBezTo>
                  <a:pt x="209687" y="85747"/>
                  <a:pt x="206478" y="85340"/>
                  <a:pt x="203533" y="83808"/>
                </a:cubicBezTo>
                <a:cubicBezTo>
                  <a:pt x="199630" y="84933"/>
                  <a:pt x="196828" y="87328"/>
                  <a:pt x="195152" y="90991"/>
                </a:cubicBezTo>
                <a:cubicBezTo>
                  <a:pt x="190890" y="88645"/>
                  <a:pt x="186891" y="89435"/>
                  <a:pt x="183180" y="93386"/>
                </a:cubicBezTo>
                <a:cubicBezTo>
                  <a:pt x="176906" y="87232"/>
                  <a:pt x="170537" y="87232"/>
                  <a:pt x="164023" y="93386"/>
                </a:cubicBezTo>
                <a:cubicBezTo>
                  <a:pt x="159833" y="91470"/>
                  <a:pt x="156648" y="93074"/>
                  <a:pt x="154445" y="98175"/>
                </a:cubicBezTo>
                <a:cubicBezTo>
                  <a:pt x="150471" y="98606"/>
                  <a:pt x="146472" y="97001"/>
                  <a:pt x="142473" y="93386"/>
                </a:cubicBezTo>
                <a:cubicBezTo>
                  <a:pt x="139312" y="96690"/>
                  <a:pt x="136104" y="97480"/>
                  <a:pt x="132895" y="95780"/>
                </a:cubicBezTo>
                <a:cubicBezTo>
                  <a:pt x="129447" y="99755"/>
                  <a:pt x="125041" y="101335"/>
                  <a:pt x="119725" y="100569"/>
                </a:cubicBezTo>
                <a:cubicBezTo>
                  <a:pt x="117642" y="92021"/>
                  <a:pt x="114050" y="92021"/>
                  <a:pt x="108950" y="100569"/>
                </a:cubicBezTo>
                <a:cubicBezTo>
                  <a:pt x="105047" y="99132"/>
                  <a:pt x="101072" y="99947"/>
                  <a:pt x="96977" y="102964"/>
                </a:cubicBezTo>
                <a:cubicBezTo>
                  <a:pt x="95756" y="99372"/>
                  <a:pt x="96953" y="96594"/>
                  <a:pt x="100569" y="94583"/>
                </a:cubicBezTo>
                <a:cubicBezTo>
                  <a:pt x="94846" y="92500"/>
                  <a:pt x="91254" y="94511"/>
                  <a:pt x="89794" y="100569"/>
                </a:cubicBezTo>
                <a:cubicBezTo>
                  <a:pt x="88190" y="98965"/>
                  <a:pt x="86609" y="97385"/>
                  <a:pt x="85005" y="95780"/>
                </a:cubicBezTo>
                <a:cubicBezTo>
                  <a:pt x="86920" y="103826"/>
                  <a:pt x="84119" y="105023"/>
                  <a:pt x="76624" y="99372"/>
                </a:cubicBezTo>
                <a:cubicBezTo>
                  <a:pt x="78851" y="98438"/>
                  <a:pt x="80431" y="96858"/>
                  <a:pt x="81413" y="94583"/>
                </a:cubicBezTo>
                <a:cubicBezTo>
                  <a:pt x="80359" y="90369"/>
                  <a:pt x="79162" y="90752"/>
                  <a:pt x="77821" y="95780"/>
                </a:cubicBezTo>
                <a:cubicBezTo>
                  <a:pt x="74158" y="94727"/>
                  <a:pt x="70566" y="93912"/>
                  <a:pt x="67046" y="93386"/>
                </a:cubicBezTo>
                <a:cubicBezTo>
                  <a:pt x="65322" y="95325"/>
                  <a:pt x="63335" y="96930"/>
                  <a:pt x="61060" y="98175"/>
                </a:cubicBezTo>
                <a:cubicBezTo>
                  <a:pt x="56510" y="94152"/>
                  <a:pt x="51338" y="92955"/>
                  <a:pt x="45495" y="94583"/>
                </a:cubicBezTo>
                <a:cubicBezTo>
                  <a:pt x="47770" y="96307"/>
                  <a:pt x="48177" y="98294"/>
                  <a:pt x="46693" y="100569"/>
                </a:cubicBezTo>
                <a:cubicBezTo>
                  <a:pt x="40539" y="91350"/>
                  <a:pt x="34553" y="91350"/>
                  <a:pt x="28734" y="100569"/>
                </a:cubicBezTo>
                <a:cubicBezTo>
                  <a:pt x="33284" y="103371"/>
                  <a:pt x="33667" y="107346"/>
                  <a:pt x="29931" y="112542"/>
                </a:cubicBezTo>
                <a:cubicBezTo>
                  <a:pt x="24448" y="109908"/>
                  <a:pt x="20856" y="111895"/>
                  <a:pt x="19156" y="118528"/>
                </a:cubicBezTo>
                <a:cubicBezTo>
                  <a:pt x="26962" y="120611"/>
                  <a:pt x="27776" y="123796"/>
                  <a:pt x="21550" y="128106"/>
                </a:cubicBezTo>
                <a:cubicBezTo>
                  <a:pt x="26531" y="131267"/>
                  <a:pt x="25741" y="134451"/>
                  <a:pt x="19156" y="137684"/>
                </a:cubicBezTo>
                <a:cubicBezTo>
                  <a:pt x="24328" y="142425"/>
                  <a:pt x="28303" y="148028"/>
                  <a:pt x="31128" y="154446"/>
                </a:cubicBezTo>
                <a:cubicBezTo>
                  <a:pt x="29141" y="156625"/>
                  <a:pt x="26747" y="158229"/>
                  <a:pt x="23945" y="159235"/>
                </a:cubicBezTo>
                <a:cubicBezTo>
                  <a:pt x="27537" y="162802"/>
                  <a:pt x="29548" y="167184"/>
                  <a:pt x="29931" y="172404"/>
                </a:cubicBezTo>
                <a:cubicBezTo>
                  <a:pt x="30721" y="170010"/>
                  <a:pt x="31536" y="167615"/>
                  <a:pt x="32326" y="165221"/>
                </a:cubicBezTo>
                <a:cubicBezTo>
                  <a:pt x="32733" y="166825"/>
                  <a:pt x="33116" y="168406"/>
                  <a:pt x="33523" y="170010"/>
                </a:cubicBezTo>
                <a:cubicBezTo>
                  <a:pt x="26699" y="174871"/>
                  <a:pt x="27489" y="178462"/>
                  <a:pt x="35917" y="180785"/>
                </a:cubicBezTo>
                <a:cubicBezTo>
                  <a:pt x="34217" y="183994"/>
                  <a:pt x="35008" y="187202"/>
                  <a:pt x="38312" y="190363"/>
                </a:cubicBezTo>
                <a:cubicBezTo>
                  <a:pt x="35486" y="196301"/>
                  <a:pt x="35486" y="203078"/>
                  <a:pt x="38312" y="210716"/>
                </a:cubicBezTo>
                <a:cubicBezTo>
                  <a:pt x="47579" y="210645"/>
                  <a:pt x="49159" y="213446"/>
                  <a:pt x="43101" y="219097"/>
                </a:cubicBezTo>
                <a:cubicBezTo>
                  <a:pt x="44993" y="220414"/>
                  <a:pt x="47387" y="221994"/>
                  <a:pt x="50285" y="223886"/>
                </a:cubicBezTo>
                <a:cubicBezTo>
                  <a:pt x="48345" y="224628"/>
                  <a:pt x="46765" y="225826"/>
                  <a:pt x="45495" y="227478"/>
                </a:cubicBezTo>
                <a:cubicBezTo>
                  <a:pt x="50021" y="233991"/>
                  <a:pt x="54020" y="240767"/>
                  <a:pt x="57468" y="247831"/>
                </a:cubicBezTo>
                <a:cubicBezTo>
                  <a:pt x="53685" y="254584"/>
                  <a:pt x="55265" y="259780"/>
                  <a:pt x="62257" y="263395"/>
                </a:cubicBezTo>
                <a:cubicBezTo>
                  <a:pt x="59120" y="265215"/>
                  <a:pt x="57923" y="267610"/>
                  <a:pt x="58665" y="270579"/>
                </a:cubicBezTo>
                <a:cubicBezTo>
                  <a:pt x="61778" y="267514"/>
                  <a:pt x="64556" y="267897"/>
                  <a:pt x="67046" y="271776"/>
                </a:cubicBezTo>
                <a:cubicBezTo>
                  <a:pt x="64963" y="275919"/>
                  <a:pt x="65346" y="280301"/>
                  <a:pt x="68243" y="284946"/>
                </a:cubicBezTo>
                <a:cubicBezTo>
                  <a:pt x="78755" y="288681"/>
                  <a:pt x="85556" y="295865"/>
                  <a:pt x="88597" y="306497"/>
                </a:cubicBezTo>
                <a:cubicBezTo>
                  <a:pt x="90704" y="308292"/>
                  <a:pt x="93098" y="309490"/>
                  <a:pt x="95780" y="310088"/>
                </a:cubicBezTo>
                <a:cubicBezTo>
                  <a:pt x="94990" y="312483"/>
                  <a:pt x="94176" y="314877"/>
                  <a:pt x="93386" y="317272"/>
                </a:cubicBezTo>
                <a:cubicBezTo>
                  <a:pt x="96570" y="318062"/>
                  <a:pt x="99779" y="318876"/>
                  <a:pt x="102964" y="319666"/>
                </a:cubicBezTo>
                <a:cubicBezTo>
                  <a:pt x="97217" y="321606"/>
                  <a:pt x="97624" y="323593"/>
                  <a:pt x="104161" y="325653"/>
                </a:cubicBezTo>
                <a:cubicBezTo>
                  <a:pt x="111728" y="321055"/>
                  <a:pt x="111320" y="316673"/>
                  <a:pt x="102964" y="312483"/>
                </a:cubicBezTo>
                <a:cubicBezTo>
                  <a:pt x="112278" y="312339"/>
                  <a:pt x="120252" y="309154"/>
                  <a:pt x="126909" y="302905"/>
                </a:cubicBezTo>
                <a:cubicBezTo>
                  <a:pt x="122120" y="301300"/>
                  <a:pt x="117331" y="299720"/>
                  <a:pt x="112542" y="298116"/>
                </a:cubicBezTo>
                <a:cubicBezTo>
                  <a:pt x="120348" y="297613"/>
                  <a:pt x="127914" y="296416"/>
                  <a:pt x="135289" y="294524"/>
                </a:cubicBezTo>
                <a:cubicBezTo>
                  <a:pt x="140318" y="297445"/>
                  <a:pt x="139911" y="299433"/>
                  <a:pt x="134092" y="300510"/>
                </a:cubicBezTo>
                <a:cubicBezTo>
                  <a:pt x="139815" y="303647"/>
                  <a:pt x="139815" y="306042"/>
                  <a:pt x="134092" y="307694"/>
                </a:cubicBezTo>
                <a:cubicBezTo>
                  <a:pt x="143790" y="310447"/>
                  <a:pt x="148579" y="306856"/>
                  <a:pt x="148459" y="296919"/>
                </a:cubicBezTo>
                <a:cubicBezTo>
                  <a:pt x="151644" y="296919"/>
                  <a:pt x="154853" y="296919"/>
                  <a:pt x="158037" y="296919"/>
                </a:cubicBezTo>
                <a:cubicBezTo>
                  <a:pt x="157918" y="301923"/>
                  <a:pt x="160312" y="305108"/>
                  <a:pt x="165221" y="306497"/>
                </a:cubicBezTo>
                <a:cubicBezTo>
                  <a:pt x="168142" y="303599"/>
                  <a:pt x="170944" y="303599"/>
                  <a:pt x="173602" y="306497"/>
                </a:cubicBezTo>
                <a:cubicBezTo>
                  <a:pt x="174392" y="304892"/>
                  <a:pt x="175206" y="303312"/>
                  <a:pt x="175996" y="301708"/>
                </a:cubicBezTo>
                <a:cubicBezTo>
                  <a:pt x="176882" y="305084"/>
                  <a:pt x="178869" y="307478"/>
                  <a:pt x="181982" y="308891"/>
                </a:cubicBezTo>
                <a:cubicBezTo>
                  <a:pt x="185574" y="302593"/>
                  <a:pt x="187178" y="303384"/>
                  <a:pt x="186771" y="311286"/>
                </a:cubicBezTo>
                <a:cubicBezTo>
                  <a:pt x="182844" y="311788"/>
                  <a:pt x="179253" y="310998"/>
                  <a:pt x="175996" y="308891"/>
                </a:cubicBezTo>
                <a:cubicBezTo>
                  <a:pt x="169363" y="312794"/>
                  <a:pt x="167759" y="317583"/>
                  <a:pt x="171207" y="323258"/>
                </a:cubicBezTo>
                <a:cubicBezTo>
                  <a:pt x="176762" y="320049"/>
                  <a:pt x="182365" y="319235"/>
                  <a:pt x="187969" y="320864"/>
                </a:cubicBezTo>
                <a:cubicBezTo>
                  <a:pt x="189357" y="328167"/>
                  <a:pt x="188567" y="328957"/>
                  <a:pt x="185574" y="323258"/>
                </a:cubicBezTo>
                <a:cubicBezTo>
                  <a:pt x="183970" y="329651"/>
                  <a:pt x="182389" y="329651"/>
                  <a:pt x="180785" y="323258"/>
                </a:cubicBezTo>
                <a:cubicBezTo>
                  <a:pt x="178391" y="325653"/>
                  <a:pt x="175996" y="328047"/>
                  <a:pt x="173602" y="330442"/>
                </a:cubicBezTo>
                <a:cubicBezTo>
                  <a:pt x="169794" y="327496"/>
                  <a:pt x="166610" y="328310"/>
                  <a:pt x="164023" y="332836"/>
                </a:cubicBezTo>
                <a:cubicBezTo>
                  <a:pt x="161509" y="330394"/>
                  <a:pt x="158708" y="330011"/>
                  <a:pt x="155643" y="331639"/>
                </a:cubicBezTo>
                <a:cubicBezTo>
                  <a:pt x="158780" y="334967"/>
                  <a:pt x="157989" y="337362"/>
                  <a:pt x="153248" y="338822"/>
                </a:cubicBezTo>
                <a:cubicBezTo>
                  <a:pt x="156026" y="342701"/>
                  <a:pt x="158013" y="347083"/>
                  <a:pt x="159234" y="351992"/>
                </a:cubicBezTo>
                <a:cubicBezTo>
                  <a:pt x="160528" y="343611"/>
                  <a:pt x="164119" y="341600"/>
                  <a:pt x="170010" y="346006"/>
                </a:cubicBezTo>
                <a:cubicBezTo>
                  <a:pt x="165700" y="350484"/>
                  <a:pt x="162491" y="355680"/>
                  <a:pt x="160432" y="361570"/>
                </a:cubicBezTo>
                <a:cubicBezTo>
                  <a:pt x="160935" y="362983"/>
                  <a:pt x="161725" y="364180"/>
                  <a:pt x="162826" y="365162"/>
                </a:cubicBezTo>
                <a:cubicBezTo>
                  <a:pt x="159857" y="364970"/>
                  <a:pt x="157463" y="365377"/>
                  <a:pt x="155643" y="366359"/>
                </a:cubicBezTo>
                <a:cubicBezTo>
                  <a:pt x="157750" y="368155"/>
                  <a:pt x="160144" y="369352"/>
                  <a:pt x="162826" y="369951"/>
                </a:cubicBezTo>
                <a:cubicBezTo>
                  <a:pt x="159091" y="372298"/>
                  <a:pt x="155092" y="374285"/>
                  <a:pt x="150854" y="375937"/>
                </a:cubicBezTo>
                <a:cubicBezTo>
                  <a:pt x="151692" y="378811"/>
                  <a:pt x="152889" y="378811"/>
                  <a:pt x="154445" y="375937"/>
                </a:cubicBezTo>
                <a:cubicBezTo>
                  <a:pt x="154374" y="380535"/>
                  <a:pt x="152386" y="384510"/>
                  <a:pt x="148459" y="387910"/>
                </a:cubicBezTo>
                <a:cubicBezTo>
                  <a:pt x="147046" y="387407"/>
                  <a:pt x="145849" y="386617"/>
                  <a:pt x="144867" y="385515"/>
                </a:cubicBezTo>
                <a:cubicBezTo>
                  <a:pt x="139480" y="392268"/>
                  <a:pt x="140677" y="397440"/>
                  <a:pt x="148459" y="401079"/>
                </a:cubicBezTo>
                <a:cubicBezTo>
                  <a:pt x="148459" y="404264"/>
                  <a:pt x="148459" y="407473"/>
                  <a:pt x="148459" y="410657"/>
                </a:cubicBezTo>
                <a:cubicBezTo>
                  <a:pt x="152985" y="413291"/>
                  <a:pt x="154589" y="416476"/>
                  <a:pt x="153248" y="420235"/>
                </a:cubicBezTo>
                <a:cubicBezTo>
                  <a:pt x="155044" y="423803"/>
                  <a:pt x="157055" y="424186"/>
                  <a:pt x="159234" y="421433"/>
                </a:cubicBezTo>
                <a:cubicBezTo>
                  <a:pt x="164742" y="430628"/>
                  <a:pt x="169531" y="440206"/>
                  <a:pt x="173602" y="450167"/>
                </a:cubicBezTo>
                <a:cubicBezTo>
                  <a:pt x="175206" y="453352"/>
                  <a:pt x="176786" y="453352"/>
                  <a:pt x="178391" y="450167"/>
                </a:cubicBezTo>
                <a:cubicBezTo>
                  <a:pt x="179588" y="451364"/>
                  <a:pt x="180785" y="452561"/>
                  <a:pt x="181982" y="453759"/>
                </a:cubicBezTo>
                <a:cubicBezTo>
                  <a:pt x="180881" y="458404"/>
                  <a:pt x="183275" y="461612"/>
                  <a:pt x="189166" y="463337"/>
                </a:cubicBezTo>
                <a:cubicBezTo>
                  <a:pt x="188376" y="464127"/>
                  <a:pt x="187561" y="464941"/>
                  <a:pt x="186771" y="465731"/>
                </a:cubicBezTo>
                <a:cubicBezTo>
                  <a:pt x="193165" y="467335"/>
                  <a:pt x="193165" y="468916"/>
                  <a:pt x="186771" y="470520"/>
                </a:cubicBezTo>
                <a:cubicBezTo>
                  <a:pt x="191967" y="478518"/>
                  <a:pt x="198361" y="485294"/>
                  <a:pt x="205927" y="490873"/>
                </a:cubicBezTo>
                <a:cubicBezTo>
                  <a:pt x="203700" y="493914"/>
                  <a:pt x="203317" y="497099"/>
                  <a:pt x="204730" y="500451"/>
                </a:cubicBezTo>
                <a:cubicBezTo>
                  <a:pt x="207867" y="504809"/>
                  <a:pt x="211459" y="508784"/>
                  <a:pt x="215505" y="512424"/>
                </a:cubicBezTo>
                <a:cubicBezTo>
                  <a:pt x="214308" y="514818"/>
                  <a:pt x="213111" y="517213"/>
                  <a:pt x="211914" y="519607"/>
                </a:cubicBezTo>
                <a:cubicBezTo>
                  <a:pt x="207819" y="512951"/>
                  <a:pt x="201833" y="508976"/>
                  <a:pt x="193955" y="507635"/>
                </a:cubicBezTo>
                <a:cubicBezTo>
                  <a:pt x="83424" y="389514"/>
                  <a:pt x="18773" y="249843"/>
                  <a:pt x="0" y="88597"/>
                </a:cubicBezTo>
                <a:cubicBezTo>
                  <a:pt x="3999" y="88597"/>
                  <a:pt x="7974" y="88597"/>
                  <a:pt x="11972" y="88597"/>
                </a:cubicBezTo>
                <a:cubicBezTo>
                  <a:pt x="28471" y="88836"/>
                  <a:pt x="44418" y="87256"/>
                  <a:pt x="59863" y="83808"/>
                </a:cubicBezTo>
                <a:cubicBezTo>
                  <a:pt x="60653" y="83808"/>
                  <a:pt x="61467" y="83808"/>
                  <a:pt x="62257" y="83808"/>
                </a:cubicBezTo>
                <a:cubicBezTo>
                  <a:pt x="105526" y="83017"/>
                  <a:pt x="148627" y="80240"/>
                  <a:pt x="191560" y="75427"/>
                </a:cubicBezTo>
                <a:cubicBezTo>
                  <a:pt x="194529" y="74876"/>
                  <a:pt x="196924" y="73679"/>
                  <a:pt x="198744" y="71835"/>
                </a:cubicBezTo>
                <a:cubicBezTo>
                  <a:pt x="200348" y="71835"/>
                  <a:pt x="201929" y="71835"/>
                  <a:pt x="203533" y="71835"/>
                </a:cubicBezTo>
                <a:cubicBezTo>
                  <a:pt x="211507" y="71835"/>
                  <a:pt x="219504" y="71835"/>
                  <a:pt x="227477" y="71835"/>
                </a:cubicBezTo>
                <a:cubicBezTo>
                  <a:pt x="249506" y="70782"/>
                  <a:pt x="271057" y="68387"/>
                  <a:pt x="292129" y="64652"/>
                </a:cubicBezTo>
                <a:cubicBezTo>
                  <a:pt x="345646" y="43915"/>
                  <a:pt x="399115" y="22365"/>
                  <a:pt x="452560" y="0"/>
                </a:cubicBezTo>
                <a:close/>
              </a:path>
            </a:pathLst>
          </a:custGeom>
          <a:solidFill>
            <a:srgbClr val="D1DED2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78208428-4EAE-2996-5E68-C8C69CC84663}"/>
              </a:ext>
            </a:extLst>
          </p:cNvPr>
          <p:cNvSpPr/>
          <p:nvPr/>
        </p:nvSpPr>
        <p:spPr>
          <a:xfrm>
            <a:off x="9070249" y="4858995"/>
            <a:ext cx="119725" cy="141275"/>
          </a:xfrm>
          <a:custGeom>
            <a:avLst/>
            <a:gdLst>
              <a:gd name="csX0" fmla="*/ 83808 w 119725"/>
              <a:gd name="csY0" fmla="*/ 0 h 141275"/>
              <a:gd name="csX1" fmla="*/ 90991 w 119725"/>
              <a:gd name="csY1" fmla="*/ 8381 h 141275"/>
              <a:gd name="csX2" fmla="*/ 82610 w 119725"/>
              <a:gd name="csY2" fmla="*/ 23945 h 141275"/>
              <a:gd name="csX3" fmla="*/ 93386 w 119725"/>
              <a:gd name="csY3" fmla="*/ 14367 h 141275"/>
              <a:gd name="csX4" fmla="*/ 111344 w 119725"/>
              <a:gd name="csY4" fmla="*/ 35918 h 141275"/>
              <a:gd name="csX5" fmla="*/ 112542 w 119725"/>
              <a:gd name="csY5" fmla="*/ 28734 h 141275"/>
              <a:gd name="csX6" fmla="*/ 119725 w 119725"/>
              <a:gd name="csY6" fmla="*/ 31129 h 141275"/>
              <a:gd name="csX7" fmla="*/ 117331 w 119725"/>
              <a:gd name="csY7" fmla="*/ 40707 h 141275"/>
              <a:gd name="csX8" fmla="*/ 107753 w 119725"/>
              <a:gd name="csY8" fmla="*/ 43101 h 141275"/>
              <a:gd name="csX9" fmla="*/ 107753 w 119725"/>
              <a:gd name="csY9" fmla="*/ 49087 h 141275"/>
              <a:gd name="csX10" fmla="*/ 88597 w 119725"/>
              <a:gd name="csY10" fmla="*/ 56271 h 141275"/>
              <a:gd name="csX11" fmla="*/ 92188 w 119725"/>
              <a:gd name="csY11" fmla="*/ 62257 h 141275"/>
              <a:gd name="csX12" fmla="*/ 105358 w 119725"/>
              <a:gd name="csY12" fmla="*/ 64652 h 141275"/>
              <a:gd name="csX13" fmla="*/ 90991 w 119725"/>
              <a:gd name="csY13" fmla="*/ 73032 h 141275"/>
              <a:gd name="csX14" fmla="*/ 100569 w 119725"/>
              <a:gd name="csY14" fmla="*/ 79019 h 141275"/>
              <a:gd name="csX15" fmla="*/ 88597 w 119725"/>
              <a:gd name="csY15" fmla="*/ 83808 h 141275"/>
              <a:gd name="csX16" fmla="*/ 95780 w 119725"/>
              <a:gd name="csY16" fmla="*/ 89794 h 141275"/>
              <a:gd name="csX17" fmla="*/ 85005 w 119725"/>
              <a:gd name="csY17" fmla="*/ 86202 h 141275"/>
              <a:gd name="csX18" fmla="*/ 86202 w 119725"/>
              <a:gd name="csY18" fmla="*/ 92188 h 141275"/>
              <a:gd name="csX19" fmla="*/ 74230 w 119725"/>
              <a:gd name="csY19" fmla="*/ 99372 h 141275"/>
              <a:gd name="csX20" fmla="*/ 81413 w 119725"/>
              <a:gd name="csY20" fmla="*/ 100569 h 141275"/>
              <a:gd name="csX21" fmla="*/ 74230 w 119725"/>
              <a:gd name="csY21" fmla="*/ 106555 h 141275"/>
              <a:gd name="csX22" fmla="*/ 71835 w 119725"/>
              <a:gd name="csY22" fmla="*/ 102964 h 141275"/>
              <a:gd name="csX23" fmla="*/ 67046 w 119725"/>
              <a:gd name="csY23" fmla="*/ 107753 h 141275"/>
              <a:gd name="csX24" fmla="*/ 61060 w 119725"/>
              <a:gd name="csY24" fmla="*/ 117331 h 141275"/>
              <a:gd name="csX25" fmla="*/ 55074 w 119725"/>
              <a:gd name="csY25" fmla="*/ 117331 h 141275"/>
              <a:gd name="csX26" fmla="*/ 55074 w 119725"/>
              <a:gd name="csY26" fmla="*/ 112542 h 141275"/>
              <a:gd name="csX27" fmla="*/ 46693 w 119725"/>
              <a:gd name="csY27" fmla="*/ 105358 h 141275"/>
              <a:gd name="csX28" fmla="*/ 38312 w 119725"/>
              <a:gd name="csY28" fmla="*/ 112542 h 141275"/>
              <a:gd name="csX29" fmla="*/ 35918 w 119725"/>
              <a:gd name="csY29" fmla="*/ 124514 h 141275"/>
              <a:gd name="csX30" fmla="*/ 22748 w 119725"/>
              <a:gd name="csY30" fmla="*/ 124514 h 141275"/>
              <a:gd name="csX31" fmla="*/ 21551 w 119725"/>
              <a:gd name="csY31" fmla="*/ 126909 h 141275"/>
              <a:gd name="csX32" fmla="*/ 21551 w 119725"/>
              <a:gd name="csY32" fmla="*/ 132895 h 141275"/>
              <a:gd name="csX33" fmla="*/ 17959 w 119725"/>
              <a:gd name="csY33" fmla="*/ 141276 h 141275"/>
              <a:gd name="csX34" fmla="*/ 9578 w 119725"/>
              <a:gd name="csY34" fmla="*/ 126909 h 141275"/>
              <a:gd name="csX35" fmla="*/ 4789 w 119725"/>
              <a:gd name="csY35" fmla="*/ 124514 h 141275"/>
              <a:gd name="csX36" fmla="*/ 9578 w 119725"/>
              <a:gd name="csY36" fmla="*/ 116133 h 141275"/>
              <a:gd name="csX37" fmla="*/ 7184 w 119725"/>
              <a:gd name="csY37" fmla="*/ 112542 h 141275"/>
              <a:gd name="csX38" fmla="*/ 4789 w 119725"/>
              <a:gd name="csY38" fmla="*/ 117331 h 141275"/>
              <a:gd name="csX39" fmla="*/ 0 w 119725"/>
              <a:gd name="csY39" fmla="*/ 113739 h 141275"/>
              <a:gd name="csX40" fmla="*/ 9578 w 119725"/>
              <a:gd name="csY40" fmla="*/ 104161 h 141275"/>
              <a:gd name="csX41" fmla="*/ 10775 w 119725"/>
              <a:gd name="csY41" fmla="*/ 83808 h 141275"/>
              <a:gd name="csX42" fmla="*/ 15564 w 119725"/>
              <a:gd name="csY42" fmla="*/ 88597 h 141275"/>
              <a:gd name="csX43" fmla="*/ 20353 w 119725"/>
              <a:gd name="csY43" fmla="*/ 74230 h 141275"/>
              <a:gd name="csX44" fmla="*/ 28734 w 119725"/>
              <a:gd name="csY44" fmla="*/ 71835 h 141275"/>
              <a:gd name="csX45" fmla="*/ 50285 w 119725"/>
              <a:gd name="csY45" fmla="*/ 56271 h 141275"/>
              <a:gd name="csX46" fmla="*/ 47890 w 119725"/>
              <a:gd name="csY46" fmla="*/ 53876 h 141275"/>
              <a:gd name="csX47" fmla="*/ 57468 w 119725"/>
              <a:gd name="csY47" fmla="*/ 44298 h 141275"/>
              <a:gd name="csX48" fmla="*/ 61060 w 119725"/>
              <a:gd name="csY48" fmla="*/ 23945 h 141275"/>
              <a:gd name="csX49" fmla="*/ 63454 w 119725"/>
              <a:gd name="csY49" fmla="*/ 31129 h 141275"/>
              <a:gd name="csX50" fmla="*/ 67046 w 119725"/>
              <a:gd name="csY50" fmla="*/ 22748 h 141275"/>
              <a:gd name="csX51" fmla="*/ 64652 w 119725"/>
              <a:gd name="csY51" fmla="*/ 20353 h 141275"/>
              <a:gd name="csX52" fmla="*/ 69441 w 119725"/>
              <a:gd name="csY52" fmla="*/ 8381 h 141275"/>
              <a:gd name="csX53" fmla="*/ 76624 w 119725"/>
              <a:gd name="csY53" fmla="*/ 2395 h 141275"/>
              <a:gd name="csX54" fmla="*/ 83808 w 119725"/>
              <a:gd name="csY54" fmla="*/ 0 h 141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</a:cxnLst>
            <a:rect l="l" t="t" r="r" b="b"/>
            <a:pathLst>
              <a:path w="119725" h="141275">
                <a:moveTo>
                  <a:pt x="83808" y="0"/>
                </a:moveTo>
                <a:cubicBezTo>
                  <a:pt x="85460" y="3233"/>
                  <a:pt x="87854" y="6034"/>
                  <a:pt x="90991" y="8381"/>
                </a:cubicBezTo>
                <a:cubicBezTo>
                  <a:pt x="82874" y="10656"/>
                  <a:pt x="80072" y="15852"/>
                  <a:pt x="82610" y="23945"/>
                </a:cubicBezTo>
                <a:cubicBezTo>
                  <a:pt x="86418" y="21024"/>
                  <a:pt x="90009" y="17839"/>
                  <a:pt x="93386" y="14367"/>
                </a:cubicBezTo>
                <a:cubicBezTo>
                  <a:pt x="101503" y="19707"/>
                  <a:pt x="107489" y="26890"/>
                  <a:pt x="111344" y="35918"/>
                </a:cubicBezTo>
                <a:cubicBezTo>
                  <a:pt x="112494" y="33643"/>
                  <a:pt x="112901" y="31248"/>
                  <a:pt x="112542" y="28734"/>
                </a:cubicBezTo>
                <a:cubicBezTo>
                  <a:pt x="115367" y="28207"/>
                  <a:pt x="117762" y="28997"/>
                  <a:pt x="119725" y="31129"/>
                </a:cubicBezTo>
                <a:cubicBezTo>
                  <a:pt x="117929" y="34098"/>
                  <a:pt x="117139" y="37282"/>
                  <a:pt x="117331" y="40707"/>
                </a:cubicBezTo>
                <a:cubicBezTo>
                  <a:pt x="113907" y="40515"/>
                  <a:pt x="110722" y="41305"/>
                  <a:pt x="107753" y="43101"/>
                </a:cubicBezTo>
                <a:cubicBezTo>
                  <a:pt x="104855" y="44945"/>
                  <a:pt x="104855" y="46956"/>
                  <a:pt x="107753" y="49087"/>
                </a:cubicBezTo>
                <a:cubicBezTo>
                  <a:pt x="101144" y="51195"/>
                  <a:pt x="94775" y="53589"/>
                  <a:pt x="88597" y="56271"/>
                </a:cubicBezTo>
                <a:cubicBezTo>
                  <a:pt x="90105" y="58067"/>
                  <a:pt x="91302" y="60054"/>
                  <a:pt x="92188" y="62257"/>
                </a:cubicBezTo>
                <a:cubicBezTo>
                  <a:pt x="97289" y="56079"/>
                  <a:pt x="101695" y="56869"/>
                  <a:pt x="105358" y="64652"/>
                </a:cubicBezTo>
                <a:cubicBezTo>
                  <a:pt x="101096" y="68148"/>
                  <a:pt x="96307" y="70925"/>
                  <a:pt x="90991" y="73032"/>
                </a:cubicBezTo>
                <a:cubicBezTo>
                  <a:pt x="94583" y="74421"/>
                  <a:pt x="97768" y="76433"/>
                  <a:pt x="100569" y="79019"/>
                </a:cubicBezTo>
                <a:cubicBezTo>
                  <a:pt x="97169" y="81485"/>
                  <a:pt x="93194" y="83089"/>
                  <a:pt x="88597" y="83808"/>
                </a:cubicBezTo>
                <a:cubicBezTo>
                  <a:pt x="90009" y="86920"/>
                  <a:pt x="92404" y="88908"/>
                  <a:pt x="95780" y="89794"/>
                </a:cubicBezTo>
                <a:cubicBezTo>
                  <a:pt x="91302" y="91494"/>
                  <a:pt x="87711" y="90297"/>
                  <a:pt x="85005" y="86202"/>
                </a:cubicBezTo>
                <a:cubicBezTo>
                  <a:pt x="79976" y="89123"/>
                  <a:pt x="80384" y="91111"/>
                  <a:pt x="86202" y="92188"/>
                </a:cubicBezTo>
                <a:cubicBezTo>
                  <a:pt x="81748" y="93817"/>
                  <a:pt x="77750" y="96211"/>
                  <a:pt x="74230" y="99372"/>
                </a:cubicBezTo>
                <a:cubicBezTo>
                  <a:pt x="76504" y="100521"/>
                  <a:pt x="78899" y="100928"/>
                  <a:pt x="81413" y="100569"/>
                </a:cubicBezTo>
                <a:cubicBezTo>
                  <a:pt x="82060" y="108423"/>
                  <a:pt x="79665" y="110411"/>
                  <a:pt x="74230" y="106555"/>
                </a:cubicBezTo>
                <a:cubicBezTo>
                  <a:pt x="80048" y="103945"/>
                  <a:pt x="79258" y="102748"/>
                  <a:pt x="71835" y="102964"/>
                </a:cubicBezTo>
                <a:cubicBezTo>
                  <a:pt x="72745" y="108806"/>
                  <a:pt x="71141" y="110411"/>
                  <a:pt x="67046" y="107753"/>
                </a:cubicBezTo>
                <a:cubicBezTo>
                  <a:pt x="64460" y="110554"/>
                  <a:pt x="62449" y="113739"/>
                  <a:pt x="61060" y="117331"/>
                </a:cubicBezTo>
                <a:cubicBezTo>
                  <a:pt x="59695" y="108088"/>
                  <a:pt x="57708" y="108088"/>
                  <a:pt x="55074" y="117331"/>
                </a:cubicBezTo>
                <a:cubicBezTo>
                  <a:pt x="52655" y="116277"/>
                  <a:pt x="52655" y="114697"/>
                  <a:pt x="55074" y="112542"/>
                </a:cubicBezTo>
                <a:cubicBezTo>
                  <a:pt x="51649" y="110794"/>
                  <a:pt x="48848" y="108399"/>
                  <a:pt x="46693" y="105358"/>
                </a:cubicBezTo>
                <a:cubicBezTo>
                  <a:pt x="44131" y="108040"/>
                  <a:pt x="41329" y="110435"/>
                  <a:pt x="38312" y="112542"/>
                </a:cubicBezTo>
                <a:cubicBezTo>
                  <a:pt x="36971" y="116708"/>
                  <a:pt x="36181" y="120683"/>
                  <a:pt x="35918" y="124514"/>
                </a:cubicBezTo>
                <a:cubicBezTo>
                  <a:pt x="31009" y="123125"/>
                  <a:pt x="26627" y="123125"/>
                  <a:pt x="22748" y="124514"/>
                </a:cubicBezTo>
                <a:cubicBezTo>
                  <a:pt x="22341" y="125304"/>
                  <a:pt x="21958" y="126119"/>
                  <a:pt x="21551" y="126909"/>
                </a:cubicBezTo>
                <a:cubicBezTo>
                  <a:pt x="30793" y="129543"/>
                  <a:pt x="30793" y="131530"/>
                  <a:pt x="21551" y="132895"/>
                </a:cubicBezTo>
                <a:cubicBezTo>
                  <a:pt x="27441" y="137325"/>
                  <a:pt x="26244" y="140126"/>
                  <a:pt x="17959" y="141276"/>
                </a:cubicBezTo>
                <a:cubicBezTo>
                  <a:pt x="17025" y="135409"/>
                  <a:pt x="14223" y="130620"/>
                  <a:pt x="9578" y="126909"/>
                </a:cubicBezTo>
                <a:cubicBezTo>
                  <a:pt x="6226" y="130500"/>
                  <a:pt x="4621" y="129710"/>
                  <a:pt x="4789" y="124514"/>
                </a:cubicBezTo>
                <a:cubicBezTo>
                  <a:pt x="6082" y="121545"/>
                  <a:pt x="7662" y="118743"/>
                  <a:pt x="9578" y="116133"/>
                </a:cubicBezTo>
                <a:cubicBezTo>
                  <a:pt x="8788" y="114936"/>
                  <a:pt x="7974" y="113739"/>
                  <a:pt x="7184" y="112542"/>
                </a:cubicBezTo>
                <a:cubicBezTo>
                  <a:pt x="6393" y="114146"/>
                  <a:pt x="5579" y="115726"/>
                  <a:pt x="4789" y="117331"/>
                </a:cubicBezTo>
                <a:cubicBezTo>
                  <a:pt x="2849" y="116588"/>
                  <a:pt x="1269" y="115391"/>
                  <a:pt x="0" y="113739"/>
                </a:cubicBezTo>
                <a:cubicBezTo>
                  <a:pt x="3185" y="110554"/>
                  <a:pt x="6393" y="107346"/>
                  <a:pt x="9578" y="104161"/>
                </a:cubicBezTo>
                <a:cubicBezTo>
                  <a:pt x="-2802" y="95996"/>
                  <a:pt x="-2418" y="89219"/>
                  <a:pt x="10775" y="83808"/>
                </a:cubicBezTo>
                <a:cubicBezTo>
                  <a:pt x="12380" y="85412"/>
                  <a:pt x="13960" y="86992"/>
                  <a:pt x="15564" y="88597"/>
                </a:cubicBezTo>
                <a:cubicBezTo>
                  <a:pt x="17169" y="83808"/>
                  <a:pt x="18749" y="79019"/>
                  <a:pt x="20353" y="74230"/>
                </a:cubicBezTo>
                <a:cubicBezTo>
                  <a:pt x="24472" y="80623"/>
                  <a:pt x="27273" y="79833"/>
                  <a:pt x="28734" y="71835"/>
                </a:cubicBezTo>
                <a:cubicBezTo>
                  <a:pt x="38408" y="67884"/>
                  <a:pt x="45591" y="62688"/>
                  <a:pt x="50285" y="56271"/>
                </a:cubicBezTo>
                <a:cubicBezTo>
                  <a:pt x="49494" y="55481"/>
                  <a:pt x="48680" y="54667"/>
                  <a:pt x="47890" y="53876"/>
                </a:cubicBezTo>
                <a:cubicBezTo>
                  <a:pt x="50548" y="50117"/>
                  <a:pt x="53757" y="46932"/>
                  <a:pt x="57468" y="44298"/>
                </a:cubicBezTo>
                <a:cubicBezTo>
                  <a:pt x="55361" y="37139"/>
                  <a:pt x="56558" y="30362"/>
                  <a:pt x="61060" y="23945"/>
                </a:cubicBezTo>
                <a:cubicBezTo>
                  <a:pt x="61850" y="26340"/>
                  <a:pt x="62664" y="28734"/>
                  <a:pt x="63454" y="31129"/>
                </a:cubicBezTo>
                <a:cubicBezTo>
                  <a:pt x="64197" y="28088"/>
                  <a:pt x="65394" y="25310"/>
                  <a:pt x="67046" y="22748"/>
                </a:cubicBezTo>
                <a:cubicBezTo>
                  <a:pt x="66256" y="21958"/>
                  <a:pt x="65442" y="21144"/>
                  <a:pt x="64652" y="20353"/>
                </a:cubicBezTo>
                <a:cubicBezTo>
                  <a:pt x="69249" y="16857"/>
                  <a:pt x="70853" y="12858"/>
                  <a:pt x="69441" y="8381"/>
                </a:cubicBezTo>
                <a:cubicBezTo>
                  <a:pt x="72194" y="6848"/>
                  <a:pt x="74589" y="4837"/>
                  <a:pt x="76624" y="2395"/>
                </a:cubicBezTo>
                <a:cubicBezTo>
                  <a:pt x="81102" y="8932"/>
                  <a:pt x="83496" y="8141"/>
                  <a:pt x="83808" y="0"/>
                </a:cubicBezTo>
                <a:close/>
              </a:path>
            </a:pathLst>
          </a:custGeom>
          <a:solidFill>
            <a:srgbClr val="CFDAD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34ECBBBD-12A6-3120-C15E-9299F6A188FB}"/>
              </a:ext>
            </a:extLst>
          </p:cNvPr>
          <p:cNvSpPr/>
          <p:nvPr/>
        </p:nvSpPr>
        <p:spPr>
          <a:xfrm>
            <a:off x="8992020" y="4997876"/>
            <a:ext cx="181193" cy="112834"/>
          </a:xfrm>
          <a:custGeom>
            <a:avLst/>
            <a:gdLst>
              <a:gd name="csX0" fmla="*/ 152459 w 181193"/>
              <a:gd name="csY0" fmla="*/ 112542 h 112834"/>
              <a:gd name="csX1" fmla="*/ 106963 w 181193"/>
              <a:gd name="csY1" fmla="*/ 96977 h 112834"/>
              <a:gd name="csX2" fmla="*/ 1605 w 181193"/>
              <a:gd name="csY2" fmla="*/ 26340 h 112834"/>
              <a:gd name="csX3" fmla="*/ 6394 w 181193"/>
              <a:gd name="csY3" fmla="*/ 14367 h 112834"/>
              <a:gd name="csX4" fmla="*/ 20761 w 181193"/>
              <a:gd name="csY4" fmla="*/ 19156 h 112834"/>
              <a:gd name="csX5" fmla="*/ 20761 w 181193"/>
              <a:gd name="csY5" fmla="*/ 23945 h 112834"/>
              <a:gd name="csX6" fmla="*/ 24353 w 181193"/>
              <a:gd name="csY6" fmla="*/ 19156 h 112834"/>
              <a:gd name="csX7" fmla="*/ 29142 w 181193"/>
              <a:gd name="csY7" fmla="*/ 26340 h 112834"/>
              <a:gd name="csX8" fmla="*/ 27945 w 181193"/>
              <a:gd name="csY8" fmla="*/ 14367 h 112834"/>
              <a:gd name="csX9" fmla="*/ 31537 w 181193"/>
              <a:gd name="csY9" fmla="*/ 14367 h 112834"/>
              <a:gd name="csX10" fmla="*/ 36326 w 181193"/>
              <a:gd name="csY10" fmla="*/ 0 h 112834"/>
              <a:gd name="csX11" fmla="*/ 35128 w 181193"/>
              <a:gd name="csY11" fmla="*/ 5986 h 112834"/>
              <a:gd name="csX12" fmla="*/ 43509 w 181193"/>
              <a:gd name="csY12" fmla="*/ 19156 h 112834"/>
              <a:gd name="csX13" fmla="*/ 60271 w 181193"/>
              <a:gd name="csY13" fmla="*/ 31129 h 112834"/>
              <a:gd name="csX14" fmla="*/ 69849 w 181193"/>
              <a:gd name="csY14" fmla="*/ 31129 h 112834"/>
              <a:gd name="csX15" fmla="*/ 71046 w 181193"/>
              <a:gd name="csY15" fmla="*/ 37115 h 112834"/>
              <a:gd name="csX16" fmla="*/ 81821 w 181193"/>
              <a:gd name="csY16" fmla="*/ 35918 h 112834"/>
              <a:gd name="csX17" fmla="*/ 80624 w 181193"/>
              <a:gd name="csY17" fmla="*/ 47890 h 112834"/>
              <a:gd name="csX18" fmla="*/ 85413 w 181193"/>
              <a:gd name="csY18" fmla="*/ 41904 h 112834"/>
              <a:gd name="csX19" fmla="*/ 92596 w 181193"/>
              <a:gd name="csY19" fmla="*/ 43101 h 112834"/>
              <a:gd name="csX20" fmla="*/ 97385 w 181193"/>
              <a:gd name="csY20" fmla="*/ 50285 h 112834"/>
              <a:gd name="csX21" fmla="*/ 99780 w 181193"/>
              <a:gd name="csY21" fmla="*/ 55074 h 112834"/>
              <a:gd name="csX22" fmla="*/ 110555 w 181193"/>
              <a:gd name="csY22" fmla="*/ 55074 h 112834"/>
              <a:gd name="csX23" fmla="*/ 126119 w 181193"/>
              <a:gd name="csY23" fmla="*/ 61060 h 112834"/>
              <a:gd name="csX24" fmla="*/ 124922 w 181193"/>
              <a:gd name="csY24" fmla="*/ 69441 h 112834"/>
              <a:gd name="csX25" fmla="*/ 133303 w 181193"/>
              <a:gd name="csY25" fmla="*/ 65849 h 112834"/>
              <a:gd name="csX26" fmla="*/ 144078 w 181193"/>
              <a:gd name="csY26" fmla="*/ 81413 h 112834"/>
              <a:gd name="csX27" fmla="*/ 148867 w 181193"/>
              <a:gd name="csY27" fmla="*/ 74230 h 112834"/>
              <a:gd name="csX28" fmla="*/ 166826 w 181193"/>
              <a:gd name="csY28" fmla="*/ 81413 h 112834"/>
              <a:gd name="csX29" fmla="*/ 166826 w 181193"/>
              <a:gd name="csY29" fmla="*/ 87399 h 112834"/>
              <a:gd name="csX30" fmla="*/ 171615 w 181193"/>
              <a:gd name="csY30" fmla="*/ 89794 h 112834"/>
              <a:gd name="csX31" fmla="*/ 163234 w 181193"/>
              <a:gd name="csY31" fmla="*/ 98175 h 112834"/>
              <a:gd name="csX32" fmla="*/ 160840 w 181193"/>
              <a:gd name="csY32" fmla="*/ 100569 h 112834"/>
              <a:gd name="csX33" fmla="*/ 174010 w 181193"/>
              <a:gd name="csY33" fmla="*/ 101766 h 112834"/>
              <a:gd name="csX34" fmla="*/ 181193 w 181193"/>
              <a:gd name="csY34" fmla="*/ 107753 h 112834"/>
              <a:gd name="csX35" fmla="*/ 152459 w 181193"/>
              <a:gd name="csY35" fmla="*/ 112542 h 1128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81193" h="112834">
                <a:moveTo>
                  <a:pt x="152459" y="112542"/>
                </a:moveTo>
                <a:cubicBezTo>
                  <a:pt x="136105" y="110937"/>
                  <a:pt x="120947" y="105765"/>
                  <a:pt x="106963" y="96977"/>
                </a:cubicBezTo>
                <a:cubicBezTo>
                  <a:pt x="73009" y="71620"/>
                  <a:pt x="37906" y="48082"/>
                  <a:pt x="1605" y="26340"/>
                </a:cubicBezTo>
                <a:cubicBezTo>
                  <a:pt x="-1603" y="20760"/>
                  <a:pt x="1" y="16762"/>
                  <a:pt x="6394" y="14367"/>
                </a:cubicBezTo>
                <a:cubicBezTo>
                  <a:pt x="11662" y="14535"/>
                  <a:pt x="16451" y="16115"/>
                  <a:pt x="20761" y="19156"/>
                </a:cubicBezTo>
                <a:cubicBezTo>
                  <a:pt x="18343" y="21311"/>
                  <a:pt x="18343" y="22891"/>
                  <a:pt x="20761" y="23945"/>
                </a:cubicBezTo>
                <a:cubicBezTo>
                  <a:pt x="22413" y="22676"/>
                  <a:pt x="23611" y="21096"/>
                  <a:pt x="24353" y="19156"/>
                </a:cubicBezTo>
                <a:cubicBezTo>
                  <a:pt x="25359" y="21958"/>
                  <a:pt x="26963" y="24352"/>
                  <a:pt x="29142" y="26340"/>
                </a:cubicBezTo>
                <a:cubicBezTo>
                  <a:pt x="30698" y="22173"/>
                  <a:pt x="30291" y="18198"/>
                  <a:pt x="27945" y="14367"/>
                </a:cubicBezTo>
                <a:cubicBezTo>
                  <a:pt x="28783" y="11494"/>
                  <a:pt x="29980" y="11494"/>
                  <a:pt x="31537" y="14367"/>
                </a:cubicBezTo>
                <a:cubicBezTo>
                  <a:pt x="30076" y="9147"/>
                  <a:pt x="31680" y="4358"/>
                  <a:pt x="36326" y="0"/>
                </a:cubicBezTo>
                <a:cubicBezTo>
                  <a:pt x="37810" y="2275"/>
                  <a:pt x="37403" y="4262"/>
                  <a:pt x="35128" y="5986"/>
                </a:cubicBezTo>
                <a:cubicBezTo>
                  <a:pt x="38864" y="9770"/>
                  <a:pt x="41641" y="14175"/>
                  <a:pt x="43509" y="19156"/>
                </a:cubicBezTo>
                <a:cubicBezTo>
                  <a:pt x="48442" y="25861"/>
                  <a:pt x="54045" y="29859"/>
                  <a:pt x="60271" y="31129"/>
                </a:cubicBezTo>
                <a:cubicBezTo>
                  <a:pt x="63024" y="37019"/>
                  <a:pt x="66233" y="37019"/>
                  <a:pt x="69849" y="31129"/>
                </a:cubicBezTo>
                <a:cubicBezTo>
                  <a:pt x="73416" y="32924"/>
                  <a:pt x="73800" y="34936"/>
                  <a:pt x="71046" y="37115"/>
                </a:cubicBezTo>
                <a:cubicBezTo>
                  <a:pt x="75284" y="42167"/>
                  <a:pt x="78876" y="41784"/>
                  <a:pt x="81821" y="35918"/>
                </a:cubicBezTo>
                <a:cubicBezTo>
                  <a:pt x="81773" y="39773"/>
                  <a:pt x="81366" y="43748"/>
                  <a:pt x="80624" y="47890"/>
                </a:cubicBezTo>
                <a:cubicBezTo>
                  <a:pt x="86466" y="48249"/>
                  <a:pt x="88071" y="46238"/>
                  <a:pt x="85413" y="41904"/>
                </a:cubicBezTo>
                <a:cubicBezTo>
                  <a:pt x="88143" y="40108"/>
                  <a:pt x="90537" y="40515"/>
                  <a:pt x="92596" y="43101"/>
                </a:cubicBezTo>
                <a:cubicBezTo>
                  <a:pt x="88358" y="53397"/>
                  <a:pt x="89962" y="55792"/>
                  <a:pt x="97385" y="50285"/>
                </a:cubicBezTo>
                <a:cubicBezTo>
                  <a:pt x="102581" y="50117"/>
                  <a:pt x="103372" y="51721"/>
                  <a:pt x="99780" y="55074"/>
                </a:cubicBezTo>
                <a:cubicBezTo>
                  <a:pt x="103755" y="64316"/>
                  <a:pt x="107347" y="64316"/>
                  <a:pt x="110555" y="55074"/>
                </a:cubicBezTo>
                <a:cubicBezTo>
                  <a:pt x="114841" y="58905"/>
                  <a:pt x="120013" y="60892"/>
                  <a:pt x="126119" y="61060"/>
                </a:cubicBezTo>
                <a:cubicBezTo>
                  <a:pt x="117930" y="64029"/>
                  <a:pt x="117547" y="66831"/>
                  <a:pt x="124922" y="69441"/>
                </a:cubicBezTo>
                <a:cubicBezTo>
                  <a:pt x="128298" y="68052"/>
                  <a:pt x="131100" y="66855"/>
                  <a:pt x="133303" y="65849"/>
                </a:cubicBezTo>
                <a:cubicBezTo>
                  <a:pt x="136464" y="71332"/>
                  <a:pt x="140055" y="76504"/>
                  <a:pt x="144078" y="81413"/>
                </a:cubicBezTo>
                <a:cubicBezTo>
                  <a:pt x="145084" y="78612"/>
                  <a:pt x="146688" y="76217"/>
                  <a:pt x="148867" y="74230"/>
                </a:cubicBezTo>
                <a:cubicBezTo>
                  <a:pt x="154231" y="77750"/>
                  <a:pt x="160217" y="80144"/>
                  <a:pt x="166826" y="81413"/>
                </a:cubicBezTo>
                <a:cubicBezTo>
                  <a:pt x="169556" y="83640"/>
                  <a:pt x="169556" y="85627"/>
                  <a:pt x="166826" y="87399"/>
                </a:cubicBezTo>
                <a:cubicBezTo>
                  <a:pt x="168430" y="88190"/>
                  <a:pt x="170011" y="89004"/>
                  <a:pt x="171615" y="89794"/>
                </a:cubicBezTo>
                <a:cubicBezTo>
                  <a:pt x="168023" y="91781"/>
                  <a:pt x="165222" y="94583"/>
                  <a:pt x="163234" y="98175"/>
                </a:cubicBezTo>
                <a:cubicBezTo>
                  <a:pt x="160169" y="95421"/>
                  <a:pt x="159379" y="96235"/>
                  <a:pt x="160840" y="100569"/>
                </a:cubicBezTo>
                <a:cubicBezTo>
                  <a:pt x="164958" y="101671"/>
                  <a:pt x="169340" y="102078"/>
                  <a:pt x="174010" y="101766"/>
                </a:cubicBezTo>
                <a:cubicBezTo>
                  <a:pt x="177386" y="102652"/>
                  <a:pt x="179780" y="104640"/>
                  <a:pt x="181193" y="107753"/>
                </a:cubicBezTo>
                <a:cubicBezTo>
                  <a:pt x="172142" y="111967"/>
                  <a:pt x="162564" y="113547"/>
                  <a:pt x="152459" y="112542"/>
                </a:cubicBezTo>
                <a:close/>
              </a:path>
            </a:pathLst>
          </a:custGeom>
          <a:solidFill>
            <a:srgbClr val="D2DAD2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54236348-5861-727F-8436-4AAB97CCC5F2}"/>
              </a:ext>
            </a:extLst>
          </p:cNvPr>
          <p:cNvSpPr/>
          <p:nvPr/>
        </p:nvSpPr>
        <p:spPr>
          <a:xfrm>
            <a:off x="8749386" y="5033788"/>
            <a:ext cx="553130" cy="445180"/>
          </a:xfrm>
          <a:custGeom>
            <a:avLst/>
            <a:gdLst>
              <a:gd name="csX0" fmla="*/ 409460 w 553130"/>
              <a:gd name="csY0" fmla="*/ 93392 h 445180"/>
              <a:gd name="csX1" fmla="*/ 426222 w 553130"/>
              <a:gd name="csY1" fmla="*/ 98181 h 445180"/>
              <a:gd name="csX2" fmla="*/ 442983 w 553130"/>
              <a:gd name="csY2" fmla="*/ 100575 h 445180"/>
              <a:gd name="csX3" fmla="*/ 472915 w 553130"/>
              <a:gd name="csY3" fmla="*/ 110153 h 445180"/>
              <a:gd name="csX4" fmla="*/ 533975 w 553130"/>
              <a:gd name="csY4" fmla="*/ 256218 h 445180"/>
              <a:gd name="csX5" fmla="*/ 538764 w 553130"/>
              <a:gd name="csY5" fmla="*/ 272980 h 445180"/>
              <a:gd name="csX6" fmla="*/ 543553 w 553130"/>
              <a:gd name="csY6" fmla="*/ 308897 h 445180"/>
              <a:gd name="csX7" fmla="*/ 553131 w 553130"/>
              <a:gd name="csY7" fmla="*/ 421439 h 445180"/>
              <a:gd name="csX8" fmla="*/ 550736 w 553130"/>
              <a:gd name="csY8" fmla="*/ 441792 h 445180"/>
              <a:gd name="csX9" fmla="*/ 397488 w 553130"/>
              <a:gd name="csY9" fmla="*/ 442989 h 445180"/>
              <a:gd name="csX10" fmla="*/ 383121 w 553130"/>
              <a:gd name="csY10" fmla="*/ 437003 h 445180"/>
              <a:gd name="csX11" fmla="*/ 328047 w 553130"/>
              <a:gd name="csY11" fmla="*/ 433411 h 445180"/>
              <a:gd name="csX12" fmla="*/ 249029 w 553130"/>
              <a:gd name="csY12" fmla="*/ 415452 h 445180"/>
              <a:gd name="csX13" fmla="*/ 0 w 553130"/>
              <a:gd name="csY13" fmla="*/ 274177 h 445180"/>
              <a:gd name="csX14" fmla="*/ 229872 w 553130"/>
              <a:gd name="csY14" fmla="*/ 1203 h 445180"/>
              <a:gd name="csX15" fmla="*/ 239450 w 553130"/>
              <a:gd name="csY15" fmla="*/ 1203 h 445180"/>
              <a:gd name="csX16" fmla="*/ 344809 w 553130"/>
              <a:gd name="csY16" fmla="*/ 70644 h 445180"/>
              <a:gd name="csX17" fmla="*/ 409460 w 553130"/>
              <a:gd name="csY17" fmla="*/ 93392 h 445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553130" h="445180">
                <a:moveTo>
                  <a:pt x="409460" y="93392"/>
                </a:moveTo>
                <a:cubicBezTo>
                  <a:pt x="414273" y="96792"/>
                  <a:pt x="419876" y="98396"/>
                  <a:pt x="426222" y="98181"/>
                </a:cubicBezTo>
                <a:cubicBezTo>
                  <a:pt x="431969" y="98061"/>
                  <a:pt x="437572" y="98851"/>
                  <a:pt x="442983" y="100575"/>
                </a:cubicBezTo>
                <a:cubicBezTo>
                  <a:pt x="452777" y="103592"/>
                  <a:pt x="462762" y="106801"/>
                  <a:pt x="472915" y="110153"/>
                </a:cubicBezTo>
                <a:cubicBezTo>
                  <a:pt x="491736" y="159959"/>
                  <a:pt x="512089" y="208639"/>
                  <a:pt x="533975" y="256218"/>
                </a:cubicBezTo>
                <a:cubicBezTo>
                  <a:pt x="534884" y="262013"/>
                  <a:pt x="536465" y="267592"/>
                  <a:pt x="538764" y="272980"/>
                </a:cubicBezTo>
                <a:cubicBezTo>
                  <a:pt x="538620" y="285503"/>
                  <a:pt x="540224" y="297475"/>
                  <a:pt x="543553" y="308897"/>
                </a:cubicBezTo>
                <a:cubicBezTo>
                  <a:pt x="545851" y="346467"/>
                  <a:pt x="549036" y="383989"/>
                  <a:pt x="553131" y="421439"/>
                </a:cubicBezTo>
                <a:cubicBezTo>
                  <a:pt x="553083" y="428431"/>
                  <a:pt x="552269" y="435207"/>
                  <a:pt x="550736" y="441792"/>
                </a:cubicBezTo>
                <a:cubicBezTo>
                  <a:pt x="499613" y="445863"/>
                  <a:pt x="448515" y="446270"/>
                  <a:pt x="397488" y="442989"/>
                </a:cubicBezTo>
                <a:cubicBezTo>
                  <a:pt x="394016" y="439014"/>
                  <a:pt x="389227" y="437003"/>
                  <a:pt x="383121" y="437003"/>
                </a:cubicBezTo>
                <a:cubicBezTo>
                  <a:pt x="364755" y="435758"/>
                  <a:pt x="346389" y="434561"/>
                  <a:pt x="328047" y="433411"/>
                </a:cubicBezTo>
                <a:cubicBezTo>
                  <a:pt x="301301" y="429317"/>
                  <a:pt x="274961" y="423330"/>
                  <a:pt x="249029" y="415452"/>
                </a:cubicBezTo>
                <a:cubicBezTo>
                  <a:pt x="155643" y="385545"/>
                  <a:pt x="72625" y="338445"/>
                  <a:pt x="0" y="274177"/>
                </a:cubicBezTo>
                <a:cubicBezTo>
                  <a:pt x="73775" y="181007"/>
                  <a:pt x="150399" y="90015"/>
                  <a:pt x="229872" y="1203"/>
                </a:cubicBezTo>
                <a:cubicBezTo>
                  <a:pt x="233057" y="-401"/>
                  <a:pt x="236266" y="-401"/>
                  <a:pt x="239450" y="1203"/>
                </a:cubicBezTo>
                <a:cubicBezTo>
                  <a:pt x="275392" y="23161"/>
                  <a:pt x="310519" y="46316"/>
                  <a:pt x="344809" y="70644"/>
                </a:cubicBezTo>
                <a:cubicBezTo>
                  <a:pt x="364994" y="82329"/>
                  <a:pt x="386545" y="89920"/>
                  <a:pt x="409460" y="93392"/>
                </a:cubicBezTo>
                <a:close/>
              </a:path>
            </a:pathLst>
          </a:custGeom>
          <a:solidFill>
            <a:srgbClr val="CEDAC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E188E990-E891-7527-8F80-71D7F5CD17E8}"/>
              </a:ext>
            </a:extLst>
          </p:cNvPr>
          <p:cNvSpPr/>
          <p:nvPr/>
        </p:nvSpPr>
        <p:spPr>
          <a:xfrm>
            <a:off x="9000809" y="5062528"/>
            <a:ext cx="162826" cy="119725"/>
          </a:xfrm>
          <a:custGeom>
            <a:avLst/>
            <a:gdLst>
              <a:gd name="csX0" fmla="*/ 4789 w 162826"/>
              <a:gd name="csY0" fmla="*/ 0 h 119725"/>
              <a:gd name="csX1" fmla="*/ 7184 w 162826"/>
              <a:gd name="csY1" fmla="*/ 5986 h 119725"/>
              <a:gd name="csX2" fmla="*/ 13170 w 162826"/>
              <a:gd name="csY2" fmla="*/ 4789 h 119725"/>
              <a:gd name="csX3" fmla="*/ 31129 w 162826"/>
              <a:gd name="csY3" fmla="*/ 23945 h 119725"/>
              <a:gd name="csX4" fmla="*/ 38312 w 162826"/>
              <a:gd name="csY4" fmla="*/ 25142 h 119725"/>
              <a:gd name="csX5" fmla="*/ 39509 w 162826"/>
              <a:gd name="csY5" fmla="*/ 33523 h 119725"/>
              <a:gd name="csX6" fmla="*/ 44298 w 162826"/>
              <a:gd name="csY6" fmla="*/ 33523 h 119725"/>
              <a:gd name="csX7" fmla="*/ 45496 w 162826"/>
              <a:gd name="csY7" fmla="*/ 41904 h 119725"/>
              <a:gd name="csX8" fmla="*/ 53876 w 162826"/>
              <a:gd name="csY8" fmla="*/ 40707 h 119725"/>
              <a:gd name="csX9" fmla="*/ 73032 w 162826"/>
              <a:gd name="csY9" fmla="*/ 52679 h 119725"/>
              <a:gd name="csX10" fmla="*/ 71835 w 162826"/>
              <a:gd name="csY10" fmla="*/ 59863 h 119725"/>
              <a:gd name="csX11" fmla="*/ 82610 w 162826"/>
              <a:gd name="csY11" fmla="*/ 62257 h 119725"/>
              <a:gd name="csX12" fmla="*/ 86202 w 162826"/>
              <a:gd name="csY12" fmla="*/ 71835 h 119725"/>
              <a:gd name="csX13" fmla="*/ 89794 w 162826"/>
              <a:gd name="csY13" fmla="*/ 64652 h 119725"/>
              <a:gd name="csX14" fmla="*/ 93386 w 162826"/>
              <a:gd name="csY14" fmla="*/ 74230 h 119725"/>
              <a:gd name="csX15" fmla="*/ 102964 w 162826"/>
              <a:gd name="csY15" fmla="*/ 73032 h 119725"/>
              <a:gd name="csX16" fmla="*/ 106555 w 162826"/>
              <a:gd name="csY16" fmla="*/ 81413 h 119725"/>
              <a:gd name="csX17" fmla="*/ 108950 w 162826"/>
              <a:gd name="csY17" fmla="*/ 76624 h 119725"/>
              <a:gd name="csX18" fmla="*/ 122120 w 162826"/>
              <a:gd name="csY18" fmla="*/ 81413 h 119725"/>
              <a:gd name="csX19" fmla="*/ 150854 w 162826"/>
              <a:gd name="csY19" fmla="*/ 92188 h 119725"/>
              <a:gd name="csX20" fmla="*/ 144868 w 162826"/>
              <a:gd name="csY20" fmla="*/ 98175 h 119725"/>
              <a:gd name="csX21" fmla="*/ 140079 w 162826"/>
              <a:gd name="csY21" fmla="*/ 98175 h 119725"/>
              <a:gd name="csX22" fmla="*/ 137684 w 162826"/>
              <a:gd name="csY22" fmla="*/ 90991 h 119725"/>
              <a:gd name="csX23" fmla="*/ 131698 w 162826"/>
              <a:gd name="csY23" fmla="*/ 95780 h 119725"/>
              <a:gd name="csX24" fmla="*/ 112542 w 162826"/>
              <a:gd name="csY24" fmla="*/ 94583 h 119725"/>
              <a:gd name="csX25" fmla="*/ 162826 w 162826"/>
              <a:gd name="csY25" fmla="*/ 108950 h 119725"/>
              <a:gd name="csX26" fmla="*/ 122120 w 162826"/>
              <a:gd name="csY26" fmla="*/ 100569 h 119725"/>
              <a:gd name="csX27" fmla="*/ 117331 w 162826"/>
              <a:gd name="csY27" fmla="*/ 106555 h 119725"/>
              <a:gd name="csX28" fmla="*/ 102964 w 162826"/>
              <a:gd name="csY28" fmla="*/ 119725 h 119725"/>
              <a:gd name="csX29" fmla="*/ 96977 w 162826"/>
              <a:gd name="csY29" fmla="*/ 114936 h 119725"/>
              <a:gd name="csX30" fmla="*/ 82610 w 162826"/>
              <a:gd name="csY30" fmla="*/ 110147 h 119725"/>
              <a:gd name="csX31" fmla="*/ 79019 w 162826"/>
              <a:gd name="csY31" fmla="*/ 117331 h 119725"/>
              <a:gd name="csX32" fmla="*/ 74230 w 162826"/>
              <a:gd name="csY32" fmla="*/ 105358 h 119725"/>
              <a:gd name="csX33" fmla="*/ 64652 w 162826"/>
              <a:gd name="csY33" fmla="*/ 111344 h 119725"/>
              <a:gd name="csX34" fmla="*/ 62257 w 162826"/>
              <a:gd name="csY34" fmla="*/ 104161 h 119725"/>
              <a:gd name="csX35" fmla="*/ 74230 w 162826"/>
              <a:gd name="csY35" fmla="*/ 102964 h 119725"/>
              <a:gd name="csX36" fmla="*/ 76624 w 162826"/>
              <a:gd name="csY36" fmla="*/ 100569 h 119725"/>
              <a:gd name="csX37" fmla="*/ 75427 w 162826"/>
              <a:gd name="csY37" fmla="*/ 90991 h 119725"/>
              <a:gd name="csX38" fmla="*/ 81413 w 162826"/>
              <a:gd name="csY38" fmla="*/ 86202 h 119725"/>
              <a:gd name="csX39" fmla="*/ 67046 w 162826"/>
              <a:gd name="csY39" fmla="*/ 85005 h 119725"/>
              <a:gd name="csX40" fmla="*/ 69441 w 162826"/>
              <a:gd name="csY40" fmla="*/ 89794 h 119725"/>
              <a:gd name="csX41" fmla="*/ 62257 w 162826"/>
              <a:gd name="csY41" fmla="*/ 92188 h 119725"/>
              <a:gd name="csX42" fmla="*/ 63454 w 162826"/>
              <a:gd name="csY42" fmla="*/ 100569 h 119725"/>
              <a:gd name="csX43" fmla="*/ 43101 w 162826"/>
              <a:gd name="csY43" fmla="*/ 98175 h 119725"/>
              <a:gd name="csX44" fmla="*/ 33523 w 162826"/>
              <a:gd name="csY44" fmla="*/ 113739 h 119725"/>
              <a:gd name="csX45" fmla="*/ 23945 w 162826"/>
              <a:gd name="csY45" fmla="*/ 113739 h 119725"/>
              <a:gd name="csX46" fmla="*/ 28734 w 162826"/>
              <a:gd name="csY46" fmla="*/ 111344 h 119725"/>
              <a:gd name="csX47" fmla="*/ 28734 w 162826"/>
              <a:gd name="csY47" fmla="*/ 102964 h 119725"/>
              <a:gd name="csX48" fmla="*/ 23945 w 162826"/>
              <a:gd name="csY48" fmla="*/ 94583 h 119725"/>
              <a:gd name="csX49" fmla="*/ 23945 w 162826"/>
              <a:gd name="csY49" fmla="*/ 80216 h 119725"/>
              <a:gd name="csX50" fmla="*/ 19156 w 162826"/>
              <a:gd name="csY50" fmla="*/ 64652 h 119725"/>
              <a:gd name="csX51" fmla="*/ 21551 w 162826"/>
              <a:gd name="csY51" fmla="*/ 71835 h 119725"/>
              <a:gd name="csX52" fmla="*/ 28734 w 162826"/>
              <a:gd name="csY52" fmla="*/ 71835 h 119725"/>
              <a:gd name="csX53" fmla="*/ 43101 w 162826"/>
              <a:gd name="csY53" fmla="*/ 81413 h 119725"/>
              <a:gd name="csX54" fmla="*/ 55074 w 162826"/>
              <a:gd name="csY54" fmla="*/ 86202 h 119725"/>
              <a:gd name="csX55" fmla="*/ 47890 w 162826"/>
              <a:gd name="csY55" fmla="*/ 73032 h 119725"/>
              <a:gd name="csX56" fmla="*/ 50285 w 162826"/>
              <a:gd name="csY56" fmla="*/ 69441 h 119725"/>
              <a:gd name="csX57" fmla="*/ 39509 w 162826"/>
              <a:gd name="csY57" fmla="*/ 59863 h 119725"/>
              <a:gd name="csX58" fmla="*/ 32326 w 162826"/>
              <a:gd name="csY58" fmla="*/ 62257 h 119725"/>
              <a:gd name="csX59" fmla="*/ 21551 w 162826"/>
              <a:gd name="csY59" fmla="*/ 57468 h 119725"/>
              <a:gd name="csX60" fmla="*/ 22748 w 162826"/>
              <a:gd name="csY60" fmla="*/ 47890 h 119725"/>
              <a:gd name="csX61" fmla="*/ 25142 w 162826"/>
              <a:gd name="csY61" fmla="*/ 50285 h 119725"/>
              <a:gd name="csX62" fmla="*/ 31129 w 162826"/>
              <a:gd name="csY62" fmla="*/ 39509 h 119725"/>
              <a:gd name="csX63" fmla="*/ 17959 w 162826"/>
              <a:gd name="csY63" fmla="*/ 40707 h 119725"/>
              <a:gd name="csX64" fmla="*/ 17959 w 162826"/>
              <a:gd name="csY64" fmla="*/ 35918 h 119725"/>
              <a:gd name="csX65" fmla="*/ 23945 w 162826"/>
              <a:gd name="csY65" fmla="*/ 33523 h 119725"/>
              <a:gd name="csX66" fmla="*/ 23945 w 162826"/>
              <a:gd name="csY66" fmla="*/ 27537 h 119725"/>
              <a:gd name="csX67" fmla="*/ 14367 w 162826"/>
              <a:gd name="csY67" fmla="*/ 22748 h 119725"/>
              <a:gd name="csX68" fmla="*/ 11973 w 162826"/>
              <a:gd name="csY68" fmla="*/ 15564 h 119725"/>
              <a:gd name="csX69" fmla="*/ 4789 w 162826"/>
              <a:gd name="csY69" fmla="*/ 13170 h 119725"/>
              <a:gd name="csX70" fmla="*/ 7184 w 162826"/>
              <a:gd name="csY70" fmla="*/ 10775 h 119725"/>
              <a:gd name="csX71" fmla="*/ 0 w 162826"/>
              <a:gd name="csY71" fmla="*/ 5986 h 119725"/>
              <a:gd name="csX72" fmla="*/ 4789 w 162826"/>
              <a:gd name="csY72" fmla="*/ 0 h 119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</a:cxnLst>
            <a:rect l="l" t="t" r="r" b="b"/>
            <a:pathLst>
              <a:path w="162826" h="119725">
                <a:moveTo>
                  <a:pt x="4789" y="0"/>
                </a:moveTo>
                <a:cubicBezTo>
                  <a:pt x="9698" y="503"/>
                  <a:pt x="10488" y="2490"/>
                  <a:pt x="7184" y="5986"/>
                </a:cubicBezTo>
                <a:cubicBezTo>
                  <a:pt x="10105" y="11015"/>
                  <a:pt x="12092" y="10608"/>
                  <a:pt x="13170" y="4789"/>
                </a:cubicBezTo>
                <a:cubicBezTo>
                  <a:pt x="18917" y="11446"/>
                  <a:pt x="24903" y="17839"/>
                  <a:pt x="31129" y="23945"/>
                </a:cubicBezTo>
                <a:cubicBezTo>
                  <a:pt x="33954" y="20712"/>
                  <a:pt x="36349" y="21096"/>
                  <a:pt x="38312" y="25142"/>
                </a:cubicBezTo>
                <a:cubicBezTo>
                  <a:pt x="36444" y="27704"/>
                  <a:pt x="36851" y="30506"/>
                  <a:pt x="39509" y="33523"/>
                </a:cubicBezTo>
                <a:cubicBezTo>
                  <a:pt x="41114" y="36708"/>
                  <a:pt x="42694" y="36708"/>
                  <a:pt x="44298" y="33523"/>
                </a:cubicBezTo>
                <a:cubicBezTo>
                  <a:pt x="46956" y="36540"/>
                  <a:pt x="47363" y="39342"/>
                  <a:pt x="45496" y="41904"/>
                </a:cubicBezTo>
                <a:cubicBezTo>
                  <a:pt x="48561" y="43532"/>
                  <a:pt x="51362" y="43149"/>
                  <a:pt x="53876" y="40707"/>
                </a:cubicBezTo>
                <a:cubicBezTo>
                  <a:pt x="56510" y="51362"/>
                  <a:pt x="62904" y="55361"/>
                  <a:pt x="73032" y="52679"/>
                </a:cubicBezTo>
                <a:cubicBezTo>
                  <a:pt x="74206" y="55193"/>
                  <a:pt x="73823" y="57588"/>
                  <a:pt x="71835" y="59863"/>
                </a:cubicBezTo>
                <a:cubicBezTo>
                  <a:pt x="75451" y="63119"/>
                  <a:pt x="79043" y="63933"/>
                  <a:pt x="82610" y="62257"/>
                </a:cubicBezTo>
                <a:cubicBezTo>
                  <a:pt x="84933" y="65083"/>
                  <a:pt x="86130" y="68267"/>
                  <a:pt x="86202" y="71835"/>
                </a:cubicBezTo>
                <a:cubicBezTo>
                  <a:pt x="87998" y="69728"/>
                  <a:pt x="89195" y="67333"/>
                  <a:pt x="89794" y="64652"/>
                </a:cubicBezTo>
                <a:cubicBezTo>
                  <a:pt x="90321" y="68100"/>
                  <a:pt x="91518" y="71284"/>
                  <a:pt x="93386" y="74230"/>
                </a:cubicBezTo>
                <a:cubicBezTo>
                  <a:pt x="96427" y="72003"/>
                  <a:pt x="99611" y="71620"/>
                  <a:pt x="102964" y="73032"/>
                </a:cubicBezTo>
                <a:cubicBezTo>
                  <a:pt x="100282" y="76888"/>
                  <a:pt x="101479" y="79689"/>
                  <a:pt x="106555" y="81413"/>
                </a:cubicBezTo>
                <a:cubicBezTo>
                  <a:pt x="107346" y="79809"/>
                  <a:pt x="108160" y="78228"/>
                  <a:pt x="108950" y="76624"/>
                </a:cubicBezTo>
                <a:cubicBezTo>
                  <a:pt x="112446" y="81916"/>
                  <a:pt x="116828" y="83496"/>
                  <a:pt x="122120" y="81413"/>
                </a:cubicBezTo>
                <a:cubicBezTo>
                  <a:pt x="132416" y="83401"/>
                  <a:pt x="141994" y="86992"/>
                  <a:pt x="150854" y="92188"/>
                </a:cubicBezTo>
                <a:cubicBezTo>
                  <a:pt x="148052" y="93386"/>
                  <a:pt x="146065" y="95373"/>
                  <a:pt x="144868" y="98175"/>
                </a:cubicBezTo>
                <a:cubicBezTo>
                  <a:pt x="143263" y="94990"/>
                  <a:pt x="141683" y="94990"/>
                  <a:pt x="140079" y="98175"/>
                </a:cubicBezTo>
                <a:cubicBezTo>
                  <a:pt x="139288" y="95780"/>
                  <a:pt x="138474" y="93386"/>
                  <a:pt x="137684" y="90991"/>
                </a:cubicBezTo>
                <a:cubicBezTo>
                  <a:pt x="136032" y="93050"/>
                  <a:pt x="134044" y="94631"/>
                  <a:pt x="131698" y="95780"/>
                </a:cubicBezTo>
                <a:cubicBezTo>
                  <a:pt x="125520" y="96044"/>
                  <a:pt x="119127" y="95660"/>
                  <a:pt x="112542" y="94583"/>
                </a:cubicBezTo>
                <a:cubicBezTo>
                  <a:pt x="128968" y="99037"/>
                  <a:pt x="145730" y="103826"/>
                  <a:pt x="162826" y="108950"/>
                </a:cubicBezTo>
                <a:cubicBezTo>
                  <a:pt x="149010" y="107513"/>
                  <a:pt x="135433" y="104736"/>
                  <a:pt x="122120" y="100569"/>
                </a:cubicBezTo>
                <a:cubicBezTo>
                  <a:pt x="116684" y="100713"/>
                  <a:pt x="115104" y="102700"/>
                  <a:pt x="117331" y="106555"/>
                </a:cubicBezTo>
                <a:cubicBezTo>
                  <a:pt x="112997" y="111512"/>
                  <a:pt x="108208" y="115894"/>
                  <a:pt x="102964" y="119725"/>
                </a:cubicBezTo>
                <a:cubicBezTo>
                  <a:pt x="100210" y="118959"/>
                  <a:pt x="98223" y="117379"/>
                  <a:pt x="96977" y="114936"/>
                </a:cubicBezTo>
                <a:cubicBezTo>
                  <a:pt x="90033" y="121569"/>
                  <a:pt x="85244" y="119965"/>
                  <a:pt x="82610" y="110147"/>
                </a:cubicBezTo>
                <a:cubicBezTo>
                  <a:pt x="82012" y="112829"/>
                  <a:pt x="80815" y="115224"/>
                  <a:pt x="79019" y="117331"/>
                </a:cubicBezTo>
                <a:cubicBezTo>
                  <a:pt x="77414" y="113332"/>
                  <a:pt x="75834" y="109357"/>
                  <a:pt x="74230" y="105358"/>
                </a:cubicBezTo>
                <a:cubicBezTo>
                  <a:pt x="72362" y="110099"/>
                  <a:pt x="69177" y="112087"/>
                  <a:pt x="64652" y="111344"/>
                </a:cubicBezTo>
                <a:cubicBezTo>
                  <a:pt x="66950" y="108591"/>
                  <a:pt x="66136" y="106196"/>
                  <a:pt x="62257" y="104161"/>
                </a:cubicBezTo>
                <a:cubicBezTo>
                  <a:pt x="66495" y="101719"/>
                  <a:pt x="70494" y="101311"/>
                  <a:pt x="74230" y="102964"/>
                </a:cubicBezTo>
                <a:cubicBezTo>
                  <a:pt x="75020" y="102174"/>
                  <a:pt x="75834" y="101359"/>
                  <a:pt x="76624" y="100569"/>
                </a:cubicBezTo>
                <a:cubicBezTo>
                  <a:pt x="67956" y="97839"/>
                  <a:pt x="67549" y="94631"/>
                  <a:pt x="75427" y="90991"/>
                </a:cubicBezTo>
                <a:cubicBezTo>
                  <a:pt x="79761" y="93649"/>
                  <a:pt x="81772" y="92045"/>
                  <a:pt x="81413" y="86202"/>
                </a:cubicBezTo>
                <a:cubicBezTo>
                  <a:pt x="76433" y="85723"/>
                  <a:pt x="71644" y="85316"/>
                  <a:pt x="67046" y="85005"/>
                </a:cubicBezTo>
                <a:cubicBezTo>
                  <a:pt x="64340" y="87447"/>
                  <a:pt x="65131" y="89028"/>
                  <a:pt x="69441" y="89794"/>
                </a:cubicBezTo>
                <a:cubicBezTo>
                  <a:pt x="67046" y="90584"/>
                  <a:pt x="64652" y="91398"/>
                  <a:pt x="62257" y="92188"/>
                </a:cubicBezTo>
                <a:cubicBezTo>
                  <a:pt x="64700" y="94703"/>
                  <a:pt x="65083" y="97504"/>
                  <a:pt x="63454" y="100569"/>
                </a:cubicBezTo>
                <a:cubicBezTo>
                  <a:pt x="57348" y="99468"/>
                  <a:pt x="50572" y="98677"/>
                  <a:pt x="43101" y="98175"/>
                </a:cubicBezTo>
                <a:cubicBezTo>
                  <a:pt x="40922" y="103754"/>
                  <a:pt x="37713" y="108950"/>
                  <a:pt x="33523" y="113739"/>
                </a:cubicBezTo>
                <a:cubicBezTo>
                  <a:pt x="29907" y="117594"/>
                  <a:pt x="26723" y="117594"/>
                  <a:pt x="23945" y="113739"/>
                </a:cubicBezTo>
                <a:cubicBezTo>
                  <a:pt x="25549" y="112949"/>
                  <a:pt x="27130" y="112135"/>
                  <a:pt x="28734" y="111344"/>
                </a:cubicBezTo>
                <a:cubicBezTo>
                  <a:pt x="25837" y="108687"/>
                  <a:pt x="25837" y="105885"/>
                  <a:pt x="28734" y="102964"/>
                </a:cubicBezTo>
                <a:cubicBezTo>
                  <a:pt x="27441" y="99971"/>
                  <a:pt x="25837" y="97193"/>
                  <a:pt x="23945" y="94583"/>
                </a:cubicBezTo>
                <a:cubicBezTo>
                  <a:pt x="24544" y="89578"/>
                  <a:pt x="24544" y="84789"/>
                  <a:pt x="23945" y="80216"/>
                </a:cubicBezTo>
                <a:cubicBezTo>
                  <a:pt x="18342" y="75882"/>
                  <a:pt x="16738" y="70710"/>
                  <a:pt x="19156" y="64652"/>
                </a:cubicBezTo>
                <a:cubicBezTo>
                  <a:pt x="21287" y="66615"/>
                  <a:pt x="22077" y="69010"/>
                  <a:pt x="21551" y="71835"/>
                </a:cubicBezTo>
                <a:cubicBezTo>
                  <a:pt x="23945" y="71835"/>
                  <a:pt x="26340" y="71835"/>
                  <a:pt x="28734" y="71835"/>
                </a:cubicBezTo>
                <a:cubicBezTo>
                  <a:pt x="29189" y="81916"/>
                  <a:pt x="33978" y="85101"/>
                  <a:pt x="43101" y="81413"/>
                </a:cubicBezTo>
                <a:cubicBezTo>
                  <a:pt x="47100" y="83017"/>
                  <a:pt x="51075" y="84598"/>
                  <a:pt x="55074" y="86202"/>
                </a:cubicBezTo>
                <a:cubicBezTo>
                  <a:pt x="56869" y="80240"/>
                  <a:pt x="54475" y="75834"/>
                  <a:pt x="47890" y="73032"/>
                </a:cubicBezTo>
                <a:cubicBezTo>
                  <a:pt x="48992" y="72051"/>
                  <a:pt x="49782" y="70853"/>
                  <a:pt x="50285" y="69441"/>
                </a:cubicBezTo>
                <a:cubicBezTo>
                  <a:pt x="46334" y="66687"/>
                  <a:pt x="42742" y="63502"/>
                  <a:pt x="39509" y="59863"/>
                </a:cubicBezTo>
                <a:cubicBezTo>
                  <a:pt x="37115" y="60653"/>
                  <a:pt x="34720" y="61467"/>
                  <a:pt x="32326" y="62257"/>
                </a:cubicBezTo>
                <a:cubicBezTo>
                  <a:pt x="29812" y="58402"/>
                  <a:pt x="26220" y="56822"/>
                  <a:pt x="21551" y="57468"/>
                </a:cubicBezTo>
                <a:cubicBezTo>
                  <a:pt x="21167" y="54188"/>
                  <a:pt x="21574" y="50979"/>
                  <a:pt x="22748" y="47890"/>
                </a:cubicBezTo>
                <a:cubicBezTo>
                  <a:pt x="23538" y="48680"/>
                  <a:pt x="24352" y="49494"/>
                  <a:pt x="25142" y="50285"/>
                </a:cubicBezTo>
                <a:cubicBezTo>
                  <a:pt x="25621" y="45735"/>
                  <a:pt x="27609" y="42143"/>
                  <a:pt x="31129" y="39509"/>
                </a:cubicBezTo>
                <a:cubicBezTo>
                  <a:pt x="26483" y="37737"/>
                  <a:pt x="22101" y="38121"/>
                  <a:pt x="17959" y="40707"/>
                </a:cubicBezTo>
                <a:cubicBezTo>
                  <a:pt x="16354" y="39102"/>
                  <a:pt x="16354" y="37522"/>
                  <a:pt x="17959" y="35918"/>
                </a:cubicBezTo>
                <a:cubicBezTo>
                  <a:pt x="20162" y="34888"/>
                  <a:pt x="22149" y="34098"/>
                  <a:pt x="23945" y="33523"/>
                </a:cubicBezTo>
                <a:cubicBezTo>
                  <a:pt x="21215" y="31296"/>
                  <a:pt x="21215" y="29309"/>
                  <a:pt x="23945" y="27537"/>
                </a:cubicBezTo>
                <a:cubicBezTo>
                  <a:pt x="21263" y="25046"/>
                  <a:pt x="18055" y="23442"/>
                  <a:pt x="14367" y="22748"/>
                </a:cubicBezTo>
                <a:cubicBezTo>
                  <a:pt x="13577" y="20353"/>
                  <a:pt x="12763" y="17959"/>
                  <a:pt x="11973" y="15564"/>
                </a:cubicBezTo>
                <a:cubicBezTo>
                  <a:pt x="9578" y="14774"/>
                  <a:pt x="7184" y="13960"/>
                  <a:pt x="4789" y="13170"/>
                </a:cubicBezTo>
                <a:cubicBezTo>
                  <a:pt x="5579" y="12380"/>
                  <a:pt x="6393" y="11565"/>
                  <a:pt x="7184" y="10775"/>
                </a:cubicBezTo>
                <a:cubicBezTo>
                  <a:pt x="4382" y="9770"/>
                  <a:pt x="1987" y="8165"/>
                  <a:pt x="0" y="5986"/>
                </a:cubicBezTo>
                <a:cubicBezTo>
                  <a:pt x="3017" y="4981"/>
                  <a:pt x="4597" y="2993"/>
                  <a:pt x="4789" y="0"/>
                </a:cubicBezTo>
                <a:close/>
              </a:path>
            </a:pathLst>
          </a:custGeom>
          <a:solidFill>
            <a:srgbClr val="CEDAD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71F46BC1-A732-8039-1D38-4C118A99EF00}"/>
              </a:ext>
            </a:extLst>
          </p:cNvPr>
          <p:cNvSpPr/>
          <p:nvPr/>
        </p:nvSpPr>
        <p:spPr>
          <a:xfrm>
            <a:off x="9158846" y="5127160"/>
            <a:ext cx="16761" cy="4827"/>
          </a:xfrm>
          <a:custGeom>
            <a:avLst/>
            <a:gdLst>
              <a:gd name="csX0" fmla="*/ 0 w 16761"/>
              <a:gd name="csY0" fmla="*/ 19 h 4827"/>
              <a:gd name="csX1" fmla="*/ 16762 w 16761"/>
              <a:gd name="csY1" fmla="*/ 4808 h 4827"/>
              <a:gd name="csX2" fmla="*/ 0 w 16761"/>
              <a:gd name="csY2" fmla="*/ 19 h 4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61" h="4827">
                <a:moveTo>
                  <a:pt x="0" y="19"/>
                </a:moveTo>
                <a:cubicBezTo>
                  <a:pt x="6345" y="-196"/>
                  <a:pt x="11949" y="1408"/>
                  <a:pt x="16762" y="4808"/>
                </a:cubicBezTo>
                <a:cubicBezTo>
                  <a:pt x="10416" y="5024"/>
                  <a:pt x="4813" y="3419"/>
                  <a:pt x="0" y="19"/>
                </a:cubicBezTo>
                <a:close/>
              </a:path>
            </a:pathLst>
          </a:custGeom>
          <a:solidFill>
            <a:srgbClr val="586152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69BF4907-FDFB-0913-2B44-A53B346B783D}"/>
              </a:ext>
            </a:extLst>
          </p:cNvPr>
          <p:cNvSpPr/>
          <p:nvPr/>
        </p:nvSpPr>
        <p:spPr>
          <a:xfrm>
            <a:off x="9513233" y="4990693"/>
            <a:ext cx="407065" cy="450119"/>
          </a:xfrm>
          <a:custGeom>
            <a:avLst/>
            <a:gdLst>
              <a:gd name="csX0" fmla="*/ 407066 w 407065"/>
              <a:gd name="csY0" fmla="*/ 0 h 450119"/>
              <a:gd name="csX1" fmla="*/ 407066 w 407065"/>
              <a:gd name="csY1" fmla="*/ 34720 h 450119"/>
              <a:gd name="csX2" fmla="*/ 399882 w 407065"/>
              <a:gd name="csY2" fmla="*/ 44298 h 450119"/>
              <a:gd name="csX3" fmla="*/ 404671 w 407065"/>
              <a:gd name="csY3" fmla="*/ 46693 h 450119"/>
              <a:gd name="csX4" fmla="*/ 401080 w 407065"/>
              <a:gd name="csY4" fmla="*/ 57468 h 450119"/>
              <a:gd name="csX5" fmla="*/ 398685 w 407065"/>
              <a:gd name="csY5" fmla="*/ 55074 h 450119"/>
              <a:gd name="csX6" fmla="*/ 397488 w 407065"/>
              <a:gd name="csY6" fmla="*/ 63454 h 450119"/>
              <a:gd name="csX7" fmla="*/ 392699 w 407065"/>
              <a:gd name="csY7" fmla="*/ 74230 h 450119"/>
              <a:gd name="csX8" fmla="*/ 389107 w 407065"/>
              <a:gd name="csY8" fmla="*/ 74230 h 450119"/>
              <a:gd name="csX9" fmla="*/ 383121 w 407065"/>
              <a:gd name="csY9" fmla="*/ 88597 h 450119"/>
              <a:gd name="csX10" fmla="*/ 381924 w 407065"/>
              <a:gd name="csY10" fmla="*/ 95780 h 450119"/>
              <a:gd name="csX11" fmla="*/ 379529 w 407065"/>
              <a:gd name="csY11" fmla="*/ 93386 h 450119"/>
              <a:gd name="csX12" fmla="*/ 373543 w 407065"/>
              <a:gd name="csY12" fmla="*/ 108950 h 450119"/>
              <a:gd name="csX13" fmla="*/ 375937 w 407065"/>
              <a:gd name="csY13" fmla="*/ 112542 h 450119"/>
              <a:gd name="csX14" fmla="*/ 363965 w 407065"/>
              <a:gd name="csY14" fmla="*/ 128106 h 450119"/>
              <a:gd name="csX15" fmla="*/ 365162 w 407065"/>
              <a:gd name="csY15" fmla="*/ 134092 h 450119"/>
              <a:gd name="csX16" fmla="*/ 335231 w 407065"/>
              <a:gd name="csY16" fmla="*/ 175996 h 450119"/>
              <a:gd name="csX17" fmla="*/ 337625 w 407065"/>
              <a:gd name="csY17" fmla="*/ 178391 h 450119"/>
              <a:gd name="csX18" fmla="*/ 241845 w 407065"/>
              <a:gd name="csY18" fmla="*/ 289735 h 450119"/>
              <a:gd name="csX19" fmla="*/ 232267 w 407065"/>
              <a:gd name="csY19" fmla="*/ 290932 h 450119"/>
              <a:gd name="csX20" fmla="*/ 233464 w 407065"/>
              <a:gd name="csY20" fmla="*/ 296919 h 450119"/>
              <a:gd name="csX21" fmla="*/ 219097 w 407065"/>
              <a:gd name="csY21" fmla="*/ 311286 h 450119"/>
              <a:gd name="csX22" fmla="*/ 213111 w 407065"/>
              <a:gd name="csY22" fmla="*/ 310088 h 450119"/>
              <a:gd name="csX23" fmla="*/ 207125 w 407065"/>
              <a:gd name="csY23" fmla="*/ 316075 h 450119"/>
              <a:gd name="csX24" fmla="*/ 204730 w 407065"/>
              <a:gd name="csY24" fmla="*/ 325653 h 450119"/>
              <a:gd name="csX25" fmla="*/ 31129 w 407065"/>
              <a:gd name="csY25" fmla="*/ 442983 h 450119"/>
              <a:gd name="csX26" fmla="*/ 20353 w 407065"/>
              <a:gd name="csY26" fmla="*/ 447772 h 450119"/>
              <a:gd name="csX27" fmla="*/ 16762 w 407065"/>
              <a:gd name="csY27" fmla="*/ 445378 h 450119"/>
              <a:gd name="csX28" fmla="*/ 0 w 407065"/>
              <a:gd name="csY28" fmla="*/ 446575 h 450119"/>
              <a:gd name="csX29" fmla="*/ 11973 w 407065"/>
              <a:gd name="csY29" fmla="*/ 438194 h 450119"/>
              <a:gd name="csX30" fmla="*/ 11973 w 407065"/>
              <a:gd name="csY30" fmla="*/ 435800 h 450119"/>
              <a:gd name="csX31" fmla="*/ 407066 w 407065"/>
              <a:gd name="csY31" fmla="*/ 0 h 450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07065" h="450119">
                <a:moveTo>
                  <a:pt x="407066" y="0"/>
                </a:moveTo>
                <a:cubicBezTo>
                  <a:pt x="404528" y="12020"/>
                  <a:pt x="404528" y="23586"/>
                  <a:pt x="407066" y="34720"/>
                </a:cubicBezTo>
                <a:cubicBezTo>
                  <a:pt x="406395" y="39246"/>
                  <a:pt x="404001" y="42431"/>
                  <a:pt x="399882" y="44298"/>
                </a:cubicBezTo>
                <a:cubicBezTo>
                  <a:pt x="401487" y="45089"/>
                  <a:pt x="403067" y="45903"/>
                  <a:pt x="404671" y="46693"/>
                </a:cubicBezTo>
                <a:cubicBezTo>
                  <a:pt x="402923" y="50045"/>
                  <a:pt x="401726" y="53637"/>
                  <a:pt x="401080" y="57468"/>
                </a:cubicBezTo>
                <a:cubicBezTo>
                  <a:pt x="400289" y="56678"/>
                  <a:pt x="399475" y="55864"/>
                  <a:pt x="398685" y="55074"/>
                </a:cubicBezTo>
                <a:cubicBezTo>
                  <a:pt x="396027" y="58091"/>
                  <a:pt x="395620" y="60892"/>
                  <a:pt x="397488" y="63454"/>
                </a:cubicBezTo>
                <a:cubicBezTo>
                  <a:pt x="392412" y="66256"/>
                  <a:pt x="390831" y="69848"/>
                  <a:pt x="392699" y="74230"/>
                </a:cubicBezTo>
                <a:cubicBezTo>
                  <a:pt x="391861" y="77103"/>
                  <a:pt x="390663" y="77103"/>
                  <a:pt x="389107" y="74230"/>
                </a:cubicBezTo>
                <a:cubicBezTo>
                  <a:pt x="388556" y="79689"/>
                  <a:pt x="386545" y="84478"/>
                  <a:pt x="383121" y="88597"/>
                </a:cubicBezTo>
                <a:cubicBezTo>
                  <a:pt x="386353" y="91422"/>
                  <a:pt x="385970" y="93817"/>
                  <a:pt x="381924" y="95780"/>
                </a:cubicBezTo>
                <a:cubicBezTo>
                  <a:pt x="381133" y="94990"/>
                  <a:pt x="380319" y="94176"/>
                  <a:pt x="379529" y="93386"/>
                </a:cubicBezTo>
                <a:cubicBezTo>
                  <a:pt x="379314" y="99396"/>
                  <a:pt x="377302" y="104568"/>
                  <a:pt x="373543" y="108950"/>
                </a:cubicBezTo>
                <a:cubicBezTo>
                  <a:pt x="374644" y="109932"/>
                  <a:pt x="375434" y="111129"/>
                  <a:pt x="375937" y="112542"/>
                </a:cubicBezTo>
                <a:cubicBezTo>
                  <a:pt x="371268" y="117163"/>
                  <a:pt x="367269" y="122359"/>
                  <a:pt x="363965" y="128106"/>
                </a:cubicBezTo>
                <a:cubicBezTo>
                  <a:pt x="366240" y="129830"/>
                  <a:pt x="366647" y="131817"/>
                  <a:pt x="365162" y="134092"/>
                </a:cubicBezTo>
                <a:cubicBezTo>
                  <a:pt x="355201" y="148052"/>
                  <a:pt x="345240" y="162012"/>
                  <a:pt x="335231" y="175996"/>
                </a:cubicBezTo>
                <a:cubicBezTo>
                  <a:pt x="336021" y="176786"/>
                  <a:pt x="336835" y="177600"/>
                  <a:pt x="337625" y="178391"/>
                </a:cubicBezTo>
                <a:cubicBezTo>
                  <a:pt x="308891" y="217996"/>
                  <a:pt x="276948" y="255110"/>
                  <a:pt x="241845" y="289735"/>
                </a:cubicBezTo>
                <a:cubicBezTo>
                  <a:pt x="238900" y="291267"/>
                  <a:pt x="235691" y="291675"/>
                  <a:pt x="232267" y="290932"/>
                </a:cubicBezTo>
                <a:cubicBezTo>
                  <a:pt x="234542" y="292656"/>
                  <a:pt x="234949" y="294644"/>
                  <a:pt x="233464" y="296919"/>
                </a:cubicBezTo>
                <a:cubicBezTo>
                  <a:pt x="227885" y="300917"/>
                  <a:pt x="223096" y="305706"/>
                  <a:pt x="219097" y="311286"/>
                </a:cubicBezTo>
                <a:cubicBezTo>
                  <a:pt x="217373" y="309011"/>
                  <a:pt x="215386" y="308604"/>
                  <a:pt x="213111" y="310088"/>
                </a:cubicBezTo>
                <a:cubicBezTo>
                  <a:pt x="215913" y="316865"/>
                  <a:pt x="213901" y="318876"/>
                  <a:pt x="207125" y="316075"/>
                </a:cubicBezTo>
                <a:cubicBezTo>
                  <a:pt x="206335" y="319259"/>
                  <a:pt x="205520" y="322468"/>
                  <a:pt x="204730" y="325653"/>
                </a:cubicBezTo>
                <a:cubicBezTo>
                  <a:pt x="151979" y="375123"/>
                  <a:pt x="94104" y="414225"/>
                  <a:pt x="31129" y="442983"/>
                </a:cubicBezTo>
                <a:cubicBezTo>
                  <a:pt x="26747" y="441116"/>
                  <a:pt x="23155" y="442696"/>
                  <a:pt x="20353" y="447772"/>
                </a:cubicBezTo>
                <a:cubicBezTo>
                  <a:pt x="19372" y="446671"/>
                  <a:pt x="18174" y="445881"/>
                  <a:pt x="16762" y="445378"/>
                </a:cubicBezTo>
                <a:cubicBezTo>
                  <a:pt x="11470" y="451268"/>
                  <a:pt x="5867" y="451675"/>
                  <a:pt x="0" y="446575"/>
                </a:cubicBezTo>
                <a:cubicBezTo>
                  <a:pt x="4621" y="444420"/>
                  <a:pt x="8620" y="441618"/>
                  <a:pt x="11973" y="438194"/>
                </a:cubicBezTo>
                <a:cubicBezTo>
                  <a:pt x="11973" y="437404"/>
                  <a:pt x="11973" y="436590"/>
                  <a:pt x="11973" y="435800"/>
                </a:cubicBezTo>
                <a:cubicBezTo>
                  <a:pt x="204084" y="345072"/>
                  <a:pt x="335781" y="199797"/>
                  <a:pt x="407066" y="0"/>
                </a:cubicBezTo>
                <a:close/>
              </a:path>
            </a:pathLst>
          </a:custGeom>
          <a:solidFill>
            <a:srgbClr val="EAF3EC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A3502417-3DDF-68F5-C978-2AA3EDE208A1}"/>
              </a:ext>
            </a:extLst>
          </p:cNvPr>
          <p:cNvSpPr/>
          <p:nvPr/>
        </p:nvSpPr>
        <p:spPr>
          <a:xfrm>
            <a:off x="9300113" y="5301978"/>
            <a:ext cx="4937" cy="35917"/>
          </a:xfrm>
          <a:custGeom>
            <a:avLst/>
            <a:gdLst>
              <a:gd name="csX0" fmla="*/ 9 w 4937"/>
              <a:gd name="csY0" fmla="*/ 0 h 35917"/>
              <a:gd name="csX1" fmla="*/ 4798 w 4937"/>
              <a:gd name="csY1" fmla="*/ 33523 h 35917"/>
              <a:gd name="csX2" fmla="*/ 4798 w 4937"/>
              <a:gd name="csY2" fmla="*/ 35918 h 35917"/>
              <a:gd name="csX3" fmla="*/ 9 w 4937"/>
              <a:gd name="csY3" fmla="*/ 0 h 35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37" h="35917">
                <a:moveTo>
                  <a:pt x="9" y="0"/>
                </a:moveTo>
                <a:cubicBezTo>
                  <a:pt x="3840" y="10536"/>
                  <a:pt x="5444" y="21718"/>
                  <a:pt x="4798" y="33523"/>
                </a:cubicBezTo>
                <a:cubicBezTo>
                  <a:pt x="4798" y="34313"/>
                  <a:pt x="4798" y="35127"/>
                  <a:pt x="4798" y="35918"/>
                </a:cubicBezTo>
                <a:cubicBezTo>
                  <a:pt x="1470" y="24496"/>
                  <a:pt x="-135" y="12523"/>
                  <a:pt x="9" y="0"/>
                </a:cubicBezTo>
                <a:close/>
              </a:path>
            </a:pathLst>
          </a:custGeom>
          <a:solidFill>
            <a:srgbClr val="4C4A3D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87F24F90-1AD3-9F11-7DA6-090FECF3E3EA}"/>
              </a:ext>
            </a:extLst>
          </p:cNvPr>
          <p:cNvSpPr/>
          <p:nvPr/>
        </p:nvSpPr>
        <p:spPr>
          <a:xfrm>
            <a:off x="9288140" y="5306767"/>
            <a:ext cx="4880" cy="35917"/>
          </a:xfrm>
          <a:custGeom>
            <a:avLst/>
            <a:gdLst>
              <a:gd name="csX0" fmla="*/ 9 w 4880"/>
              <a:gd name="csY0" fmla="*/ 0 h 35917"/>
              <a:gd name="csX1" fmla="*/ 4798 w 4880"/>
              <a:gd name="csY1" fmla="*/ 35918 h 35917"/>
              <a:gd name="csX2" fmla="*/ 9 w 4880"/>
              <a:gd name="csY2" fmla="*/ 0 h 35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80" h="35917">
                <a:moveTo>
                  <a:pt x="9" y="0"/>
                </a:moveTo>
                <a:cubicBezTo>
                  <a:pt x="3673" y="11374"/>
                  <a:pt x="5277" y="23346"/>
                  <a:pt x="4798" y="35918"/>
                </a:cubicBezTo>
                <a:cubicBezTo>
                  <a:pt x="1470" y="24496"/>
                  <a:pt x="-135" y="12523"/>
                  <a:pt x="9" y="0"/>
                </a:cubicBezTo>
                <a:close/>
              </a:path>
            </a:pathLst>
          </a:custGeom>
          <a:solidFill>
            <a:srgbClr val="5E6A63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BCC4634F-FCE9-5C2B-F3EC-DF63379CC620}"/>
              </a:ext>
            </a:extLst>
          </p:cNvPr>
          <p:cNvSpPr/>
          <p:nvPr/>
        </p:nvSpPr>
        <p:spPr>
          <a:xfrm>
            <a:off x="9304911" y="5335501"/>
            <a:ext cx="4929" cy="52679"/>
          </a:xfrm>
          <a:custGeom>
            <a:avLst/>
            <a:gdLst>
              <a:gd name="csX0" fmla="*/ 0 w 4929"/>
              <a:gd name="csY0" fmla="*/ 0 h 52679"/>
              <a:gd name="csX1" fmla="*/ 4789 w 4929"/>
              <a:gd name="csY1" fmla="*/ 52679 h 52679"/>
              <a:gd name="csX2" fmla="*/ 0 w 4929"/>
              <a:gd name="csY2" fmla="*/ 2395 h 52679"/>
              <a:gd name="csX3" fmla="*/ 0 w 4929"/>
              <a:gd name="csY3" fmla="*/ 0 h 52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29" h="52679">
                <a:moveTo>
                  <a:pt x="0" y="0"/>
                </a:moveTo>
                <a:cubicBezTo>
                  <a:pt x="3855" y="17001"/>
                  <a:pt x="5436" y="34576"/>
                  <a:pt x="4789" y="52679"/>
                </a:cubicBezTo>
                <a:cubicBezTo>
                  <a:pt x="2227" y="36349"/>
                  <a:pt x="647" y="19587"/>
                  <a:pt x="0" y="2395"/>
                </a:cubicBezTo>
                <a:cubicBezTo>
                  <a:pt x="0" y="1604"/>
                  <a:pt x="0" y="790"/>
                  <a:pt x="0" y="0"/>
                </a:cubicBezTo>
                <a:close/>
              </a:path>
            </a:pathLst>
          </a:custGeom>
          <a:solidFill>
            <a:srgbClr val="858A7B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B333D21B-7E60-9E6A-CCDE-F0D2B261216A}"/>
              </a:ext>
            </a:extLst>
          </p:cNvPr>
          <p:cNvSpPr/>
          <p:nvPr/>
        </p:nvSpPr>
        <p:spPr>
          <a:xfrm>
            <a:off x="9007992" y="5467180"/>
            <a:ext cx="16761" cy="4827"/>
          </a:xfrm>
          <a:custGeom>
            <a:avLst/>
            <a:gdLst>
              <a:gd name="csX0" fmla="*/ 0 w 16761"/>
              <a:gd name="csY0" fmla="*/ 19 h 4827"/>
              <a:gd name="csX1" fmla="*/ 16762 w 16761"/>
              <a:gd name="csY1" fmla="*/ 4808 h 4827"/>
              <a:gd name="csX2" fmla="*/ 0 w 16761"/>
              <a:gd name="csY2" fmla="*/ 19 h 4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61" h="4827">
                <a:moveTo>
                  <a:pt x="0" y="19"/>
                </a:moveTo>
                <a:cubicBezTo>
                  <a:pt x="6345" y="-196"/>
                  <a:pt x="11949" y="1408"/>
                  <a:pt x="16762" y="4808"/>
                </a:cubicBezTo>
                <a:cubicBezTo>
                  <a:pt x="10416" y="5024"/>
                  <a:pt x="4813" y="3419"/>
                  <a:pt x="0" y="19"/>
                </a:cubicBezTo>
                <a:close/>
              </a:path>
            </a:pathLst>
          </a:custGeom>
          <a:solidFill>
            <a:srgbClr val="6D7862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942D58C6-8882-484A-18A8-A6661AD731CC}"/>
              </a:ext>
            </a:extLst>
          </p:cNvPr>
          <p:cNvSpPr/>
          <p:nvPr/>
        </p:nvSpPr>
        <p:spPr>
          <a:xfrm>
            <a:off x="9077433" y="5467199"/>
            <a:ext cx="69440" cy="9578"/>
          </a:xfrm>
          <a:custGeom>
            <a:avLst/>
            <a:gdLst>
              <a:gd name="csX0" fmla="*/ 0 w 69440"/>
              <a:gd name="csY0" fmla="*/ 0 h 9578"/>
              <a:gd name="csX1" fmla="*/ 55074 w 69440"/>
              <a:gd name="csY1" fmla="*/ 3592 h 9578"/>
              <a:gd name="csX2" fmla="*/ 69441 w 69440"/>
              <a:gd name="csY2" fmla="*/ 9578 h 9578"/>
              <a:gd name="csX3" fmla="*/ 0 w 69440"/>
              <a:gd name="csY3" fmla="*/ 0 h 95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9440" h="9578">
                <a:moveTo>
                  <a:pt x="0" y="0"/>
                </a:moveTo>
                <a:cubicBezTo>
                  <a:pt x="18342" y="1149"/>
                  <a:pt x="36708" y="2347"/>
                  <a:pt x="55074" y="3592"/>
                </a:cubicBezTo>
                <a:cubicBezTo>
                  <a:pt x="61180" y="3592"/>
                  <a:pt x="65969" y="5603"/>
                  <a:pt x="69441" y="9578"/>
                </a:cubicBezTo>
                <a:cubicBezTo>
                  <a:pt x="45543" y="9362"/>
                  <a:pt x="22413" y="6154"/>
                  <a:pt x="0" y="0"/>
                </a:cubicBezTo>
                <a:close/>
              </a:path>
            </a:pathLst>
          </a:custGeom>
          <a:solidFill>
            <a:srgbClr val="9BA89F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013C62A4-DC27-19BF-884C-20FDDC588C2F}"/>
              </a:ext>
            </a:extLst>
          </p:cNvPr>
          <p:cNvSpPr/>
          <p:nvPr/>
        </p:nvSpPr>
        <p:spPr>
          <a:xfrm>
            <a:off x="9125323" y="5491144"/>
            <a:ext cx="129303" cy="4942"/>
          </a:xfrm>
          <a:custGeom>
            <a:avLst/>
            <a:gdLst>
              <a:gd name="csX0" fmla="*/ 0 w 129303"/>
              <a:gd name="csY0" fmla="*/ 0 h 4942"/>
              <a:gd name="csX1" fmla="*/ 129303 w 129303"/>
              <a:gd name="csY1" fmla="*/ 2395 h 4942"/>
              <a:gd name="csX2" fmla="*/ 129303 w 129303"/>
              <a:gd name="csY2" fmla="*/ 4789 h 4942"/>
              <a:gd name="csX3" fmla="*/ 19156 w 129303"/>
              <a:gd name="csY3" fmla="*/ 3592 h 4942"/>
              <a:gd name="csX4" fmla="*/ 0 w 129303"/>
              <a:gd name="csY4" fmla="*/ 0 h 4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9303" h="4942">
                <a:moveTo>
                  <a:pt x="0" y="0"/>
                </a:moveTo>
                <a:cubicBezTo>
                  <a:pt x="43077" y="2035"/>
                  <a:pt x="86178" y="2825"/>
                  <a:pt x="129303" y="2395"/>
                </a:cubicBezTo>
                <a:cubicBezTo>
                  <a:pt x="129303" y="3185"/>
                  <a:pt x="129303" y="3999"/>
                  <a:pt x="129303" y="4789"/>
                </a:cubicBezTo>
                <a:cubicBezTo>
                  <a:pt x="92572" y="5196"/>
                  <a:pt x="55864" y="4789"/>
                  <a:pt x="19156" y="3592"/>
                </a:cubicBezTo>
                <a:cubicBezTo>
                  <a:pt x="12308" y="3161"/>
                  <a:pt x="5914" y="1963"/>
                  <a:pt x="0" y="0"/>
                </a:cubicBezTo>
                <a:close/>
              </a:path>
            </a:pathLst>
          </a:custGeom>
          <a:solidFill>
            <a:srgbClr val="626B60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46691F05-A79B-018E-45FF-34C3EE8C5C5C}"/>
              </a:ext>
            </a:extLst>
          </p:cNvPr>
          <p:cNvSpPr/>
          <p:nvPr/>
        </p:nvSpPr>
        <p:spPr>
          <a:xfrm>
            <a:off x="9254626" y="5481566"/>
            <a:ext cx="105358" cy="14520"/>
          </a:xfrm>
          <a:custGeom>
            <a:avLst/>
            <a:gdLst>
              <a:gd name="csX0" fmla="*/ 105358 w 105358"/>
              <a:gd name="csY0" fmla="*/ 0 h 14520"/>
              <a:gd name="csX1" fmla="*/ 47890 w 105358"/>
              <a:gd name="csY1" fmla="*/ 13170 h 14520"/>
              <a:gd name="csX2" fmla="*/ 0 w 105358"/>
              <a:gd name="csY2" fmla="*/ 14367 h 14520"/>
              <a:gd name="csX3" fmla="*/ 0 w 105358"/>
              <a:gd name="csY3" fmla="*/ 11973 h 14520"/>
              <a:gd name="csX4" fmla="*/ 105358 w 105358"/>
              <a:gd name="csY4" fmla="*/ 0 h 14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5358" h="14520">
                <a:moveTo>
                  <a:pt x="105358" y="0"/>
                </a:moveTo>
                <a:cubicBezTo>
                  <a:pt x="86537" y="4621"/>
                  <a:pt x="67381" y="9003"/>
                  <a:pt x="47890" y="13170"/>
                </a:cubicBezTo>
                <a:cubicBezTo>
                  <a:pt x="31943" y="14367"/>
                  <a:pt x="15971" y="14774"/>
                  <a:pt x="0" y="14367"/>
                </a:cubicBezTo>
                <a:cubicBezTo>
                  <a:pt x="0" y="13577"/>
                  <a:pt x="0" y="12763"/>
                  <a:pt x="0" y="11973"/>
                </a:cubicBezTo>
                <a:cubicBezTo>
                  <a:pt x="35199" y="9793"/>
                  <a:pt x="70303" y="5819"/>
                  <a:pt x="105358" y="0"/>
                </a:cubicBezTo>
                <a:close/>
              </a:path>
            </a:pathLst>
          </a:custGeom>
          <a:solidFill>
            <a:srgbClr val="AEB9AE"/>
          </a:solidFill>
          <a:ln w="2389" cap="flat">
            <a:noFill/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15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994</TotalTime>
  <Words>50</Words>
  <Application>Microsoft Office PowerPoint</Application>
  <PresentationFormat>自定义</PresentationFormat>
  <Paragraphs>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Aptos</vt:lpstr>
      <vt:lpstr>Aptos Display</vt:lpstr>
      <vt:lpstr>Arial</vt:lpstr>
      <vt:lpstr>Cambria Math</vt:lpstr>
      <vt:lpstr>helvetica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Jinlin WU</dc:creator>
  <cp:lastModifiedBy>Jinlin WU</cp:lastModifiedBy>
  <cp:revision>14</cp:revision>
  <dcterms:created xsi:type="dcterms:W3CDTF">2026-03-08T03:15:08Z</dcterms:created>
  <dcterms:modified xsi:type="dcterms:W3CDTF">2026-03-15T00:44:04Z</dcterms:modified>
</cp:coreProperties>
</file>